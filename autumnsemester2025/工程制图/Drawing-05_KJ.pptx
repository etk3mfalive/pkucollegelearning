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47"/>
  </p:notesMasterIdLst>
  <p:handoutMasterIdLst>
    <p:handoutMasterId r:id="rId48"/>
  </p:handoutMasterIdLst>
  <p:sldIdLst>
    <p:sldId id="262" r:id="rId2"/>
    <p:sldId id="886" r:id="rId3"/>
    <p:sldId id="770" r:id="rId4"/>
    <p:sldId id="772" r:id="rId5"/>
    <p:sldId id="773" r:id="rId6"/>
    <p:sldId id="670" r:id="rId7"/>
    <p:sldId id="595" r:id="rId8"/>
    <p:sldId id="596" r:id="rId9"/>
    <p:sldId id="597" r:id="rId10"/>
    <p:sldId id="598" r:id="rId11"/>
    <p:sldId id="813" r:id="rId12"/>
    <p:sldId id="599" r:id="rId13"/>
    <p:sldId id="600" r:id="rId14"/>
    <p:sldId id="601" r:id="rId15"/>
    <p:sldId id="602" r:id="rId16"/>
    <p:sldId id="603" r:id="rId17"/>
    <p:sldId id="604" r:id="rId18"/>
    <p:sldId id="605" r:id="rId19"/>
    <p:sldId id="606" r:id="rId20"/>
    <p:sldId id="607" r:id="rId21"/>
    <p:sldId id="608" r:id="rId22"/>
    <p:sldId id="609" r:id="rId23"/>
    <p:sldId id="610" r:id="rId24"/>
    <p:sldId id="763" r:id="rId25"/>
    <p:sldId id="889" r:id="rId26"/>
    <p:sldId id="611" r:id="rId27"/>
    <p:sldId id="612" r:id="rId28"/>
    <p:sldId id="782" r:id="rId29"/>
    <p:sldId id="735" r:id="rId30"/>
    <p:sldId id="783" r:id="rId31"/>
    <p:sldId id="784" r:id="rId32"/>
    <p:sldId id="787" r:id="rId33"/>
    <p:sldId id="788" r:id="rId34"/>
    <p:sldId id="789" r:id="rId35"/>
    <p:sldId id="790" r:id="rId36"/>
    <p:sldId id="791" r:id="rId37"/>
    <p:sldId id="792" r:id="rId38"/>
    <p:sldId id="793" r:id="rId39"/>
    <p:sldId id="794" r:id="rId40"/>
    <p:sldId id="795" r:id="rId41"/>
    <p:sldId id="796" r:id="rId42"/>
    <p:sldId id="797" r:id="rId43"/>
    <p:sldId id="798" r:id="rId44"/>
    <p:sldId id="799" r:id="rId45"/>
    <p:sldId id="800" r:id="rId4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陈军" initials="陈军" lastIdx="1" clrIdx="0">
    <p:extLst>
      <p:ext uri="{19B8F6BF-5375-455C-9EA6-DF929625EA0E}">
        <p15:presenceInfo xmlns:p15="http://schemas.microsoft.com/office/powerpoint/2012/main" userId="S-1-5-21-3571948258-4195890842-3876710089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57" autoAdjust="0"/>
    <p:restoredTop sz="93836" autoAdjust="0"/>
  </p:normalViewPr>
  <p:slideViewPr>
    <p:cSldViewPr snapToGrid="0">
      <p:cViewPr varScale="1">
        <p:scale>
          <a:sx n="106" d="100"/>
          <a:sy n="106" d="100"/>
        </p:scale>
        <p:origin x="776" y="184"/>
      </p:cViewPr>
      <p:guideLst/>
    </p:cSldViewPr>
  </p:slideViewPr>
  <p:outlineViewPr>
    <p:cViewPr>
      <p:scale>
        <a:sx n="33" d="100"/>
        <a:sy n="33" d="100"/>
      </p:scale>
      <p:origin x="0" y="-97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3911"/>
    </p:cViewPr>
  </p:sorter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陈军_工学院" userId="6f7f04a3-a118-4a29-a2ab-4ad1875833df" providerId="ADAL" clId="{D74DB015-402D-4E5B-8434-323D436A79DE}"/>
    <pc:docChg chg="custSel addSld delSld modSld">
      <pc:chgData name="陈军_工学院" userId="6f7f04a3-a118-4a29-a2ab-4ad1875833df" providerId="ADAL" clId="{D74DB015-402D-4E5B-8434-323D436A79DE}" dt="2024-09-26T05:59:02.656" v="125" actId="680"/>
      <pc:docMkLst>
        <pc:docMk/>
      </pc:docMkLst>
      <pc:sldChg chg="del">
        <pc:chgData name="陈军_工学院" userId="6f7f04a3-a118-4a29-a2ab-4ad1875833df" providerId="ADAL" clId="{D74DB015-402D-4E5B-8434-323D436A79DE}" dt="2024-09-26T04:21:47.439" v="102" actId="2696"/>
        <pc:sldMkLst>
          <pc:docMk/>
          <pc:sldMk cId="173799175" sldId="289"/>
        </pc:sldMkLst>
      </pc:sldChg>
      <pc:sldChg chg="add">
        <pc:chgData name="陈军_工学院" userId="6f7f04a3-a118-4a29-a2ab-4ad1875833df" providerId="ADAL" clId="{D74DB015-402D-4E5B-8434-323D436A79DE}" dt="2024-09-26T04:21:54.913" v="103"/>
        <pc:sldMkLst>
          <pc:docMk/>
          <pc:sldMk cId="342865858" sldId="289"/>
        </pc:sldMkLst>
      </pc:sldChg>
      <pc:sldChg chg="modSp mod">
        <pc:chgData name="陈军_工学院" userId="6f7f04a3-a118-4a29-a2ab-4ad1875833df" providerId="ADAL" clId="{D74DB015-402D-4E5B-8434-323D436A79DE}" dt="2024-09-26T04:19:20.377" v="42" actId="20577"/>
        <pc:sldMkLst>
          <pc:docMk/>
          <pc:sldMk cId="497336489" sldId="603"/>
        </pc:sldMkLst>
      </pc:sldChg>
      <pc:sldChg chg="modSp mod">
        <pc:chgData name="陈军_工学院" userId="6f7f04a3-a118-4a29-a2ab-4ad1875833df" providerId="ADAL" clId="{D74DB015-402D-4E5B-8434-323D436A79DE}" dt="2024-09-26T04:19:26.692" v="47" actId="20577"/>
        <pc:sldMkLst>
          <pc:docMk/>
          <pc:sldMk cId="728016499" sldId="604"/>
        </pc:sldMkLst>
      </pc:sldChg>
      <pc:sldChg chg="modSp">
        <pc:chgData name="陈军_工学院" userId="6f7f04a3-a118-4a29-a2ab-4ad1875833df" providerId="ADAL" clId="{D74DB015-402D-4E5B-8434-323D436A79DE}" dt="2024-09-26T04:19:40.123" v="55" actId="20577"/>
        <pc:sldMkLst>
          <pc:docMk/>
          <pc:sldMk cId="1558961734" sldId="605"/>
        </pc:sldMkLst>
      </pc:sldChg>
      <pc:sldChg chg="modSp mod">
        <pc:chgData name="陈军_工学院" userId="6f7f04a3-a118-4a29-a2ab-4ad1875833df" providerId="ADAL" clId="{D74DB015-402D-4E5B-8434-323D436A79DE}" dt="2024-09-26T04:19:48.184" v="60" actId="20577"/>
        <pc:sldMkLst>
          <pc:docMk/>
          <pc:sldMk cId="21886291" sldId="606"/>
        </pc:sldMkLst>
      </pc:sldChg>
      <pc:sldChg chg="modSp mod">
        <pc:chgData name="陈军_工学院" userId="6f7f04a3-a118-4a29-a2ab-4ad1875833df" providerId="ADAL" clId="{D74DB015-402D-4E5B-8434-323D436A79DE}" dt="2024-09-26T04:19:54.898" v="67" actId="20577"/>
        <pc:sldMkLst>
          <pc:docMk/>
          <pc:sldMk cId="623189200" sldId="607"/>
        </pc:sldMkLst>
      </pc:sldChg>
      <pc:sldChg chg="modSp mod">
        <pc:chgData name="陈军_工学院" userId="6f7f04a3-a118-4a29-a2ab-4ad1875833df" providerId="ADAL" clId="{D74DB015-402D-4E5B-8434-323D436A79DE}" dt="2024-09-26T04:20:12.590" v="74" actId="20577"/>
        <pc:sldMkLst>
          <pc:docMk/>
          <pc:sldMk cId="2067402384" sldId="609"/>
        </pc:sldMkLst>
      </pc:sldChg>
      <pc:sldChg chg="modSp mod">
        <pc:chgData name="陈军_工学院" userId="6f7f04a3-a118-4a29-a2ab-4ad1875833df" providerId="ADAL" clId="{D74DB015-402D-4E5B-8434-323D436A79DE}" dt="2024-09-26T04:20:20.700" v="82" actId="20577"/>
        <pc:sldMkLst>
          <pc:docMk/>
          <pc:sldMk cId="546459428" sldId="610"/>
        </pc:sldMkLst>
      </pc:sldChg>
      <pc:sldChg chg="modSp mod">
        <pc:chgData name="陈军_工学院" userId="6f7f04a3-a118-4a29-a2ab-4ad1875833df" providerId="ADAL" clId="{D74DB015-402D-4E5B-8434-323D436A79DE}" dt="2024-09-26T04:20:30.829" v="89" actId="20577"/>
        <pc:sldMkLst>
          <pc:docMk/>
          <pc:sldMk cId="1007384164" sldId="612"/>
        </pc:sldMkLst>
      </pc:sldChg>
      <pc:sldChg chg="add">
        <pc:chgData name="陈军_工学院" userId="6f7f04a3-a118-4a29-a2ab-4ad1875833df" providerId="ADAL" clId="{D74DB015-402D-4E5B-8434-323D436A79DE}" dt="2024-09-26T04:21:54.913" v="103"/>
        <pc:sldMkLst>
          <pc:docMk/>
          <pc:sldMk cId="2536569588" sldId="639"/>
        </pc:sldMkLst>
      </pc:sldChg>
      <pc:sldChg chg="del">
        <pc:chgData name="陈军_工学院" userId="6f7f04a3-a118-4a29-a2ab-4ad1875833df" providerId="ADAL" clId="{D74DB015-402D-4E5B-8434-323D436A79DE}" dt="2024-09-26T04:21:47.439" v="102" actId="2696"/>
        <pc:sldMkLst>
          <pc:docMk/>
          <pc:sldMk cId="3814830424" sldId="639"/>
        </pc:sldMkLst>
      </pc:sldChg>
      <pc:sldChg chg="del">
        <pc:chgData name="陈军_工学院" userId="6f7f04a3-a118-4a29-a2ab-4ad1875833df" providerId="ADAL" clId="{D74DB015-402D-4E5B-8434-323D436A79DE}" dt="2024-09-26T04:21:47.439" v="102" actId="2696"/>
        <pc:sldMkLst>
          <pc:docMk/>
          <pc:sldMk cId="1405276516" sldId="640"/>
        </pc:sldMkLst>
      </pc:sldChg>
      <pc:sldChg chg="add">
        <pc:chgData name="陈军_工学院" userId="6f7f04a3-a118-4a29-a2ab-4ad1875833df" providerId="ADAL" clId="{D74DB015-402D-4E5B-8434-323D436A79DE}" dt="2024-09-26T04:21:54.913" v="103"/>
        <pc:sldMkLst>
          <pc:docMk/>
          <pc:sldMk cId="2868802988" sldId="640"/>
        </pc:sldMkLst>
      </pc:sldChg>
      <pc:sldChg chg="modSp mod">
        <pc:chgData name="陈军_工学院" userId="6f7f04a3-a118-4a29-a2ab-4ad1875833df" providerId="ADAL" clId="{D74DB015-402D-4E5B-8434-323D436A79DE}" dt="2024-09-26T04:22:57.586" v="106" actId="20577"/>
        <pc:sldMkLst>
          <pc:docMk/>
          <pc:sldMk cId="620593201" sldId="641"/>
        </pc:sldMkLst>
      </pc:sldChg>
      <pc:sldChg chg="modSp mod">
        <pc:chgData name="陈军_工学院" userId="6f7f04a3-a118-4a29-a2ab-4ad1875833df" providerId="ADAL" clId="{D74DB015-402D-4E5B-8434-323D436A79DE}" dt="2024-09-26T04:23:06.523" v="111" actId="20577"/>
        <pc:sldMkLst>
          <pc:docMk/>
          <pc:sldMk cId="2129339375" sldId="642"/>
        </pc:sldMkLst>
      </pc:sldChg>
      <pc:sldChg chg="del">
        <pc:chgData name="陈军_工学院" userId="6f7f04a3-a118-4a29-a2ab-4ad1875833df" providerId="ADAL" clId="{D74DB015-402D-4E5B-8434-323D436A79DE}" dt="2024-09-26T04:21:47.439" v="102" actId="2696"/>
        <pc:sldMkLst>
          <pc:docMk/>
          <pc:sldMk cId="836532210" sldId="694"/>
        </pc:sldMkLst>
      </pc:sldChg>
      <pc:sldChg chg="add">
        <pc:chgData name="陈军_工学院" userId="6f7f04a3-a118-4a29-a2ab-4ad1875833df" providerId="ADAL" clId="{D74DB015-402D-4E5B-8434-323D436A79DE}" dt="2024-09-26T04:21:54.913" v="103"/>
        <pc:sldMkLst>
          <pc:docMk/>
          <pc:sldMk cId="4175931038" sldId="694"/>
        </pc:sldMkLst>
      </pc:sldChg>
      <pc:sldChg chg="modSp mod">
        <pc:chgData name="陈军_工学院" userId="6f7f04a3-a118-4a29-a2ab-4ad1875833df" providerId="ADAL" clId="{D74DB015-402D-4E5B-8434-323D436A79DE}" dt="2024-09-26T04:23:15.882" v="115" actId="20577"/>
        <pc:sldMkLst>
          <pc:docMk/>
          <pc:sldMk cId="1485754618" sldId="697"/>
        </pc:sldMkLst>
      </pc:sldChg>
      <pc:sldChg chg="modSp mod">
        <pc:chgData name="陈军_工学院" userId="6f7f04a3-a118-4a29-a2ab-4ad1875833df" providerId="ADAL" clId="{D74DB015-402D-4E5B-8434-323D436A79DE}" dt="2024-09-26T04:23:54.591" v="121" actId="20577"/>
        <pc:sldMkLst>
          <pc:docMk/>
          <pc:sldMk cId="268880100" sldId="720"/>
        </pc:sldMkLst>
      </pc:sldChg>
      <pc:sldChg chg="modSp mod">
        <pc:chgData name="陈军_工学院" userId="6f7f04a3-a118-4a29-a2ab-4ad1875833df" providerId="ADAL" clId="{D74DB015-402D-4E5B-8434-323D436A79DE}" dt="2024-09-26T04:23:38.935" v="118" actId="20577"/>
        <pc:sldMkLst>
          <pc:docMk/>
          <pc:sldMk cId="762247412" sldId="721"/>
        </pc:sldMkLst>
      </pc:sldChg>
      <pc:sldChg chg="modSp mod">
        <pc:chgData name="陈军_工学院" userId="6f7f04a3-a118-4a29-a2ab-4ad1875833df" providerId="ADAL" clId="{D74DB015-402D-4E5B-8434-323D436A79DE}" dt="2024-09-26T04:24:00.972" v="124" actId="20577"/>
        <pc:sldMkLst>
          <pc:docMk/>
          <pc:sldMk cId="754787780" sldId="737"/>
        </pc:sldMkLst>
      </pc:sldChg>
      <pc:sldChg chg="del">
        <pc:chgData name="陈军_工学院" userId="6f7f04a3-a118-4a29-a2ab-4ad1875833df" providerId="ADAL" clId="{D74DB015-402D-4E5B-8434-323D436A79DE}" dt="2024-09-26T04:21:47.439" v="102" actId="2696"/>
        <pc:sldMkLst>
          <pc:docMk/>
          <pc:sldMk cId="555773009" sldId="739"/>
        </pc:sldMkLst>
      </pc:sldChg>
      <pc:sldChg chg="add">
        <pc:chgData name="陈军_工学院" userId="6f7f04a3-a118-4a29-a2ab-4ad1875833df" providerId="ADAL" clId="{D74DB015-402D-4E5B-8434-323D436A79DE}" dt="2024-09-26T04:21:54.913" v="103"/>
        <pc:sldMkLst>
          <pc:docMk/>
          <pc:sldMk cId="3429162586" sldId="739"/>
        </pc:sldMkLst>
      </pc:sldChg>
      <pc:sldChg chg="add">
        <pc:chgData name="陈军_工学院" userId="6f7f04a3-a118-4a29-a2ab-4ad1875833df" providerId="ADAL" clId="{D74DB015-402D-4E5B-8434-323D436A79DE}" dt="2024-09-26T04:21:54.913" v="103"/>
        <pc:sldMkLst>
          <pc:docMk/>
          <pc:sldMk cId="435564670" sldId="740"/>
        </pc:sldMkLst>
      </pc:sldChg>
      <pc:sldChg chg="del">
        <pc:chgData name="陈军_工学院" userId="6f7f04a3-a118-4a29-a2ab-4ad1875833df" providerId="ADAL" clId="{D74DB015-402D-4E5B-8434-323D436A79DE}" dt="2024-09-26T04:21:47.439" v="102" actId="2696"/>
        <pc:sldMkLst>
          <pc:docMk/>
          <pc:sldMk cId="2736987953" sldId="740"/>
        </pc:sldMkLst>
      </pc:sldChg>
      <pc:sldChg chg="add">
        <pc:chgData name="陈军_工学院" userId="6f7f04a3-a118-4a29-a2ab-4ad1875833df" providerId="ADAL" clId="{D74DB015-402D-4E5B-8434-323D436A79DE}" dt="2024-09-26T04:21:54.913" v="103"/>
        <pc:sldMkLst>
          <pc:docMk/>
          <pc:sldMk cId="914108158" sldId="741"/>
        </pc:sldMkLst>
      </pc:sldChg>
      <pc:sldChg chg="del">
        <pc:chgData name="陈军_工学院" userId="6f7f04a3-a118-4a29-a2ab-4ad1875833df" providerId="ADAL" clId="{D74DB015-402D-4E5B-8434-323D436A79DE}" dt="2024-09-26T04:21:47.439" v="102" actId="2696"/>
        <pc:sldMkLst>
          <pc:docMk/>
          <pc:sldMk cId="2300438140" sldId="741"/>
        </pc:sldMkLst>
      </pc:sldChg>
      <pc:sldChg chg="del">
        <pc:chgData name="陈军_工学院" userId="6f7f04a3-a118-4a29-a2ab-4ad1875833df" providerId="ADAL" clId="{D74DB015-402D-4E5B-8434-323D436A79DE}" dt="2024-09-26T04:21:47.439" v="102" actId="2696"/>
        <pc:sldMkLst>
          <pc:docMk/>
          <pc:sldMk cId="1555443478" sldId="742"/>
        </pc:sldMkLst>
      </pc:sldChg>
      <pc:sldChg chg="add">
        <pc:chgData name="陈军_工学院" userId="6f7f04a3-a118-4a29-a2ab-4ad1875833df" providerId="ADAL" clId="{D74DB015-402D-4E5B-8434-323D436A79DE}" dt="2024-09-26T04:21:54.913" v="103"/>
        <pc:sldMkLst>
          <pc:docMk/>
          <pc:sldMk cId="1681293455" sldId="742"/>
        </pc:sldMkLst>
      </pc:sldChg>
      <pc:sldChg chg="addSp modSp mod">
        <pc:chgData name="陈军_工学院" userId="6f7f04a3-a118-4a29-a2ab-4ad1875833df" providerId="ADAL" clId="{D74DB015-402D-4E5B-8434-323D436A79DE}" dt="2024-09-26T04:18:53.406" v="37" actId="403"/>
        <pc:sldMkLst>
          <pc:docMk/>
          <pc:sldMk cId="3267943201" sldId="763"/>
        </pc:sldMkLst>
      </pc:sldChg>
      <pc:sldChg chg="del">
        <pc:chgData name="陈军_工学院" userId="6f7f04a3-a118-4a29-a2ab-4ad1875833df" providerId="ADAL" clId="{D74DB015-402D-4E5B-8434-323D436A79DE}" dt="2024-09-26T04:21:47.439" v="102" actId="2696"/>
        <pc:sldMkLst>
          <pc:docMk/>
          <pc:sldMk cId="1538574672" sldId="764"/>
        </pc:sldMkLst>
      </pc:sldChg>
      <pc:sldChg chg="add">
        <pc:chgData name="陈军_工学院" userId="6f7f04a3-a118-4a29-a2ab-4ad1875833df" providerId="ADAL" clId="{D74DB015-402D-4E5B-8434-323D436A79DE}" dt="2024-09-26T04:21:54.913" v="103"/>
        <pc:sldMkLst>
          <pc:docMk/>
          <pc:sldMk cId="1774340171" sldId="764"/>
        </pc:sldMkLst>
      </pc:sldChg>
      <pc:sldChg chg="add">
        <pc:chgData name="陈军_工学院" userId="6f7f04a3-a118-4a29-a2ab-4ad1875833df" providerId="ADAL" clId="{D74DB015-402D-4E5B-8434-323D436A79DE}" dt="2024-09-26T04:21:54.913" v="103"/>
        <pc:sldMkLst>
          <pc:docMk/>
          <pc:sldMk cId="169008892" sldId="765"/>
        </pc:sldMkLst>
      </pc:sldChg>
      <pc:sldChg chg="del">
        <pc:chgData name="陈军_工学院" userId="6f7f04a3-a118-4a29-a2ab-4ad1875833df" providerId="ADAL" clId="{D74DB015-402D-4E5B-8434-323D436A79DE}" dt="2024-09-26T04:21:47.439" v="102" actId="2696"/>
        <pc:sldMkLst>
          <pc:docMk/>
          <pc:sldMk cId="3454512789" sldId="765"/>
        </pc:sldMkLst>
      </pc:sldChg>
      <pc:sldChg chg="add">
        <pc:chgData name="陈军_工学院" userId="6f7f04a3-a118-4a29-a2ab-4ad1875833df" providerId="ADAL" clId="{D74DB015-402D-4E5B-8434-323D436A79DE}" dt="2024-09-26T04:21:54.913" v="103"/>
        <pc:sldMkLst>
          <pc:docMk/>
          <pc:sldMk cId="2209253104" sldId="766"/>
        </pc:sldMkLst>
      </pc:sldChg>
      <pc:sldChg chg="del">
        <pc:chgData name="陈军_工学院" userId="6f7f04a3-a118-4a29-a2ab-4ad1875833df" providerId="ADAL" clId="{D74DB015-402D-4E5B-8434-323D436A79DE}" dt="2024-09-26T04:21:47.439" v="102" actId="2696"/>
        <pc:sldMkLst>
          <pc:docMk/>
          <pc:sldMk cId="2774960991" sldId="766"/>
        </pc:sldMkLst>
      </pc:sldChg>
      <pc:sldChg chg="add">
        <pc:chgData name="陈军_工学院" userId="6f7f04a3-a118-4a29-a2ab-4ad1875833df" providerId="ADAL" clId="{D74DB015-402D-4E5B-8434-323D436A79DE}" dt="2024-09-26T04:21:54.913" v="103"/>
        <pc:sldMkLst>
          <pc:docMk/>
          <pc:sldMk cId="1048986242" sldId="767"/>
        </pc:sldMkLst>
      </pc:sldChg>
      <pc:sldChg chg="del">
        <pc:chgData name="陈军_工学院" userId="6f7f04a3-a118-4a29-a2ab-4ad1875833df" providerId="ADAL" clId="{D74DB015-402D-4E5B-8434-323D436A79DE}" dt="2024-09-26T04:21:47.439" v="102" actId="2696"/>
        <pc:sldMkLst>
          <pc:docMk/>
          <pc:sldMk cId="3629151584" sldId="767"/>
        </pc:sldMkLst>
      </pc:sldChg>
      <pc:sldChg chg="del">
        <pc:chgData name="陈军_工学院" userId="6f7f04a3-a118-4a29-a2ab-4ad1875833df" providerId="ADAL" clId="{D74DB015-402D-4E5B-8434-323D436A79DE}" dt="2024-09-26T04:21:47.439" v="102" actId="2696"/>
        <pc:sldMkLst>
          <pc:docMk/>
          <pc:sldMk cId="534033472" sldId="768"/>
        </pc:sldMkLst>
      </pc:sldChg>
      <pc:sldChg chg="add">
        <pc:chgData name="陈军_工学院" userId="6f7f04a3-a118-4a29-a2ab-4ad1875833df" providerId="ADAL" clId="{D74DB015-402D-4E5B-8434-323D436A79DE}" dt="2024-09-26T04:21:54.913" v="103"/>
        <pc:sldMkLst>
          <pc:docMk/>
          <pc:sldMk cId="823223070" sldId="768"/>
        </pc:sldMkLst>
      </pc:sldChg>
      <pc:sldChg chg="add">
        <pc:chgData name="陈军_工学院" userId="6f7f04a3-a118-4a29-a2ab-4ad1875833df" providerId="ADAL" clId="{D74DB015-402D-4E5B-8434-323D436A79DE}" dt="2024-09-23T03:08:52.275" v="0"/>
        <pc:sldMkLst>
          <pc:docMk/>
          <pc:sldMk cId="1799477509" sldId="770"/>
        </pc:sldMkLst>
      </pc:sldChg>
      <pc:sldChg chg="add">
        <pc:chgData name="陈军_工学院" userId="6f7f04a3-a118-4a29-a2ab-4ad1875833df" providerId="ADAL" clId="{D74DB015-402D-4E5B-8434-323D436A79DE}" dt="2024-09-23T03:08:52.275" v="0"/>
        <pc:sldMkLst>
          <pc:docMk/>
          <pc:sldMk cId="991826294" sldId="772"/>
        </pc:sldMkLst>
      </pc:sldChg>
      <pc:sldChg chg="add">
        <pc:chgData name="陈军_工学院" userId="6f7f04a3-a118-4a29-a2ab-4ad1875833df" providerId="ADAL" clId="{D74DB015-402D-4E5B-8434-323D436A79DE}" dt="2024-09-23T03:08:52.275" v="0"/>
        <pc:sldMkLst>
          <pc:docMk/>
          <pc:sldMk cId="2692263962" sldId="773"/>
        </pc:sldMkLst>
      </pc:sldChg>
      <pc:sldChg chg="del">
        <pc:chgData name="陈军_工学院" userId="6f7f04a3-a118-4a29-a2ab-4ad1875833df" providerId="ADAL" clId="{D74DB015-402D-4E5B-8434-323D436A79DE}" dt="2024-09-23T06:49:03.388" v="2" actId="2696"/>
        <pc:sldMkLst>
          <pc:docMk/>
          <pc:sldMk cId="2895920730" sldId="782"/>
        </pc:sldMkLst>
      </pc:sldChg>
      <pc:sldChg chg="modSp del mod">
        <pc:chgData name="陈军_工学院" userId="6f7f04a3-a118-4a29-a2ab-4ad1875833df" providerId="ADAL" clId="{D74DB015-402D-4E5B-8434-323D436A79DE}" dt="2024-09-26T04:20:47.999" v="93" actId="20577"/>
        <pc:sldMkLst>
          <pc:docMk/>
          <pc:sldMk cId="2246208747" sldId="783"/>
        </pc:sldMkLst>
      </pc:sldChg>
      <pc:sldChg chg="del">
        <pc:chgData name="陈军_工学院" userId="6f7f04a3-a118-4a29-a2ab-4ad1875833df" providerId="ADAL" clId="{D74DB015-402D-4E5B-8434-323D436A79DE}" dt="2024-09-23T06:49:03.388" v="2" actId="2696"/>
        <pc:sldMkLst>
          <pc:docMk/>
          <pc:sldMk cId="1938272052" sldId="784"/>
        </pc:sldMkLst>
      </pc:sldChg>
      <pc:sldChg chg="add">
        <pc:chgData name="陈军_工学院" userId="6f7f04a3-a118-4a29-a2ab-4ad1875833df" providerId="ADAL" clId="{D74DB015-402D-4E5B-8434-323D436A79DE}" dt="2024-09-26T04:21:54.913" v="103"/>
        <pc:sldMkLst>
          <pc:docMk/>
          <pc:sldMk cId="2327632258" sldId="785"/>
        </pc:sldMkLst>
      </pc:sldChg>
      <pc:sldChg chg="del">
        <pc:chgData name="陈军_工学院" userId="6f7f04a3-a118-4a29-a2ab-4ad1875833df" providerId="ADAL" clId="{D74DB015-402D-4E5B-8434-323D436A79DE}" dt="2024-09-26T04:21:47.439" v="102" actId="2696"/>
        <pc:sldMkLst>
          <pc:docMk/>
          <pc:sldMk cId="2808498417" sldId="785"/>
        </pc:sldMkLst>
      </pc:sldChg>
      <pc:sldChg chg="del">
        <pc:chgData name="陈军_工学院" userId="6f7f04a3-a118-4a29-a2ab-4ad1875833df" providerId="ADAL" clId="{D74DB015-402D-4E5B-8434-323D436A79DE}" dt="2024-09-26T04:21:47.439" v="102" actId="2696"/>
        <pc:sldMkLst>
          <pc:docMk/>
          <pc:sldMk cId="900251618" sldId="786"/>
        </pc:sldMkLst>
      </pc:sldChg>
      <pc:sldChg chg="add">
        <pc:chgData name="陈军_工学院" userId="6f7f04a3-a118-4a29-a2ab-4ad1875833df" providerId="ADAL" clId="{D74DB015-402D-4E5B-8434-323D436A79DE}" dt="2024-09-26T04:21:54.913" v="103"/>
        <pc:sldMkLst>
          <pc:docMk/>
          <pc:sldMk cId="3106862536" sldId="786"/>
        </pc:sldMkLst>
      </pc:sldChg>
      <pc:sldChg chg="del">
        <pc:chgData name="陈军_工学院" userId="6f7f04a3-a118-4a29-a2ab-4ad1875833df" providerId="ADAL" clId="{D74DB015-402D-4E5B-8434-323D436A79DE}" dt="2024-09-23T06:49:03.388" v="2" actId="2696"/>
        <pc:sldMkLst>
          <pc:docMk/>
          <pc:sldMk cId="1220668287" sldId="787"/>
        </pc:sldMkLst>
      </pc:sldChg>
      <pc:sldChg chg="modSp del mod">
        <pc:chgData name="陈军_工学院" userId="6f7f04a3-a118-4a29-a2ab-4ad1875833df" providerId="ADAL" clId="{D74DB015-402D-4E5B-8434-323D436A79DE}" dt="2024-09-26T04:21:01.016" v="96" actId="20577"/>
        <pc:sldMkLst>
          <pc:docMk/>
          <pc:sldMk cId="2454289178" sldId="788"/>
        </pc:sldMkLst>
      </pc:sldChg>
      <pc:sldChg chg="modSp del mod">
        <pc:chgData name="陈军_工学院" userId="6f7f04a3-a118-4a29-a2ab-4ad1875833df" providerId="ADAL" clId="{D74DB015-402D-4E5B-8434-323D436A79DE}" dt="2024-09-26T04:21:08.344" v="101" actId="20577"/>
        <pc:sldMkLst>
          <pc:docMk/>
          <pc:sldMk cId="388260123" sldId="789"/>
        </pc:sldMkLst>
      </pc:sldChg>
      <pc:sldChg chg="del">
        <pc:chgData name="陈军_工学院" userId="6f7f04a3-a118-4a29-a2ab-4ad1875833df" providerId="ADAL" clId="{D74DB015-402D-4E5B-8434-323D436A79DE}" dt="2024-09-23T06:49:03.388" v="2" actId="2696"/>
        <pc:sldMkLst>
          <pc:docMk/>
          <pc:sldMk cId="4152406314" sldId="790"/>
        </pc:sldMkLst>
      </pc:sldChg>
      <pc:sldChg chg="del">
        <pc:chgData name="陈军_工学院" userId="6f7f04a3-a118-4a29-a2ab-4ad1875833df" providerId="ADAL" clId="{D74DB015-402D-4E5B-8434-323D436A79DE}" dt="2024-09-23T06:49:03.388" v="2" actId="2696"/>
        <pc:sldMkLst>
          <pc:docMk/>
          <pc:sldMk cId="2724410038" sldId="791"/>
        </pc:sldMkLst>
      </pc:sldChg>
      <pc:sldChg chg="del">
        <pc:chgData name="陈军_工学院" userId="6f7f04a3-a118-4a29-a2ab-4ad1875833df" providerId="ADAL" clId="{D74DB015-402D-4E5B-8434-323D436A79DE}" dt="2024-09-23T06:49:03.388" v="2" actId="2696"/>
        <pc:sldMkLst>
          <pc:docMk/>
          <pc:sldMk cId="1527977269" sldId="792"/>
        </pc:sldMkLst>
      </pc:sldChg>
      <pc:sldChg chg="del">
        <pc:chgData name="陈军_工学院" userId="6f7f04a3-a118-4a29-a2ab-4ad1875833df" providerId="ADAL" clId="{D74DB015-402D-4E5B-8434-323D436A79DE}" dt="2024-09-23T06:49:03.388" v="2" actId="2696"/>
        <pc:sldMkLst>
          <pc:docMk/>
          <pc:sldMk cId="3639982103" sldId="793"/>
        </pc:sldMkLst>
      </pc:sldChg>
      <pc:sldChg chg="del">
        <pc:chgData name="陈军_工学院" userId="6f7f04a3-a118-4a29-a2ab-4ad1875833df" providerId="ADAL" clId="{D74DB015-402D-4E5B-8434-323D436A79DE}" dt="2024-09-26T04:21:47.439" v="102" actId="2696"/>
        <pc:sldMkLst>
          <pc:docMk/>
          <pc:sldMk cId="1250294649" sldId="810"/>
        </pc:sldMkLst>
      </pc:sldChg>
      <pc:sldChg chg="add">
        <pc:chgData name="陈军_工学院" userId="6f7f04a3-a118-4a29-a2ab-4ad1875833df" providerId="ADAL" clId="{D74DB015-402D-4E5B-8434-323D436A79DE}" dt="2024-09-26T04:21:54.913" v="103"/>
        <pc:sldMkLst>
          <pc:docMk/>
          <pc:sldMk cId="1264805541" sldId="810"/>
        </pc:sldMkLst>
      </pc:sldChg>
      <pc:sldChg chg="add">
        <pc:chgData name="陈军_工学院" userId="6f7f04a3-a118-4a29-a2ab-4ad1875833df" providerId="ADAL" clId="{D74DB015-402D-4E5B-8434-323D436A79DE}" dt="2024-09-26T04:21:54.913" v="103"/>
        <pc:sldMkLst>
          <pc:docMk/>
          <pc:sldMk cId="105056347" sldId="811"/>
        </pc:sldMkLst>
      </pc:sldChg>
      <pc:sldChg chg="del">
        <pc:chgData name="陈军_工学院" userId="6f7f04a3-a118-4a29-a2ab-4ad1875833df" providerId="ADAL" clId="{D74DB015-402D-4E5B-8434-323D436A79DE}" dt="2024-09-26T04:21:47.439" v="102" actId="2696"/>
        <pc:sldMkLst>
          <pc:docMk/>
          <pc:sldMk cId="4239555131" sldId="811"/>
        </pc:sldMkLst>
      </pc:sldChg>
      <pc:sldChg chg="add">
        <pc:chgData name="陈军_工学院" userId="6f7f04a3-a118-4a29-a2ab-4ad1875833df" providerId="ADAL" clId="{D74DB015-402D-4E5B-8434-323D436A79DE}" dt="2024-09-26T04:21:54.913" v="103"/>
        <pc:sldMkLst>
          <pc:docMk/>
          <pc:sldMk cId="3250930417" sldId="812"/>
        </pc:sldMkLst>
      </pc:sldChg>
      <pc:sldChg chg="del">
        <pc:chgData name="陈军_工学院" userId="6f7f04a3-a118-4a29-a2ab-4ad1875833df" providerId="ADAL" clId="{D74DB015-402D-4E5B-8434-323D436A79DE}" dt="2024-09-26T04:21:47.439" v="102" actId="2696"/>
        <pc:sldMkLst>
          <pc:docMk/>
          <pc:sldMk cId="3618716832" sldId="812"/>
        </pc:sldMkLst>
      </pc:sldChg>
      <pc:sldChg chg="del">
        <pc:chgData name="陈军_工学院" userId="6f7f04a3-a118-4a29-a2ab-4ad1875833df" providerId="ADAL" clId="{D74DB015-402D-4E5B-8434-323D436A79DE}" dt="2024-09-23T06:47:26.313" v="1" actId="2696"/>
        <pc:sldMkLst>
          <pc:docMk/>
          <pc:sldMk cId="2883329744" sldId="813"/>
        </pc:sldMkLst>
      </pc:sldChg>
      <pc:sldChg chg="del">
        <pc:chgData name="陈军_工学院" userId="6f7f04a3-a118-4a29-a2ab-4ad1875833df" providerId="ADAL" clId="{D74DB015-402D-4E5B-8434-323D436A79DE}" dt="2024-09-26T04:21:47.439" v="102" actId="2696"/>
        <pc:sldMkLst>
          <pc:docMk/>
          <pc:sldMk cId="100869858" sldId="891"/>
        </pc:sldMkLst>
      </pc:sldChg>
      <pc:sldChg chg="add">
        <pc:chgData name="陈军_工学院" userId="6f7f04a3-a118-4a29-a2ab-4ad1875833df" providerId="ADAL" clId="{D74DB015-402D-4E5B-8434-323D436A79DE}" dt="2024-09-26T04:21:54.913" v="103"/>
        <pc:sldMkLst>
          <pc:docMk/>
          <pc:sldMk cId="940028971" sldId="891"/>
        </pc:sldMkLst>
      </pc:sldChg>
      <pc:sldChg chg="del">
        <pc:chgData name="陈军_工学院" userId="6f7f04a3-a118-4a29-a2ab-4ad1875833df" providerId="ADAL" clId="{D74DB015-402D-4E5B-8434-323D436A79DE}" dt="2024-09-26T04:21:47.439" v="102" actId="2696"/>
        <pc:sldMkLst>
          <pc:docMk/>
          <pc:sldMk cId="79760452" sldId="892"/>
        </pc:sldMkLst>
      </pc:sldChg>
      <pc:sldChg chg="add">
        <pc:chgData name="陈军_工学院" userId="6f7f04a3-a118-4a29-a2ab-4ad1875833df" providerId="ADAL" clId="{D74DB015-402D-4E5B-8434-323D436A79DE}" dt="2024-09-26T04:21:54.913" v="103"/>
        <pc:sldMkLst>
          <pc:docMk/>
          <pc:sldMk cId="3192620019" sldId="892"/>
        </pc:sldMkLst>
      </pc:sldChg>
      <pc:sldChg chg="new">
        <pc:chgData name="陈军_工学院" userId="6f7f04a3-a118-4a29-a2ab-4ad1875833df" providerId="ADAL" clId="{D74DB015-402D-4E5B-8434-323D436A79DE}" dt="2024-09-26T05:59:02.656" v="125" actId="680"/>
        <pc:sldMkLst>
          <pc:docMk/>
          <pc:sldMk cId="2557248317" sldId="893"/>
        </pc:sldMkLst>
      </pc:sldChg>
      <pc:sldMasterChg chg="delSldLayout">
        <pc:chgData name="陈军_工学院" userId="6f7f04a3-a118-4a29-a2ab-4ad1875833df" providerId="ADAL" clId="{D74DB015-402D-4E5B-8434-323D436A79DE}" dt="2024-09-26T04:21:47.439" v="102" actId="2696"/>
        <pc:sldMasterMkLst>
          <pc:docMk/>
          <pc:sldMasterMk cId="3207465171" sldId="2147483686"/>
        </pc:sldMasterMkLst>
        <pc:sldLayoutChg chg="del">
          <pc:chgData name="陈军_工学院" userId="6f7f04a3-a118-4a29-a2ab-4ad1875833df" providerId="ADAL" clId="{D74DB015-402D-4E5B-8434-323D436A79DE}" dt="2024-09-26T04:21:47.439" v="102" actId="2696"/>
          <pc:sldLayoutMkLst>
            <pc:docMk/>
            <pc:sldMasterMk cId="3207465171" sldId="2147483686"/>
            <pc:sldLayoutMk cId="825718291" sldId="2147483706"/>
          </pc:sldLayoutMkLst>
        </pc:sldLayoutChg>
      </pc:sldMasterChg>
    </pc:docChg>
  </pc:docChgLst>
  <pc:docChgLst>
    <pc:chgData name="陈军_工学院" userId="6f7f04a3-a118-4a29-a2ab-4ad1875833df" providerId="ADAL" clId="{31F9BBFB-1BF7-519C-95BD-79C8958F59A6}"/>
    <pc:docChg chg="undo addSld delSld modSld sldOrd">
      <pc:chgData name="陈军_工学院" userId="6f7f04a3-a118-4a29-a2ab-4ad1875833df" providerId="ADAL" clId="{31F9BBFB-1BF7-519C-95BD-79C8958F59A6}" dt="2025-09-26T12:57:51.243" v="63" actId="20577"/>
      <pc:docMkLst>
        <pc:docMk/>
      </pc:docMkLst>
      <pc:sldChg chg="modAnim">
        <pc:chgData name="陈军_工学院" userId="6f7f04a3-a118-4a29-a2ab-4ad1875833df" providerId="ADAL" clId="{31F9BBFB-1BF7-519C-95BD-79C8958F59A6}" dt="2025-09-25T04:43:04.474" v="1"/>
        <pc:sldMkLst>
          <pc:docMk/>
          <pc:sldMk cId="1514329629" sldId="595"/>
        </pc:sldMkLst>
      </pc:sldChg>
      <pc:sldChg chg="modSp mod">
        <pc:chgData name="陈军_工学院" userId="6f7f04a3-a118-4a29-a2ab-4ad1875833df" providerId="ADAL" clId="{31F9BBFB-1BF7-519C-95BD-79C8958F59A6}" dt="2025-09-25T04:47:18.759" v="13" actId="20577"/>
        <pc:sldMkLst>
          <pc:docMk/>
          <pc:sldMk cId="855469287" sldId="601"/>
        </pc:sldMkLst>
        <pc:spChg chg="mod">
          <ac:chgData name="陈军_工学院" userId="6f7f04a3-a118-4a29-a2ab-4ad1875833df" providerId="ADAL" clId="{31F9BBFB-1BF7-519C-95BD-79C8958F59A6}" dt="2025-09-25T04:47:18.759" v="13" actId="20577"/>
          <ac:spMkLst>
            <pc:docMk/>
            <pc:sldMk cId="855469287" sldId="601"/>
            <ac:spMk id="38" creationId="{E52C1673-26B3-A4C6-09AD-D774D3A92B0E}"/>
          </ac:spMkLst>
        </pc:spChg>
      </pc:sldChg>
      <pc:sldChg chg="modSp mod">
        <pc:chgData name="陈军_工学院" userId="6f7f04a3-a118-4a29-a2ab-4ad1875833df" providerId="ADAL" clId="{31F9BBFB-1BF7-519C-95BD-79C8958F59A6}" dt="2025-09-25T04:47:42.360" v="15" actId="20577"/>
        <pc:sldMkLst>
          <pc:docMk/>
          <pc:sldMk cId="497336489" sldId="603"/>
        </pc:sldMkLst>
        <pc:spChg chg="mod">
          <ac:chgData name="陈军_工学院" userId="6f7f04a3-a118-4a29-a2ab-4ad1875833df" providerId="ADAL" clId="{31F9BBFB-1BF7-519C-95BD-79C8958F59A6}" dt="2025-09-25T04:47:42.360" v="15" actId="20577"/>
          <ac:spMkLst>
            <pc:docMk/>
            <pc:sldMk cId="497336489" sldId="603"/>
            <ac:spMk id="106523" creationId="{00000000-0000-0000-0000-000000000000}"/>
          </ac:spMkLst>
        </pc:spChg>
      </pc:sldChg>
      <pc:sldChg chg="modSp mod">
        <pc:chgData name="陈军_工学院" userId="6f7f04a3-a118-4a29-a2ab-4ad1875833df" providerId="ADAL" clId="{31F9BBFB-1BF7-519C-95BD-79C8958F59A6}" dt="2025-09-25T04:47:47.734" v="17" actId="20577"/>
        <pc:sldMkLst>
          <pc:docMk/>
          <pc:sldMk cId="728016499" sldId="604"/>
        </pc:sldMkLst>
        <pc:spChg chg="mod">
          <ac:chgData name="陈军_工学院" userId="6f7f04a3-a118-4a29-a2ab-4ad1875833df" providerId="ADAL" clId="{31F9BBFB-1BF7-519C-95BD-79C8958F59A6}" dt="2025-09-25T04:47:47.734" v="17" actId="20577"/>
          <ac:spMkLst>
            <pc:docMk/>
            <pc:sldMk cId="728016499" sldId="604"/>
            <ac:spMk id="5" creationId="{50CE9898-FFB2-F434-ECA8-AF013B7564E8}"/>
          </ac:spMkLst>
        </pc:spChg>
      </pc:sldChg>
      <pc:sldChg chg="modSp">
        <pc:chgData name="陈军_工学院" userId="6f7f04a3-a118-4a29-a2ab-4ad1875833df" providerId="ADAL" clId="{31F9BBFB-1BF7-519C-95BD-79C8958F59A6}" dt="2025-09-25T04:49:30.437" v="19" actId="20577"/>
        <pc:sldMkLst>
          <pc:docMk/>
          <pc:sldMk cId="1558961734" sldId="605"/>
        </pc:sldMkLst>
        <pc:spChg chg="mod">
          <ac:chgData name="陈军_工学院" userId="6f7f04a3-a118-4a29-a2ab-4ad1875833df" providerId="ADAL" clId="{31F9BBFB-1BF7-519C-95BD-79C8958F59A6}" dt="2025-09-25T04:49:30.437" v="19" actId="20577"/>
          <ac:spMkLst>
            <pc:docMk/>
            <pc:sldMk cId="1558961734" sldId="605"/>
            <ac:spMk id="108548" creationId="{00000000-0000-0000-0000-000000000000}"/>
          </ac:spMkLst>
        </pc:spChg>
      </pc:sldChg>
      <pc:sldChg chg="modSp mod">
        <pc:chgData name="陈军_工学院" userId="6f7f04a3-a118-4a29-a2ab-4ad1875833df" providerId="ADAL" clId="{31F9BBFB-1BF7-519C-95BD-79C8958F59A6}" dt="2025-09-25T04:49:36.987" v="21" actId="20577"/>
        <pc:sldMkLst>
          <pc:docMk/>
          <pc:sldMk cId="21886291" sldId="606"/>
        </pc:sldMkLst>
        <pc:spChg chg="mod">
          <ac:chgData name="陈军_工学院" userId="6f7f04a3-a118-4a29-a2ab-4ad1875833df" providerId="ADAL" clId="{31F9BBFB-1BF7-519C-95BD-79C8958F59A6}" dt="2025-09-25T04:49:36.987" v="21" actId="20577"/>
          <ac:spMkLst>
            <pc:docMk/>
            <pc:sldMk cId="21886291" sldId="606"/>
            <ac:spMk id="40" creationId="{2BA15389-0986-B9B8-6075-C51F6A597ADB}"/>
          </ac:spMkLst>
        </pc:spChg>
      </pc:sldChg>
      <pc:sldChg chg="modSp mod">
        <pc:chgData name="陈军_工学院" userId="6f7f04a3-a118-4a29-a2ab-4ad1875833df" providerId="ADAL" clId="{31F9BBFB-1BF7-519C-95BD-79C8958F59A6}" dt="2025-09-25T04:51:17.932" v="23" actId="20577"/>
        <pc:sldMkLst>
          <pc:docMk/>
          <pc:sldMk cId="623189200" sldId="607"/>
        </pc:sldMkLst>
        <pc:spChg chg="mod">
          <ac:chgData name="陈军_工学院" userId="6f7f04a3-a118-4a29-a2ab-4ad1875833df" providerId="ADAL" clId="{31F9BBFB-1BF7-519C-95BD-79C8958F59A6}" dt="2025-09-25T04:51:17.932" v="23" actId="20577"/>
          <ac:spMkLst>
            <pc:docMk/>
            <pc:sldMk cId="623189200" sldId="607"/>
            <ac:spMk id="30" creationId="{1B85E64A-122E-3E35-0243-AD95CA0851E4}"/>
          </ac:spMkLst>
        </pc:spChg>
      </pc:sldChg>
      <pc:sldChg chg="modSp mod">
        <pc:chgData name="陈军_工学院" userId="6f7f04a3-a118-4a29-a2ab-4ad1875833df" providerId="ADAL" clId="{31F9BBFB-1BF7-519C-95BD-79C8958F59A6}" dt="2025-09-25T04:51:24.652" v="25" actId="20577"/>
        <pc:sldMkLst>
          <pc:docMk/>
          <pc:sldMk cId="2067402384" sldId="609"/>
        </pc:sldMkLst>
        <pc:spChg chg="mod">
          <ac:chgData name="陈军_工学院" userId="6f7f04a3-a118-4a29-a2ab-4ad1875833df" providerId="ADAL" clId="{31F9BBFB-1BF7-519C-95BD-79C8958F59A6}" dt="2025-09-25T04:51:24.652" v="25" actId="20577"/>
          <ac:spMkLst>
            <pc:docMk/>
            <pc:sldMk cId="2067402384" sldId="609"/>
            <ac:spMk id="112671" creationId="{00000000-0000-0000-0000-000000000000}"/>
          </ac:spMkLst>
        </pc:spChg>
      </pc:sldChg>
      <pc:sldChg chg="modSp mod">
        <pc:chgData name="陈军_工学院" userId="6f7f04a3-a118-4a29-a2ab-4ad1875833df" providerId="ADAL" clId="{31F9BBFB-1BF7-519C-95BD-79C8958F59A6}" dt="2025-09-25T04:51:35.388" v="29" actId="20577"/>
        <pc:sldMkLst>
          <pc:docMk/>
          <pc:sldMk cId="546459428" sldId="610"/>
        </pc:sldMkLst>
        <pc:spChg chg="mod">
          <ac:chgData name="陈军_工学院" userId="6f7f04a3-a118-4a29-a2ab-4ad1875833df" providerId="ADAL" clId="{31F9BBFB-1BF7-519C-95BD-79C8958F59A6}" dt="2025-09-25T04:51:35.388" v="29" actId="20577"/>
          <ac:spMkLst>
            <pc:docMk/>
            <pc:sldMk cId="546459428" sldId="610"/>
            <ac:spMk id="8" creationId="{AD52C7B0-083D-F2C0-1C9A-3021F4755600}"/>
          </ac:spMkLst>
        </pc:spChg>
      </pc:sldChg>
      <pc:sldChg chg="ord">
        <pc:chgData name="陈军_工学院" userId="6f7f04a3-a118-4a29-a2ab-4ad1875833df" providerId="ADAL" clId="{31F9BBFB-1BF7-519C-95BD-79C8958F59A6}" dt="2025-09-25T05:51:52.028" v="43" actId="20578"/>
        <pc:sldMkLst>
          <pc:docMk/>
          <pc:sldMk cId="1703531824" sldId="611"/>
        </pc:sldMkLst>
      </pc:sldChg>
      <pc:sldChg chg="modSp mod">
        <pc:chgData name="陈军_工学院" userId="6f7f04a3-a118-4a29-a2ab-4ad1875833df" providerId="ADAL" clId="{31F9BBFB-1BF7-519C-95BD-79C8958F59A6}" dt="2025-09-25T04:51:46.681" v="32" actId="20577"/>
        <pc:sldMkLst>
          <pc:docMk/>
          <pc:sldMk cId="1007384164" sldId="612"/>
        </pc:sldMkLst>
        <pc:spChg chg="mod">
          <ac:chgData name="陈军_工学院" userId="6f7f04a3-a118-4a29-a2ab-4ad1875833df" providerId="ADAL" clId="{31F9BBFB-1BF7-519C-95BD-79C8958F59A6}" dt="2025-09-25T04:51:46.681" v="32" actId="20577"/>
          <ac:spMkLst>
            <pc:docMk/>
            <pc:sldMk cId="1007384164" sldId="612"/>
            <ac:spMk id="115757" creationId="{00000000-0000-0000-0000-000000000000}"/>
          </ac:spMkLst>
        </pc:spChg>
      </pc:sldChg>
      <pc:sldChg chg="modAnim">
        <pc:chgData name="陈军_工学院" userId="6f7f04a3-a118-4a29-a2ab-4ad1875833df" providerId="ADAL" clId="{31F9BBFB-1BF7-519C-95BD-79C8958F59A6}" dt="2025-09-25T04:42:52.712" v="0"/>
        <pc:sldMkLst>
          <pc:docMk/>
          <pc:sldMk cId="2826090562" sldId="670"/>
        </pc:sldMkLst>
      </pc:sldChg>
      <pc:sldChg chg="modSp add mod">
        <pc:chgData name="陈军_工学院" userId="6f7f04a3-a118-4a29-a2ab-4ad1875833df" providerId="ADAL" clId="{31F9BBFB-1BF7-519C-95BD-79C8958F59A6}" dt="2025-09-25T06:02:24.613" v="58" actId="20577"/>
        <pc:sldMkLst>
          <pc:docMk/>
          <pc:sldMk cId="225239733" sldId="763"/>
        </pc:sldMkLst>
        <pc:spChg chg="mod">
          <ac:chgData name="陈军_工学院" userId="6f7f04a3-a118-4a29-a2ab-4ad1875833df" providerId="ADAL" clId="{31F9BBFB-1BF7-519C-95BD-79C8958F59A6}" dt="2025-09-25T06:02:24.613" v="58" actId="20577"/>
          <ac:spMkLst>
            <pc:docMk/>
            <pc:sldMk cId="225239733" sldId="763"/>
            <ac:spMk id="9" creationId="{90CCC216-F691-8DBD-A1C8-551B048C7DE6}"/>
          </ac:spMkLst>
        </pc:spChg>
      </pc:sldChg>
      <pc:sldChg chg="modSp del mod modShow">
        <pc:chgData name="陈军_工学院" userId="6f7f04a3-a118-4a29-a2ab-4ad1875833df" providerId="ADAL" clId="{31F9BBFB-1BF7-519C-95BD-79C8958F59A6}" dt="2025-09-25T06:01:46.399" v="53" actId="2696"/>
        <pc:sldMkLst>
          <pc:docMk/>
          <pc:sldMk cId="3267943201" sldId="763"/>
        </pc:sldMkLst>
        <pc:spChg chg="mod">
          <ac:chgData name="陈军_工学院" userId="6f7f04a3-a118-4a29-a2ab-4ad1875833df" providerId="ADAL" clId="{31F9BBFB-1BF7-519C-95BD-79C8958F59A6}" dt="2025-09-25T05:59:02.134" v="47" actId="20577"/>
          <ac:spMkLst>
            <pc:docMk/>
            <pc:sldMk cId="3267943201" sldId="763"/>
            <ac:spMk id="3" creationId="{00000000-0000-0000-0000-000000000000}"/>
          </ac:spMkLst>
        </pc:spChg>
        <pc:spChg chg="mod">
          <ac:chgData name="陈军_工学院" userId="6f7f04a3-a118-4a29-a2ab-4ad1875833df" providerId="ADAL" clId="{31F9BBFB-1BF7-519C-95BD-79C8958F59A6}" dt="2025-09-25T06:00:07.346" v="51" actId="20577"/>
          <ac:spMkLst>
            <pc:docMk/>
            <pc:sldMk cId="3267943201" sldId="763"/>
            <ac:spMk id="4" creationId="{00000000-0000-0000-0000-000000000000}"/>
          </ac:spMkLst>
        </pc:spChg>
      </pc:sldChg>
      <pc:sldChg chg="del">
        <pc:chgData name="陈军_工学院" userId="6f7f04a3-a118-4a29-a2ab-4ad1875833df" providerId="ADAL" clId="{31F9BBFB-1BF7-519C-95BD-79C8958F59A6}" dt="2025-09-25T04:45:08.079" v="4" actId="2696"/>
        <pc:sldMkLst>
          <pc:docMk/>
          <pc:sldMk cId="1799477509" sldId="770"/>
        </pc:sldMkLst>
      </pc:sldChg>
      <pc:sldChg chg="add">
        <pc:chgData name="陈军_工学院" userId="6f7f04a3-a118-4a29-a2ab-4ad1875833df" providerId="ADAL" clId="{31F9BBFB-1BF7-519C-95BD-79C8958F59A6}" dt="2025-09-25T04:45:13.436" v="5"/>
        <pc:sldMkLst>
          <pc:docMk/>
          <pc:sldMk cId="2736618802" sldId="770"/>
        </pc:sldMkLst>
      </pc:sldChg>
      <pc:sldChg chg="del">
        <pc:chgData name="陈军_工学院" userId="6f7f04a3-a118-4a29-a2ab-4ad1875833df" providerId="ADAL" clId="{31F9BBFB-1BF7-519C-95BD-79C8958F59A6}" dt="2025-09-25T04:45:08.079" v="4" actId="2696"/>
        <pc:sldMkLst>
          <pc:docMk/>
          <pc:sldMk cId="991826294" sldId="772"/>
        </pc:sldMkLst>
      </pc:sldChg>
      <pc:sldChg chg="add">
        <pc:chgData name="陈军_工学院" userId="6f7f04a3-a118-4a29-a2ab-4ad1875833df" providerId="ADAL" clId="{31F9BBFB-1BF7-519C-95BD-79C8958F59A6}" dt="2025-09-25T04:45:13.436" v="5"/>
        <pc:sldMkLst>
          <pc:docMk/>
          <pc:sldMk cId="3131069402" sldId="772"/>
        </pc:sldMkLst>
      </pc:sldChg>
      <pc:sldChg chg="del">
        <pc:chgData name="陈军_工学院" userId="6f7f04a3-a118-4a29-a2ab-4ad1875833df" providerId="ADAL" clId="{31F9BBFB-1BF7-519C-95BD-79C8958F59A6}" dt="2025-09-25T04:45:08.079" v="4" actId="2696"/>
        <pc:sldMkLst>
          <pc:docMk/>
          <pc:sldMk cId="2692263962" sldId="773"/>
        </pc:sldMkLst>
      </pc:sldChg>
      <pc:sldChg chg="add">
        <pc:chgData name="陈军_工学院" userId="6f7f04a3-a118-4a29-a2ab-4ad1875833df" providerId="ADAL" clId="{31F9BBFB-1BF7-519C-95BD-79C8958F59A6}" dt="2025-09-25T04:45:13.436" v="5"/>
        <pc:sldMkLst>
          <pc:docMk/>
          <pc:sldMk cId="4171758192" sldId="773"/>
        </pc:sldMkLst>
      </pc:sldChg>
      <pc:sldChg chg="modSp mod">
        <pc:chgData name="陈军_工学院" userId="6f7f04a3-a118-4a29-a2ab-4ad1875833df" providerId="ADAL" clId="{31F9BBFB-1BF7-519C-95BD-79C8958F59A6}" dt="2025-09-26T12:57:51.243" v="63" actId="20577"/>
        <pc:sldMkLst>
          <pc:docMk/>
          <pc:sldMk cId="2246208747" sldId="783"/>
        </pc:sldMkLst>
        <pc:spChg chg="mod">
          <ac:chgData name="陈军_工学院" userId="6f7f04a3-a118-4a29-a2ab-4ad1875833df" providerId="ADAL" clId="{31F9BBFB-1BF7-519C-95BD-79C8958F59A6}" dt="2025-09-26T12:57:51.243" v="63" actId="20577"/>
          <ac:spMkLst>
            <pc:docMk/>
            <pc:sldMk cId="2246208747" sldId="783"/>
            <ac:spMk id="5" creationId="{951E436A-91B9-E67A-03F3-4B0CFB1206A4}"/>
          </ac:spMkLst>
        </pc:spChg>
      </pc:sldChg>
      <pc:sldChg chg="modSp mod">
        <pc:chgData name="陈军_工学院" userId="6f7f04a3-a118-4a29-a2ab-4ad1875833df" providerId="ADAL" clId="{31F9BBFB-1BF7-519C-95BD-79C8958F59A6}" dt="2025-09-25T04:52:08.666" v="39" actId="20577"/>
        <pc:sldMkLst>
          <pc:docMk/>
          <pc:sldMk cId="2454289178" sldId="788"/>
        </pc:sldMkLst>
        <pc:spChg chg="mod">
          <ac:chgData name="陈军_工学院" userId="6f7f04a3-a118-4a29-a2ab-4ad1875833df" providerId="ADAL" clId="{31F9BBFB-1BF7-519C-95BD-79C8958F59A6}" dt="2025-09-25T04:52:08.666" v="39" actId="20577"/>
          <ac:spMkLst>
            <pc:docMk/>
            <pc:sldMk cId="2454289178" sldId="788"/>
            <ac:spMk id="140" creationId="{B80F4810-D961-653D-232B-E551D683DCC4}"/>
          </ac:spMkLst>
        </pc:spChg>
      </pc:sldChg>
      <pc:sldChg chg="modSp mod">
        <pc:chgData name="陈军_工学院" userId="6f7f04a3-a118-4a29-a2ab-4ad1875833df" providerId="ADAL" clId="{31F9BBFB-1BF7-519C-95BD-79C8958F59A6}" dt="2025-09-25T04:52:18.844" v="41" actId="20577"/>
        <pc:sldMkLst>
          <pc:docMk/>
          <pc:sldMk cId="388260123" sldId="789"/>
        </pc:sldMkLst>
        <pc:spChg chg="mod">
          <ac:chgData name="陈军_工学院" userId="6f7f04a3-a118-4a29-a2ab-4ad1875833df" providerId="ADAL" clId="{31F9BBFB-1BF7-519C-95BD-79C8958F59A6}" dt="2025-09-25T04:52:18.844" v="41" actId="20577"/>
          <ac:spMkLst>
            <pc:docMk/>
            <pc:sldMk cId="388260123" sldId="789"/>
            <ac:spMk id="50" creationId="{1921BAB6-5618-9414-8DD1-249A20C96EC3}"/>
          </ac:spMkLst>
        </pc:spChg>
      </pc:sldChg>
      <pc:sldChg chg="del">
        <pc:chgData name="陈军_工学院" userId="6f7f04a3-a118-4a29-a2ab-4ad1875833df" providerId="ADAL" clId="{31F9BBFB-1BF7-519C-95BD-79C8958F59A6}" dt="2025-09-25T04:46:07.723" v="6" actId="2696"/>
        <pc:sldMkLst>
          <pc:docMk/>
          <pc:sldMk cId="2381896664" sldId="886"/>
        </pc:sldMkLst>
      </pc:sldChg>
      <pc:sldChg chg="add">
        <pc:chgData name="陈军_工学院" userId="6f7f04a3-a118-4a29-a2ab-4ad1875833df" providerId="ADAL" clId="{31F9BBFB-1BF7-519C-95BD-79C8958F59A6}" dt="2025-09-25T04:46:13.006" v="7"/>
        <pc:sldMkLst>
          <pc:docMk/>
          <pc:sldMk cId="3229092910" sldId="886"/>
        </pc:sldMkLst>
      </pc:sldChg>
      <pc:sldChg chg="add">
        <pc:chgData name="陈军_工学院" userId="6f7f04a3-a118-4a29-a2ab-4ad1875833df" providerId="ADAL" clId="{31F9BBFB-1BF7-519C-95BD-79C8958F59A6}" dt="2025-09-25T06:01:55.838" v="54"/>
        <pc:sldMkLst>
          <pc:docMk/>
          <pc:sldMk cId="301715030" sldId="889"/>
        </pc:sldMkLst>
      </pc:sldChg>
      <pc:sldChg chg="del mod modShow">
        <pc:chgData name="陈军_工学院" userId="6f7f04a3-a118-4a29-a2ab-4ad1875833df" providerId="ADAL" clId="{31F9BBFB-1BF7-519C-95BD-79C8958F59A6}" dt="2025-09-25T06:01:46.399" v="53" actId="2696"/>
        <pc:sldMkLst>
          <pc:docMk/>
          <pc:sldMk cId="2248339237" sldId="889"/>
        </pc:sldMkLst>
      </pc:sldChg>
      <pc:sldChg chg="del">
        <pc:chgData name="陈军_工学院" userId="6f7f04a3-a118-4a29-a2ab-4ad1875833df" providerId="ADAL" clId="{31F9BBFB-1BF7-519C-95BD-79C8958F59A6}" dt="2025-09-26T12:56:44.529" v="62" actId="2696"/>
        <pc:sldMkLst>
          <pc:docMk/>
          <pc:sldMk cId="2557248317" sldId="893"/>
        </pc:sldMkLst>
      </pc:sldChg>
      <pc:sldChg chg="new add del">
        <pc:chgData name="陈军_工学院" userId="6f7f04a3-a118-4a29-a2ab-4ad1875833df" providerId="ADAL" clId="{31F9BBFB-1BF7-519C-95BD-79C8958F59A6}" dt="2025-09-26T12:56:40.246" v="61" actId="2696"/>
        <pc:sldMkLst>
          <pc:docMk/>
          <pc:sldMk cId="3741339971" sldId="894"/>
        </pc:sldMkLst>
      </pc:sldChg>
    </pc:docChg>
  </pc:docChgLst>
  <pc:docChgLst>
    <pc:chgData name="陈军_工学院" userId="6f7f04a3-a118-4a29-a2ab-4ad1875833df" providerId="ADAL" clId="{4C48C0AC-C36D-CD4D-9510-CF2D8E80B20A}"/>
    <pc:docChg chg="custSel addSld delSld modSld">
      <pc:chgData name="陈军_工学院" userId="6f7f04a3-a118-4a29-a2ab-4ad1875833df" providerId="ADAL" clId="{4C48C0AC-C36D-CD4D-9510-CF2D8E80B20A}" dt="2023-09-28T05:00:24.144" v="694" actId="700"/>
      <pc:docMkLst>
        <pc:docMk/>
      </pc:docMkLst>
      <pc:sldChg chg="modSp mod">
        <pc:chgData name="陈军_工学院" userId="6f7f04a3-a118-4a29-a2ab-4ad1875833df" providerId="ADAL" clId="{4C48C0AC-C36D-CD4D-9510-CF2D8E80B20A}" dt="2023-09-28T04:15:28.913" v="90" actId="20577"/>
        <pc:sldMkLst>
          <pc:docMk/>
          <pc:sldMk cId="620593201" sldId="641"/>
        </pc:sldMkLst>
      </pc:sldChg>
      <pc:sldChg chg="modSp mod">
        <pc:chgData name="陈军_工学院" userId="6f7f04a3-a118-4a29-a2ab-4ad1875833df" providerId="ADAL" clId="{4C48C0AC-C36D-CD4D-9510-CF2D8E80B20A}" dt="2023-09-28T04:15:18.782" v="88" actId="27636"/>
        <pc:sldMkLst>
          <pc:docMk/>
          <pc:sldMk cId="2129339375" sldId="642"/>
        </pc:sldMkLst>
      </pc:sldChg>
      <pc:sldChg chg="modSp mod">
        <pc:chgData name="陈军_工学院" userId="6f7f04a3-a118-4a29-a2ab-4ad1875833df" providerId="ADAL" clId="{4C48C0AC-C36D-CD4D-9510-CF2D8E80B20A}" dt="2023-09-28T04:15:50.042" v="97" actId="113"/>
        <pc:sldMkLst>
          <pc:docMk/>
          <pc:sldMk cId="731847639" sldId="695"/>
        </pc:sldMkLst>
      </pc:sldChg>
      <pc:sldChg chg="modSp mod">
        <pc:chgData name="陈军_工学院" userId="6f7f04a3-a118-4a29-a2ab-4ad1875833df" providerId="ADAL" clId="{4C48C0AC-C36D-CD4D-9510-CF2D8E80B20A}" dt="2023-09-28T04:15:59.379" v="100" actId="113"/>
        <pc:sldMkLst>
          <pc:docMk/>
          <pc:sldMk cId="1524422304" sldId="696"/>
        </pc:sldMkLst>
      </pc:sldChg>
      <pc:sldChg chg="modSp mod">
        <pc:chgData name="陈军_工学院" userId="6f7f04a3-a118-4a29-a2ab-4ad1875833df" providerId="ADAL" clId="{4C48C0AC-C36D-CD4D-9510-CF2D8E80B20A}" dt="2023-09-28T04:15:36.625" v="92" actId="20577"/>
        <pc:sldMkLst>
          <pc:docMk/>
          <pc:sldMk cId="1485754618" sldId="697"/>
        </pc:sldMkLst>
      </pc:sldChg>
      <pc:sldChg chg="modSp">
        <pc:chgData name="陈军_工学院" userId="6f7f04a3-a118-4a29-a2ab-4ad1875833df" providerId="ADAL" clId="{4C48C0AC-C36D-CD4D-9510-CF2D8E80B20A}" dt="2023-09-28T04:21:50.810" v="351" actId="1076"/>
        <pc:sldMkLst>
          <pc:docMk/>
          <pc:sldMk cId="1134258417" sldId="719"/>
        </pc:sldMkLst>
      </pc:sldChg>
      <pc:sldChg chg="modSp mod">
        <pc:chgData name="陈军_工学院" userId="6f7f04a3-a118-4a29-a2ab-4ad1875833df" providerId="ADAL" clId="{4C48C0AC-C36D-CD4D-9510-CF2D8E80B20A}" dt="2023-09-28T04:22:09.957" v="363" actId="20577"/>
        <pc:sldMkLst>
          <pc:docMk/>
          <pc:sldMk cId="268880100" sldId="720"/>
        </pc:sldMkLst>
      </pc:sldChg>
      <pc:sldChg chg="modSp mod">
        <pc:chgData name="陈军_工学院" userId="6f7f04a3-a118-4a29-a2ab-4ad1875833df" providerId="ADAL" clId="{4C48C0AC-C36D-CD4D-9510-CF2D8E80B20A}" dt="2023-09-28T04:22:00.674" v="355" actId="20577"/>
        <pc:sldMkLst>
          <pc:docMk/>
          <pc:sldMk cId="762247412" sldId="721"/>
        </pc:sldMkLst>
      </pc:sldChg>
      <pc:sldChg chg="modSp mod">
        <pc:chgData name="陈军_工学院" userId="6f7f04a3-a118-4a29-a2ab-4ad1875833df" providerId="ADAL" clId="{4C48C0AC-C36D-CD4D-9510-CF2D8E80B20A}" dt="2023-09-28T04:22:24.884" v="370" actId="20577"/>
        <pc:sldMkLst>
          <pc:docMk/>
          <pc:sldMk cId="754787780" sldId="737"/>
        </pc:sldMkLst>
      </pc:sldChg>
      <pc:sldChg chg="modSp mod">
        <pc:chgData name="陈军_工学院" userId="6f7f04a3-a118-4a29-a2ab-4ad1875833df" providerId="ADAL" clId="{4C48C0AC-C36D-CD4D-9510-CF2D8E80B20A}" dt="2023-09-28T04:13:55.059" v="72" actId="20577"/>
        <pc:sldMkLst>
          <pc:docMk/>
          <pc:sldMk cId="2246208747" sldId="783"/>
        </pc:sldMkLst>
      </pc:sldChg>
      <pc:sldChg chg="modSp del mod">
        <pc:chgData name="陈军_工学院" userId="6f7f04a3-a118-4a29-a2ab-4ad1875833df" providerId="ADAL" clId="{4C48C0AC-C36D-CD4D-9510-CF2D8E80B20A}" dt="2023-09-28T04:11:23.848" v="2" actId="2696"/>
        <pc:sldMkLst>
          <pc:docMk/>
          <pc:sldMk cId="2134878102" sldId="785"/>
        </pc:sldMkLst>
      </pc:sldChg>
      <pc:sldChg chg="modSp add mod">
        <pc:chgData name="陈军_工学院" userId="6f7f04a3-a118-4a29-a2ab-4ad1875833df" providerId="ADAL" clId="{4C48C0AC-C36D-CD4D-9510-CF2D8E80B20A}" dt="2023-09-28T04:13:14.278" v="66" actId="1076"/>
        <pc:sldMkLst>
          <pc:docMk/>
          <pc:sldMk cId="2808498417" sldId="785"/>
        </pc:sldMkLst>
      </pc:sldChg>
      <pc:sldChg chg="del">
        <pc:chgData name="陈军_工学院" userId="6f7f04a3-a118-4a29-a2ab-4ad1875833df" providerId="ADAL" clId="{4C48C0AC-C36D-CD4D-9510-CF2D8E80B20A}" dt="2023-09-28T04:11:23.848" v="2" actId="2696"/>
        <pc:sldMkLst>
          <pc:docMk/>
          <pc:sldMk cId="771236754" sldId="786"/>
        </pc:sldMkLst>
      </pc:sldChg>
      <pc:sldChg chg="modSp add mod">
        <pc:chgData name="陈军_工学院" userId="6f7f04a3-a118-4a29-a2ab-4ad1875833df" providerId="ADAL" clId="{4C48C0AC-C36D-CD4D-9510-CF2D8E80B20A}" dt="2023-09-28T04:13:09.861" v="65" actId="1076"/>
        <pc:sldMkLst>
          <pc:docMk/>
          <pc:sldMk cId="900251618" sldId="786"/>
        </pc:sldMkLst>
      </pc:sldChg>
      <pc:sldChg chg="modSp mod">
        <pc:chgData name="陈军_工学院" userId="6f7f04a3-a118-4a29-a2ab-4ad1875833df" providerId="ADAL" clId="{4C48C0AC-C36D-CD4D-9510-CF2D8E80B20A}" dt="2023-09-28T04:14:16.514" v="76" actId="20577"/>
        <pc:sldMkLst>
          <pc:docMk/>
          <pc:sldMk cId="2454289178" sldId="788"/>
        </pc:sldMkLst>
      </pc:sldChg>
      <pc:sldChg chg="modSp mod">
        <pc:chgData name="陈军_工学院" userId="6f7f04a3-a118-4a29-a2ab-4ad1875833df" providerId="ADAL" clId="{4C48C0AC-C36D-CD4D-9510-CF2D8E80B20A}" dt="2023-09-28T04:15:02.868" v="84" actId="20577"/>
        <pc:sldMkLst>
          <pc:docMk/>
          <pc:sldMk cId="388260123" sldId="789"/>
        </pc:sldMkLst>
      </pc:sldChg>
      <pc:sldChg chg="modSp mod">
        <pc:chgData name="陈军_工学院" userId="6f7f04a3-a118-4a29-a2ab-4ad1875833df" providerId="ADAL" clId="{4C48C0AC-C36D-CD4D-9510-CF2D8E80B20A}" dt="2023-09-28T04:57:57.154" v="689" actId="20577"/>
        <pc:sldMkLst>
          <pc:docMk/>
          <pc:sldMk cId="3054911293" sldId="801"/>
        </pc:sldMkLst>
      </pc:sldChg>
      <pc:sldChg chg="modSp mod">
        <pc:chgData name="陈军_工学院" userId="6f7f04a3-a118-4a29-a2ab-4ad1875833df" providerId="ADAL" clId="{4C48C0AC-C36D-CD4D-9510-CF2D8E80B20A}" dt="2023-09-28T04:59:12.117" v="691" actId="14100"/>
        <pc:sldMkLst>
          <pc:docMk/>
          <pc:sldMk cId="1072495444" sldId="802"/>
        </pc:sldMkLst>
      </pc:sldChg>
      <pc:sldChg chg="addSp modSp mod modClrScheme chgLayout">
        <pc:chgData name="陈军_工学院" userId="6f7f04a3-a118-4a29-a2ab-4ad1875833df" providerId="ADAL" clId="{4C48C0AC-C36D-CD4D-9510-CF2D8E80B20A}" dt="2023-09-28T04:19:35.164" v="315" actId="14100"/>
        <pc:sldMkLst>
          <pc:docMk/>
          <pc:sldMk cId="921102103" sldId="804"/>
        </pc:sldMkLst>
      </pc:sldChg>
      <pc:sldChg chg="addSp delSp modSp mod modClrScheme chgLayout">
        <pc:chgData name="陈军_工学院" userId="6f7f04a3-a118-4a29-a2ab-4ad1875833df" providerId="ADAL" clId="{4C48C0AC-C36D-CD4D-9510-CF2D8E80B20A}" dt="2023-09-28T04:13:20.133" v="67" actId="1076"/>
        <pc:sldMkLst>
          <pc:docMk/>
          <pc:sldMk cId="4239555131" sldId="811"/>
        </pc:sldMkLst>
      </pc:sldChg>
      <pc:sldChg chg="addSp delSp modSp new mod modClrScheme chgLayout">
        <pc:chgData name="陈军_工学院" userId="6f7f04a3-a118-4a29-a2ab-4ad1875833df" providerId="ADAL" clId="{4C48C0AC-C36D-CD4D-9510-CF2D8E80B20A}" dt="2023-09-28T05:00:02.647" v="692" actId="700"/>
        <pc:sldMkLst>
          <pc:docMk/>
          <pc:sldMk cId="3618716832" sldId="812"/>
        </pc:sldMkLst>
      </pc:sldChg>
      <pc:sldChg chg="addSp delSp modSp new mod">
        <pc:chgData name="陈军_工学院" userId="6f7f04a3-a118-4a29-a2ab-4ad1875833df" providerId="ADAL" clId="{4C48C0AC-C36D-CD4D-9510-CF2D8E80B20A}" dt="2023-09-28T04:32:01.665" v="496" actId="20577"/>
        <pc:sldMkLst>
          <pc:docMk/>
          <pc:sldMk cId="2883329744" sldId="813"/>
        </pc:sldMkLst>
      </pc:sldChg>
      <pc:sldChg chg="add">
        <pc:chgData name="陈军_工学院" userId="6f7f04a3-a118-4a29-a2ab-4ad1875833df" providerId="ADAL" clId="{4C48C0AC-C36D-CD4D-9510-CF2D8E80B20A}" dt="2023-09-28T04:47:17.240" v="497"/>
        <pc:sldMkLst>
          <pc:docMk/>
          <pc:sldMk cId="2381896664" sldId="886"/>
        </pc:sldMkLst>
      </pc:sldChg>
      <pc:sldChg chg="add del">
        <pc:chgData name="陈军_工学院" userId="6f7f04a3-a118-4a29-a2ab-4ad1875833df" providerId="ADAL" clId="{4C48C0AC-C36D-CD4D-9510-CF2D8E80B20A}" dt="2023-09-28T04:48:26.106" v="501"/>
        <pc:sldMkLst>
          <pc:docMk/>
          <pc:sldMk cId="544755228" sldId="887"/>
        </pc:sldMkLst>
      </pc:sldChg>
      <pc:sldChg chg="add del">
        <pc:chgData name="陈军_工学院" userId="6f7f04a3-a118-4a29-a2ab-4ad1875833df" providerId="ADAL" clId="{4C48C0AC-C36D-CD4D-9510-CF2D8E80B20A}" dt="2023-09-28T04:48:07.862" v="499"/>
        <pc:sldMkLst>
          <pc:docMk/>
          <pc:sldMk cId="4077747572" sldId="887"/>
        </pc:sldMkLst>
      </pc:sldChg>
      <pc:sldChg chg="add">
        <pc:chgData name="陈军_工学院" userId="6f7f04a3-a118-4a29-a2ab-4ad1875833df" providerId="ADAL" clId="{4C48C0AC-C36D-CD4D-9510-CF2D8E80B20A}" dt="2023-09-28T04:48:56.779" v="502"/>
        <pc:sldMkLst>
          <pc:docMk/>
          <pc:sldMk cId="2248339237" sldId="889"/>
        </pc:sldMkLst>
      </pc:sldChg>
      <pc:sldChg chg="modSp add mod">
        <pc:chgData name="陈军_工学院" userId="6f7f04a3-a118-4a29-a2ab-4ad1875833df" providerId="ADAL" clId="{4C48C0AC-C36D-CD4D-9510-CF2D8E80B20A}" dt="2023-09-28T04:50:31.697" v="509" actId="20577"/>
        <pc:sldMkLst>
          <pc:docMk/>
          <pc:sldMk cId="3776746663" sldId="890"/>
        </pc:sldMkLst>
      </pc:sldChg>
      <pc:sldChg chg="addSp delSp modSp new mod modClrScheme chgLayout">
        <pc:chgData name="陈军_工学院" userId="6f7f04a3-a118-4a29-a2ab-4ad1875833df" providerId="ADAL" clId="{4C48C0AC-C36D-CD4D-9510-CF2D8E80B20A}" dt="2023-09-28T05:00:24.144" v="694" actId="700"/>
        <pc:sldMkLst>
          <pc:docMk/>
          <pc:sldMk cId="100869858" sldId="891"/>
        </pc:sldMkLst>
      </pc:sldChg>
    </pc:docChg>
  </pc:docChgLst>
  <pc:docChgLst>
    <pc:chgData name="陈军_工学院" userId="6f7f04a3-a118-4a29-a2ab-4ad1875833df" providerId="ADAL" clId="{09325131-4D2D-5A4E-A8BE-BF413604A186}"/>
    <pc:docChg chg="addSld delSld modSld">
      <pc:chgData name="陈军_工学院" userId="6f7f04a3-a118-4a29-a2ab-4ad1875833df" providerId="ADAL" clId="{09325131-4D2D-5A4E-A8BE-BF413604A186}" dt="2024-09-26T10:56:01.527" v="1" actId="2696"/>
      <pc:docMkLst>
        <pc:docMk/>
      </pc:docMkLst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173799175" sldId="289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342865858" sldId="289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469289944" sldId="602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497336489" sldId="603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728016499" sldId="604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1558961734" sldId="605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21886291" sldId="606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623189200" sldId="607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663137981" sldId="608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2067402384" sldId="609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546459428" sldId="610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1703531824" sldId="611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1007384164" sldId="612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2536569588" sldId="639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3814830424" sldId="639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1405276516" sldId="640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2868802988" sldId="640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620593201" sldId="641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2129339375" sldId="642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836532210" sldId="694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4175931038" sldId="694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731847639" sldId="695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1524422304" sldId="696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1485754618" sldId="697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1134258417" sldId="719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268880100" sldId="720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762247412" sldId="721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1352299129" sldId="722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2988813757" sldId="735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754787780" sldId="737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555773009" sldId="739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3429162586" sldId="739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435564670" sldId="740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2736987953" sldId="740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914108158" sldId="741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2300438140" sldId="741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1555443478" sldId="742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1681293455" sldId="742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1538574672" sldId="764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1774340171" sldId="764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169008892" sldId="765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3454512789" sldId="765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2209253104" sldId="766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2774960991" sldId="766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1048986242" sldId="767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3629151584" sldId="767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534033472" sldId="768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823223070" sldId="768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2895920730" sldId="782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2246208747" sldId="783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1938272052" sldId="784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2327632258" sldId="785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3106862536" sldId="786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1220668287" sldId="787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2454289178" sldId="788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388260123" sldId="789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4152406314" sldId="790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2724410038" sldId="791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1527977269" sldId="792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3639982103" sldId="793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3054911293" sldId="801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1072495444" sldId="802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62791615" sldId="803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921102103" sldId="804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970899577" sldId="805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3312321691" sldId="806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1264805541" sldId="810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105056347" sldId="811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3250930417" sldId="812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940028971" sldId="891"/>
        </pc:sldMkLst>
      </pc:sldChg>
      <pc:sldChg chg="add">
        <pc:chgData name="陈军_工学院" userId="6f7f04a3-a118-4a29-a2ab-4ad1875833df" providerId="ADAL" clId="{09325131-4D2D-5A4E-A8BE-BF413604A186}" dt="2024-09-24T01:20:44.044" v="0"/>
        <pc:sldMkLst>
          <pc:docMk/>
          <pc:sldMk cId="79760452" sldId="892"/>
        </pc:sldMkLst>
      </pc:sldChg>
      <pc:sldChg chg="del">
        <pc:chgData name="陈军_工学院" userId="6f7f04a3-a118-4a29-a2ab-4ad1875833df" providerId="ADAL" clId="{09325131-4D2D-5A4E-A8BE-BF413604A186}" dt="2024-09-26T10:56:01.527" v="1" actId="2696"/>
        <pc:sldMkLst>
          <pc:docMk/>
          <pc:sldMk cId="3192620019" sldId="892"/>
        </pc:sldMkLst>
      </pc:sldChg>
      <pc:sldMasterChg chg="delSldLayout">
        <pc:chgData name="陈军_工学院" userId="6f7f04a3-a118-4a29-a2ab-4ad1875833df" providerId="ADAL" clId="{09325131-4D2D-5A4E-A8BE-BF413604A186}" dt="2024-09-26T10:56:01.527" v="1" actId="2696"/>
        <pc:sldMasterMkLst>
          <pc:docMk/>
          <pc:sldMasterMk cId="3207465171" sldId="2147483686"/>
        </pc:sldMasterMkLst>
        <pc:sldLayoutChg chg="del">
          <pc:chgData name="陈军_工学院" userId="6f7f04a3-a118-4a29-a2ab-4ad1875833df" providerId="ADAL" clId="{09325131-4D2D-5A4E-A8BE-BF413604A186}" dt="2024-09-26T10:56:01.527" v="1" actId="2696"/>
          <pc:sldLayoutMkLst>
            <pc:docMk/>
            <pc:sldMasterMk cId="3207465171" sldId="2147483686"/>
            <pc:sldLayoutMk cId="4064746304" sldId="2147483723"/>
          </pc:sldLayoutMkLst>
        </pc:sldLayoutChg>
      </pc:sldMasterChg>
    </pc:docChg>
  </pc:docChgLst>
  <pc:docChgLst>
    <pc:chgData name="陈军_工学院" userId="6f7f04a3-a118-4a29-a2ab-4ad1875833df" providerId="ADAL" clId="{5704655F-1DC6-5A1D-BC81-F4DA7804E592}"/>
    <pc:docChg chg="addSld modSld">
      <pc:chgData name="陈军_工学院" userId="6f7f04a3-a118-4a29-a2ab-4ad1875833df" providerId="ADAL" clId="{5704655F-1DC6-5A1D-BC81-F4DA7804E592}" dt="2025-09-23T10:57:43.342" v="2"/>
      <pc:docMkLst>
        <pc:docMk/>
      </pc:docMkLst>
      <pc:sldChg chg="delSp">
        <pc:chgData name="陈军_工学院" userId="6f7f04a3-a118-4a29-a2ab-4ad1875833df" providerId="ADAL" clId="{5704655F-1DC6-5A1D-BC81-F4DA7804E592}" dt="2025-09-23T10:57:43.342" v="2"/>
        <pc:sldMkLst>
          <pc:docMk/>
          <pc:sldMk cId="0" sldId="262"/>
        </pc:sldMkLst>
      </pc:sldChg>
      <pc:sldChg chg="add">
        <pc:chgData name="陈军_工学院" userId="6f7f04a3-a118-4a29-a2ab-4ad1875833df" providerId="ADAL" clId="{5704655F-1DC6-5A1D-BC81-F4DA7804E592}" dt="2025-09-23T10:57:14.037" v="1"/>
        <pc:sldMkLst>
          <pc:docMk/>
          <pc:sldMk cId="1514329629" sldId="595"/>
        </pc:sldMkLst>
      </pc:sldChg>
      <pc:sldChg chg="add">
        <pc:chgData name="陈军_工学院" userId="6f7f04a3-a118-4a29-a2ab-4ad1875833df" providerId="ADAL" clId="{5704655F-1DC6-5A1D-BC81-F4DA7804E592}" dt="2025-09-22T14:03:15.275" v="0"/>
        <pc:sldMkLst>
          <pc:docMk/>
          <pc:sldMk cId="1509374006" sldId="596"/>
        </pc:sldMkLst>
      </pc:sldChg>
      <pc:sldChg chg="add">
        <pc:chgData name="陈军_工学院" userId="6f7f04a3-a118-4a29-a2ab-4ad1875833df" providerId="ADAL" clId="{5704655F-1DC6-5A1D-BC81-F4DA7804E592}" dt="2025-09-22T14:03:15.275" v="0"/>
        <pc:sldMkLst>
          <pc:docMk/>
          <pc:sldMk cId="1972080478" sldId="597"/>
        </pc:sldMkLst>
      </pc:sldChg>
      <pc:sldChg chg="add">
        <pc:chgData name="陈军_工学院" userId="6f7f04a3-a118-4a29-a2ab-4ad1875833df" providerId="ADAL" clId="{5704655F-1DC6-5A1D-BC81-F4DA7804E592}" dt="2025-09-22T14:03:15.275" v="0"/>
        <pc:sldMkLst>
          <pc:docMk/>
          <pc:sldMk cId="493985948" sldId="598"/>
        </pc:sldMkLst>
      </pc:sldChg>
      <pc:sldChg chg="add">
        <pc:chgData name="陈军_工学院" userId="6f7f04a3-a118-4a29-a2ab-4ad1875833df" providerId="ADAL" clId="{5704655F-1DC6-5A1D-BC81-F4DA7804E592}" dt="2025-09-22T14:03:15.275" v="0"/>
        <pc:sldMkLst>
          <pc:docMk/>
          <pc:sldMk cId="250048734" sldId="599"/>
        </pc:sldMkLst>
      </pc:sldChg>
      <pc:sldChg chg="add">
        <pc:chgData name="陈军_工学院" userId="6f7f04a3-a118-4a29-a2ab-4ad1875833df" providerId="ADAL" clId="{5704655F-1DC6-5A1D-BC81-F4DA7804E592}" dt="2025-09-22T14:03:15.275" v="0"/>
        <pc:sldMkLst>
          <pc:docMk/>
          <pc:sldMk cId="2091058806" sldId="600"/>
        </pc:sldMkLst>
      </pc:sldChg>
      <pc:sldChg chg="add">
        <pc:chgData name="陈军_工学院" userId="6f7f04a3-a118-4a29-a2ab-4ad1875833df" providerId="ADAL" clId="{5704655F-1DC6-5A1D-BC81-F4DA7804E592}" dt="2025-09-22T14:03:15.275" v="0"/>
        <pc:sldMkLst>
          <pc:docMk/>
          <pc:sldMk cId="855469287" sldId="601"/>
        </pc:sldMkLst>
      </pc:sldChg>
      <pc:sldChg chg="add">
        <pc:chgData name="陈军_工学院" userId="6f7f04a3-a118-4a29-a2ab-4ad1875833df" providerId="ADAL" clId="{5704655F-1DC6-5A1D-BC81-F4DA7804E592}" dt="2025-09-23T10:57:14.037" v="1"/>
        <pc:sldMkLst>
          <pc:docMk/>
          <pc:sldMk cId="2826090562" sldId="670"/>
        </pc:sldMkLst>
      </pc:sldChg>
      <pc:sldChg chg="add">
        <pc:chgData name="陈军_工学院" userId="6f7f04a3-a118-4a29-a2ab-4ad1875833df" providerId="ADAL" clId="{5704655F-1DC6-5A1D-BC81-F4DA7804E592}" dt="2025-09-22T14:03:15.275" v="0"/>
        <pc:sldMkLst>
          <pc:docMk/>
          <pc:sldMk cId="2883329744" sldId="813"/>
        </pc:sldMkLst>
      </pc:sldChg>
    </pc:docChg>
  </pc:docChgLst>
  <pc:docChgLst>
    <pc:chgData name="陈军_工学院" userId="6f7f04a3-a118-4a29-a2ab-4ad1875833df" providerId="ADAL" clId="{DBB6EB04-378D-064B-BD49-AEC96608B683}"/>
    <pc:docChg chg="undo custSel addSld delSld modSld sldOrd">
      <pc:chgData name="陈军_工学院" userId="6f7f04a3-a118-4a29-a2ab-4ad1875833df" providerId="ADAL" clId="{DBB6EB04-378D-064B-BD49-AEC96608B683}" dt="2023-09-29T04:44:01.930" v="228" actId="20578"/>
      <pc:docMkLst>
        <pc:docMk/>
      </pc:docMkLst>
      <pc:sldChg chg="del">
        <pc:chgData name="陈军_工学院" userId="6f7f04a3-a118-4a29-a2ab-4ad1875833df" providerId="ADAL" clId="{DBB6EB04-378D-064B-BD49-AEC96608B683}" dt="2023-09-27T13:37:18.803" v="116" actId="2696"/>
        <pc:sldMkLst>
          <pc:docMk/>
          <pc:sldMk cId="344571400" sldId="613"/>
        </pc:sldMkLst>
      </pc:sldChg>
      <pc:sldChg chg="addSp delSp modSp del mod modClrScheme chgLayout">
        <pc:chgData name="陈军_工学院" userId="6f7f04a3-a118-4a29-a2ab-4ad1875833df" providerId="ADAL" clId="{DBB6EB04-378D-064B-BD49-AEC96608B683}" dt="2023-09-27T13:37:18.803" v="116" actId="2696"/>
        <pc:sldMkLst>
          <pc:docMk/>
          <pc:sldMk cId="1595607488" sldId="614"/>
        </pc:sldMkLst>
      </pc:sldChg>
      <pc:sldChg chg="del">
        <pc:chgData name="陈军_工学院" userId="6f7f04a3-a118-4a29-a2ab-4ad1875833df" providerId="ADAL" clId="{DBB6EB04-378D-064B-BD49-AEC96608B683}" dt="2023-09-27T13:37:18.803" v="116" actId="2696"/>
        <pc:sldMkLst>
          <pc:docMk/>
          <pc:sldMk cId="1746750727" sldId="615"/>
        </pc:sldMkLst>
      </pc:sldChg>
      <pc:sldChg chg="modSp mod">
        <pc:chgData name="陈军_工学院" userId="6f7f04a3-a118-4a29-a2ab-4ad1875833df" providerId="ADAL" clId="{DBB6EB04-378D-064B-BD49-AEC96608B683}" dt="2023-09-27T13:42:22.297" v="178" actId="1076"/>
        <pc:sldMkLst>
          <pc:docMk/>
          <pc:sldMk cId="620593201" sldId="641"/>
        </pc:sldMkLst>
      </pc:sldChg>
      <pc:sldChg chg="delSp modSp mod ord">
        <pc:chgData name="陈军_工学院" userId="6f7f04a3-a118-4a29-a2ab-4ad1875833df" providerId="ADAL" clId="{DBB6EB04-378D-064B-BD49-AEC96608B683}" dt="2023-09-29T04:44:01.930" v="228" actId="20578"/>
        <pc:sldMkLst>
          <pc:docMk/>
          <pc:sldMk cId="2129339375" sldId="642"/>
        </pc:sldMkLst>
      </pc:sldChg>
      <pc:sldChg chg="modSp mod">
        <pc:chgData name="陈军_工学院" userId="6f7f04a3-a118-4a29-a2ab-4ad1875833df" providerId="ADAL" clId="{DBB6EB04-378D-064B-BD49-AEC96608B683}" dt="2023-09-27T13:43:14.932" v="214" actId="1038"/>
        <pc:sldMkLst>
          <pc:docMk/>
          <pc:sldMk cId="1485754618" sldId="697"/>
        </pc:sldMkLst>
      </pc:sldChg>
      <pc:sldChg chg="modSp mod">
        <pc:chgData name="陈军_工学院" userId="6f7f04a3-a118-4a29-a2ab-4ad1875833df" providerId="ADAL" clId="{DBB6EB04-378D-064B-BD49-AEC96608B683}" dt="2023-09-27T13:43:35.740" v="216" actId="27636"/>
        <pc:sldMkLst>
          <pc:docMk/>
          <pc:sldMk cId="1134258417" sldId="719"/>
        </pc:sldMkLst>
      </pc:sldChg>
      <pc:sldChg chg="modSp mod">
        <pc:chgData name="陈军_工学院" userId="6f7f04a3-a118-4a29-a2ab-4ad1875833df" providerId="ADAL" clId="{DBB6EB04-378D-064B-BD49-AEC96608B683}" dt="2023-09-27T13:44:22.463" v="226" actId="1076"/>
        <pc:sldMkLst>
          <pc:docMk/>
          <pc:sldMk cId="268880100" sldId="720"/>
        </pc:sldMkLst>
      </pc:sldChg>
      <pc:sldChg chg="modSp mod">
        <pc:chgData name="陈军_工学院" userId="6f7f04a3-a118-4a29-a2ab-4ad1875833df" providerId="ADAL" clId="{DBB6EB04-378D-064B-BD49-AEC96608B683}" dt="2023-09-27T13:43:54.378" v="220" actId="14100"/>
        <pc:sldMkLst>
          <pc:docMk/>
          <pc:sldMk cId="762247412" sldId="721"/>
        </pc:sldMkLst>
      </pc:sldChg>
      <pc:sldChg chg="modSp mod">
        <pc:chgData name="陈军_工学院" userId="6f7f04a3-a118-4a29-a2ab-4ad1875833df" providerId="ADAL" clId="{DBB6EB04-378D-064B-BD49-AEC96608B683}" dt="2023-09-27T13:44:13.544" v="224" actId="1076"/>
        <pc:sldMkLst>
          <pc:docMk/>
          <pc:sldMk cId="1352299129" sldId="722"/>
        </pc:sldMkLst>
      </pc:sldChg>
      <pc:sldChg chg="modSp del mod">
        <pc:chgData name="陈军_工学院" userId="6f7f04a3-a118-4a29-a2ab-4ad1875833df" providerId="ADAL" clId="{DBB6EB04-378D-064B-BD49-AEC96608B683}" dt="2023-09-27T13:37:18.803" v="116" actId="2696"/>
        <pc:sldMkLst>
          <pc:docMk/>
          <pc:sldMk cId="2282684658" sldId="738"/>
        </pc:sldMkLst>
      </pc:sldChg>
      <pc:sldChg chg="modSp del mod">
        <pc:chgData name="陈军_工学院" userId="6f7f04a3-a118-4a29-a2ab-4ad1875833df" providerId="ADAL" clId="{DBB6EB04-378D-064B-BD49-AEC96608B683}" dt="2023-09-27T13:37:18.803" v="116" actId="2696"/>
        <pc:sldMkLst>
          <pc:docMk/>
          <pc:sldMk cId="2640387050" sldId="739"/>
        </pc:sldMkLst>
      </pc:sldChg>
      <pc:sldChg chg="addSp delSp modSp mod modClrScheme chgLayout">
        <pc:chgData name="陈军_工学院" userId="6f7f04a3-a118-4a29-a2ab-4ad1875833df" providerId="ADAL" clId="{DBB6EB04-378D-064B-BD49-AEC96608B683}" dt="2023-09-27T13:29:41.486" v="60" actId="1076"/>
        <pc:sldMkLst>
          <pc:docMk/>
          <pc:sldMk cId="3267943201" sldId="763"/>
        </pc:sldMkLst>
      </pc:sldChg>
      <pc:sldChg chg="del">
        <pc:chgData name="陈军_工学院" userId="6f7f04a3-a118-4a29-a2ab-4ad1875833df" providerId="ADAL" clId="{DBB6EB04-378D-064B-BD49-AEC96608B683}" dt="2023-09-27T13:37:18.803" v="116" actId="2696"/>
        <pc:sldMkLst>
          <pc:docMk/>
          <pc:sldMk cId="4266608794" sldId="774"/>
        </pc:sldMkLst>
      </pc:sldChg>
      <pc:sldChg chg="addSp delSp modSp del mod modClrScheme chgLayout">
        <pc:chgData name="陈军_工学院" userId="6f7f04a3-a118-4a29-a2ab-4ad1875833df" providerId="ADAL" clId="{DBB6EB04-378D-064B-BD49-AEC96608B683}" dt="2023-09-27T13:37:18.803" v="116" actId="2696"/>
        <pc:sldMkLst>
          <pc:docMk/>
          <pc:sldMk cId="4251382234" sldId="775"/>
        </pc:sldMkLst>
      </pc:sldChg>
      <pc:sldChg chg="del">
        <pc:chgData name="陈军_工学院" userId="6f7f04a3-a118-4a29-a2ab-4ad1875833df" providerId="ADAL" clId="{DBB6EB04-378D-064B-BD49-AEC96608B683}" dt="2023-09-27T13:37:18.803" v="116" actId="2696"/>
        <pc:sldMkLst>
          <pc:docMk/>
          <pc:sldMk cId="2756953271" sldId="776"/>
        </pc:sldMkLst>
      </pc:sldChg>
      <pc:sldChg chg="del">
        <pc:chgData name="陈军_工学院" userId="6f7f04a3-a118-4a29-a2ab-4ad1875833df" providerId="ADAL" clId="{DBB6EB04-378D-064B-BD49-AEC96608B683}" dt="2023-09-27T13:37:18.803" v="116" actId="2696"/>
        <pc:sldMkLst>
          <pc:docMk/>
          <pc:sldMk cId="1852057072" sldId="777"/>
        </pc:sldMkLst>
      </pc:sldChg>
      <pc:sldChg chg="del">
        <pc:chgData name="陈军_工学院" userId="6f7f04a3-a118-4a29-a2ab-4ad1875833df" providerId="ADAL" clId="{DBB6EB04-378D-064B-BD49-AEC96608B683}" dt="2023-09-27T13:37:18.803" v="116" actId="2696"/>
        <pc:sldMkLst>
          <pc:docMk/>
          <pc:sldMk cId="2115487452" sldId="778"/>
        </pc:sldMkLst>
      </pc:sldChg>
      <pc:sldChg chg="del">
        <pc:chgData name="陈军_工学院" userId="6f7f04a3-a118-4a29-a2ab-4ad1875833df" providerId="ADAL" clId="{DBB6EB04-378D-064B-BD49-AEC96608B683}" dt="2023-09-27T13:37:18.803" v="116" actId="2696"/>
        <pc:sldMkLst>
          <pc:docMk/>
          <pc:sldMk cId="2088650064" sldId="779"/>
        </pc:sldMkLst>
      </pc:sldChg>
      <pc:sldChg chg="del">
        <pc:chgData name="陈军_工学院" userId="6f7f04a3-a118-4a29-a2ab-4ad1875833df" providerId="ADAL" clId="{DBB6EB04-378D-064B-BD49-AEC96608B683}" dt="2023-09-27T13:37:18.803" v="116" actId="2696"/>
        <pc:sldMkLst>
          <pc:docMk/>
          <pc:sldMk cId="1973745697" sldId="780"/>
        </pc:sldMkLst>
      </pc:sldChg>
      <pc:sldChg chg="del">
        <pc:chgData name="陈军_工学院" userId="6f7f04a3-a118-4a29-a2ab-4ad1875833df" providerId="ADAL" clId="{DBB6EB04-378D-064B-BD49-AEC96608B683}" dt="2023-09-27T13:37:18.803" v="116" actId="2696"/>
        <pc:sldMkLst>
          <pc:docMk/>
          <pc:sldMk cId="1825295872" sldId="781"/>
        </pc:sldMkLst>
      </pc:sldChg>
      <pc:sldChg chg="modSp mod">
        <pc:chgData name="陈军_工学院" userId="6f7f04a3-a118-4a29-a2ab-4ad1875833df" providerId="ADAL" clId="{DBB6EB04-378D-064B-BD49-AEC96608B683}" dt="2023-09-27T13:37:38.782" v="119" actId="14100"/>
        <pc:sldMkLst>
          <pc:docMk/>
          <pc:sldMk cId="2134878102" sldId="785"/>
        </pc:sldMkLst>
      </pc:sldChg>
      <pc:sldChg chg="modSp mod">
        <pc:chgData name="陈军_工学院" userId="6f7f04a3-a118-4a29-a2ab-4ad1875833df" providerId="ADAL" clId="{DBB6EB04-378D-064B-BD49-AEC96608B683}" dt="2023-09-27T13:37:46.111" v="121" actId="20577"/>
        <pc:sldMkLst>
          <pc:docMk/>
          <pc:sldMk cId="771236754" sldId="786"/>
        </pc:sldMkLst>
      </pc:sldChg>
      <pc:sldChg chg="addSp delSp modSp mod modClrScheme chgLayout">
        <pc:chgData name="陈军_工学院" userId="6f7f04a3-a118-4a29-a2ab-4ad1875833df" providerId="ADAL" clId="{DBB6EB04-378D-064B-BD49-AEC96608B683}" dt="2023-09-27T13:39:08.364" v="141" actId="1076"/>
        <pc:sldMkLst>
          <pc:docMk/>
          <pc:sldMk cId="2454289178" sldId="788"/>
        </pc:sldMkLst>
      </pc:sldChg>
      <pc:sldChg chg="addSp delSp modSp mod modClrScheme chgLayout">
        <pc:chgData name="陈军_工学院" userId="6f7f04a3-a118-4a29-a2ab-4ad1875833df" providerId="ADAL" clId="{DBB6EB04-378D-064B-BD49-AEC96608B683}" dt="2023-09-27T13:39:51.235" v="155" actId="1076"/>
        <pc:sldMkLst>
          <pc:docMk/>
          <pc:sldMk cId="388260123" sldId="789"/>
        </pc:sldMkLst>
      </pc:sldChg>
      <pc:sldChg chg="del">
        <pc:chgData name="陈军_工学院" userId="6f7f04a3-a118-4a29-a2ab-4ad1875833df" providerId="ADAL" clId="{DBB6EB04-378D-064B-BD49-AEC96608B683}" dt="2023-09-29T04:43:44.260" v="227" actId="2696"/>
        <pc:sldMkLst>
          <pc:docMk/>
          <pc:sldMk cId="1273524439" sldId="807"/>
        </pc:sldMkLst>
      </pc:sldChg>
      <pc:sldChg chg="del">
        <pc:chgData name="陈军_工学院" userId="6f7f04a3-a118-4a29-a2ab-4ad1875833df" providerId="ADAL" clId="{DBB6EB04-378D-064B-BD49-AEC96608B683}" dt="2023-09-29T04:43:44.260" v="227" actId="2696"/>
        <pc:sldMkLst>
          <pc:docMk/>
          <pc:sldMk cId="1649544519" sldId="808"/>
        </pc:sldMkLst>
      </pc:sldChg>
      <pc:sldChg chg="modSp new del mod">
        <pc:chgData name="陈军_工学院" userId="6f7f04a3-a118-4a29-a2ab-4ad1875833df" providerId="ADAL" clId="{DBB6EB04-378D-064B-BD49-AEC96608B683}" dt="2023-09-27T13:29:50.250" v="61" actId="2696"/>
        <pc:sldMkLst>
          <pc:docMk/>
          <pc:sldMk cId="2053248821" sldId="812"/>
        </pc:sldMkLst>
      </pc:sldChg>
      <pc:sldChg chg="add del">
        <pc:chgData name="陈军_工学院" userId="6f7f04a3-a118-4a29-a2ab-4ad1875833df" providerId="ADAL" clId="{DBB6EB04-378D-064B-BD49-AEC96608B683}" dt="2023-09-27T13:29:50.250" v="61" actId="2696"/>
        <pc:sldMkLst>
          <pc:docMk/>
          <pc:sldMk cId="2383440458" sldId="813"/>
        </pc:sldMkLst>
      </pc:sldChg>
      <pc:sldChg chg="add del">
        <pc:chgData name="陈军_工学院" userId="6f7f04a3-a118-4a29-a2ab-4ad1875833df" providerId="ADAL" clId="{DBB6EB04-378D-064B-BD49-AEC96608B683}" dt="2023-09-27T13:29:50.250" v="61" actId="2696"/>
        <pc:sldMkLst>
          <pc:docMk/>
          <pc:sldMk cId="3956026243" sldId="814"/>
        </pc:sldMkLst>
      </pc:sldChg>
      <pc:sldChg chg="add del">
        <pc:chgData name="陈军_工学院" userId="6f7f04a3-a118-4a29-a2ab-4ad1875833df" providerId="ADAL" clId="{DBB6EB04-378D-064B-BD49-AEC96608B683}" dt="2023-09-27T13:29:16.113" v="53"/>
        <pc:sldMkLst>
          <pc:docMk/>
          <pc:sldMk cId="753563249" sldId="815"/>
        </pc:sldMkLst>
      </pc:sldChg>
      <pc:sldChg chg="add del">
        <pc:chgData name="陈军_工学院" userId="6f7f04a3-a118-4a29-a2ab-4ad1875833df" providerId="ADAL" clId="{DBB6EB04-378D-064B-BD49-AEC96608B683}" dt="2023-09-27T13:29:02.734" v="49"/>
        <pc:sldMkLst>
          <pc:docMk/>
          <pc:sldMk cId="1721374093" sldId="815"/>
        </pc:sldMkLst>
      </pc:sldChg>
      <pc:sldChg chg="add del">
        <pc:chgData name="陈军_工学院" userId="6f7f04a3-a118-4a29-a2ab-4ad1875833df" providerId="ADAL" clId="{DBB6EB04-378D-064B-BD49-AEC96608B683}" dt="2023-09-27T13:28:44.339" v="45"/>
        <pc:sldMkLst>
          <pc:docMk/>
          <pc:sldMk cId="2189181408" sldId="815"/>
        </pc:sldMkLst>
      </pc:sldChg>
      <pc:sldChg chg="del">
        <pc:chgData name="陈军_工学院" userId="6f7f04a3-a118-4a29-a2ab-4ad1875833df" providerId="ADAL" clId="{DBB6EB04-378D-064B-BD49-AEC96608B683}" dt="2023-09-29T04:43:44.260" v="227" actId="2696"/>
        <pc:sldMkLst>
          <pc:docMk/>
          <pc:sldMk cId="3776746663" sldId="89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A2A212-11AD-934F-81F1-B483125DF66D}" type="datetimeFigureOut">
              <a:rPr lang="en-US" smtClean="0"/>
              <a:t>9/26/25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50E1F-3977-4747-911E-733EB8B7B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91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2E6B5E-27DF-4747-96E9-E7A46D46608C}" type="datetimeFigureOut">
              <a:rPr lang="en-US" smtClean="0"/>
              <a:t>9/26/25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12D0D5-ACED-4B29-ADCC-EF2B5D1F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3E56BF-65B1-7540-B8AF-6F6CF213C1FB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105474" name="Rectangle 2"/>
          <p:cNvSpPr>
            <a:spLocks noGrp="1" noRot="1" noChangeAspect="1" noChangeArrowheads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6137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2D0D5-ACED-4B29-ADCC-EF2B5D1FEF5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467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2.jpe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9" Type="http://schemas.openxmlformats.org/officeDocument/2006/relationships/image" Target="../media/image3.jpe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9" Type="http://schemas.openxmlformats.org/officeDocument/2006/relationships/image" Target="../media/image4.jpe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4.jpeg"/><Relationship Id="rId5" Type="http://schemas.openxmlformats.org/officeDocument/2006/relationships/tags" Target="../tags/tag27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6.xml"/><Relationship Id="rId9" Type="http://schemas.openxmlformats.org/officeDocument/2006/relationships/tags" Target="../tags/tag3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4.jpe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5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4.jpe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4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7" Type="http://schemas.openxmlformats.org/officeDocument/2006/relationships/image" Target="../media/image4.jpe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7.xml"/><Relationship Id="rId4" Type="http://schemas.openxmlformats.org/officeDocument/2006/relationships/tags" Target="../tags/tag56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8.xml"/><Relationship Id="rId9" Type="http://schemas.openxmlformats.org/officeDocument/2006/relationships/tags" Target="../tags/tag9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29AC3-F389-46AB-AFA0-5AC2110A72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276"/>
            <a:ext cx="9144000" cy="1655762"/>
          </a:xfrm>
        </p:spPr>
        <p:txBody>
          <a:bodyPr anchor="ctr">
            <a:normAutofit/>
          </a:bodyPr>
          <a:lstStyle>
            <a:lvl1pPr marL="0" algn="ctr" fontAlgn="ctr">
              <a:defRPr sz="4800"/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5CE61F-886C-4880-A95B-20ED4D353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44682"/>
            <a:ext cx="9144000" cy="123444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449BB-9DCC-4ED5-AD39-804DFD9F2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65104-FB2B-4C44-9542-53DEB0454484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8EAEC-C9B7-4F7D-B809-067E35FB5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38B62-9141-4264-BCED-EF02C827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81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181D2-87B3-414A-A0F9-4827765DF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85" y="191943"/>
            <a:ext cx="6003931" cy="625689"/>
          </a:xfrm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BD4E5-169C-4257-AF04-B7F4A7C53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b="1">
                <a:solidFill>
                  <a:schemeClr val="accent1">
                    <a:lumMod val="75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64327-24B6-4DE0-A117-1F67313E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AD2A3-F10E-0F47-8ED6-6253B8382AF3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63873-6862-4247-B34B-EF788F30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31B77-68A1-4F2E-B551-E8F4326F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939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181D2-87B3-414A-A0F9-4827765DF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85" y="191943"/>
            <a:ext cx="6003931" cy="625689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BD4E5-169C-4257-AF04-B7F4A7C53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026" y="1591733"/>
            <a:ext cx="10123516" cy="4671849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b="1">
                <a:solidFill>
                  <a:schemeClr val="accent1">
                    <a:lumMod val="75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64327-24B6-4DE0-A117-1F67313E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D99E1-E308-0046-A64E-0F11E94E690B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63873-6862-4247-B34B-EF788F30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31B77-68A1-4F2E-B551-E8F4326F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9C3C248-5F5D-00C6-8D34-6FC56C82B0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2279" y="910400"/>
            <a:ext cx="5507437" cy="528933"/>
          </a:xfrm>
        </p:spPr>
        <p:txBody>
          <a:bodyPr anchor="ctr">
            <a:noAutofit/>
          </a:bodyPr>
          <a:lstStyle>
            <a:lvl1pPr marL="0" indent="0">
              <a:buNone/>
              <a:defRPr sz="28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6896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15B8C-0D5D-4E1D-8BF4-D61F46FB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DC1DC-2BC3-4C6A-8070-5601A2C67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E4DA0-2198-4827-BDDC-80F0A6D9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4A3CF-9168-5343-A688-C717D323411B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77C69-3623-4960-A9FA-1B0F8DB65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557FB-2BC1-4FC4-8AE2-592B3BC46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15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628E-4CB9-4054-BA93-C362841FA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D2D57-0AE5-48FD-B1B2-EFBDD2C70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41615"/>
            <a:ext cx="5181600" cy="503534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59D76-97B2-4CEA-AC86-EB290E484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41615"/>
            <a:ext cx="5181600" cy="503534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83E77-6C75-4215-8AE0-0F54D8562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1484-34AF-6C4C-809A-7A5D05F6FA9F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11321-E414-460C-A1DE-21A746FDD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4F03E-5220-4EB0-B9BF-C607CE08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16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5EF3B-CDCE-46FD-92EB-B68217B9A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51" y="288405"/>
            <a:ext cx="6259281" cy="759864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07811-3425-4B48-A99B-1F72A6A26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15403"/>
            <a:ext cx="5157787" cy="55219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E9A445-9357-40B0-BED1-6B2A39767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78429"/>
            <a:ext cx="5157787" cy="4211234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B0F840-44BE-46FF-858C-0B0B78A059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15403"/>
            <a:ext cx="5183188" cy="55219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2A1B63-95D0-4B45-8CE1-E41F5C6866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78429"/>
            <a:ext cx="5183188" cy="4211234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56EE5C-366C-4A05-B24D-6E5E4B49F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34F8E-538A-6443-91A7-62504E909A4D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9B345C-BDB7-4F4C-8229-8545DEC4C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67997F-13F2-4012-9D15-199F86CBB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621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94C8-E4CB-469D-8759-468A550E0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986076-F514-416F-9FD8-8B5411141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EB97C-1013-0F43-ABE5-F6289755EEB2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1E3C99-EF16-4E13-9CB8-6C685D63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9E16B-7C71-4348-A213-7ABD913A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07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94C8-E4CB-469D-8759-468A550E0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986076-F514-416F-9FD8-8B5411141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82A8-4047-2B4B-9B15-EE5E30343A34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1E3C99-EF16-4E13-9CB8-6C685D63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9E16B-7C71-4348-A213-7ABD913A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B10DF379-40BA-CEA9-A617-CAA5651FFA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2279" y="817632"/>
            <a:ext cx="5507437" cy="626352"/>
          </a:xfrm>
        </p:spPr>
        <p:txBody>
          <a:bodyPr numCol="1" anchor="ctr">
            <a:noAutofit/>
          </a:bodyPr>
          <a:lstStyle>
            <a:lvl1pPr marL="0" indent="0">
              <a:buNone/>
              <a:defRPr sz="28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84961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AE017-BA54-4903-90BE-5E03D77E4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38C55-EE32-7B46-B9DE-F738759C5226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6F8058-50F2-4491-82C1-B80DA2B4A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93026-A32F-485B-931E-8B5B11C5E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B29B452-BDB2-4201-AE17-E702847E20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38200" y="487680"/>
            <a:ext cx="10363403" cy="770313"/>
          </a:xfrm>
        </p:spPr>
        <p:txBody>
          <a:bodyPr anchor="b">
            <a:noAutofit/>
          </a:bodyPr>
          <a:lstStyle>
            <a:lvl1pPr marL="0" indent="0" algn="ctr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06D6614D-F0E2-410C-83EC-843926F9CE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938352" y="1460211"/>
            <a:ext cx="8163098" cy="4693920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spcAft>
                <a:spcPts val="600"/>
              </a:spcAft>
              <a:defRPr sz="3200"/>
            </a:lvl1pPr>
            <a:lvl2pPr>
              <a:spcBef>
                <a:spcPts val="600"/>
              </a:spcBef>
              <a:spcAft>
                <a:spcPts val="600"/>
              </a:spcAft>
              <a:defRPr sz="3200"/>
            </a:lvl2pPr>
            <a:lvl3pPr>
              <a:spcBef>
                <a:spcPts val="600"/>
              </a:spcBef>
              <a:spcAft>
                <a:spcPts val="600"/>
              </a:spcAft>
              <a:defRPr sz="2800"/>
            </a:lvl3pPr>
            <a:lvl4pPr>
              <a:spcBef>
                <a:spcPts val="600"/>
              </a:spcBef>
              <a:spcAft>
                <a:spcPts val="600"/>
              </a:spcAft>
              <a:defRPr sz="2400"/>
            </a:lvl4pPr>
            <a:lvl5pPr>
              <a:spcBef>
                <a:spcPts val="600"/>
              </a:spcBef>
              <a:spcAft>
                <a:spcPts val="600"/>
              </a:spcAft>
              <a:defRPr sz="2400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61727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E7C01-812F-4893-9A0C-92A5D2958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F0BFB-74E3-4B20-9BBD-AF221DE15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6F0D4-7478-4A79-8103-D634F6721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74364-04AB-4E55-AC1A-F2B4127FA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3E2A-EBBC-6E4C-AC50-9FDE9E3498C9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198EE-5344-4348-8E71-5A87B6DC5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3E4C5-A969-4885-A0BE-2A760C748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29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5B18-6F1E-42D0-8FED-31E3999A4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3D196E-5D9C-459B-B14C-90F666FF9C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1D1EF5-A4C9-4E66-A9EA-9B5CA5F53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86928-A2BF-4B5F-9D93-879B18BBD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1FD6-28DD-194F-975C-69861F16907A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76131-49F2-4B3E-AD09-EDADE8CD6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DC662-A2DB-429F-A30E-2132412A3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65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08926-5B6E-4CE3-978D-BEBFA2406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9B8062-5C83-4067-B283-F55F0238F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6D8A3-3E49-434E-890B-E08ED9C6F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DCF88-9AA1-F445-9CFD-DF27DFE3DA92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313AC-44E6-416A-A578-A7EF1D103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631F8-5845-43A3-84C5-610D75AF7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96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7A46F6-727A-40AF-9987-FCA799ADE9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3C102-28C3-448C-964D-C1025F5DEC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6BFBA-56B0-47E9-A049-82F577237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0DAE8-8E96-E442-8971-135F37C12108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D6BE8-555C-431D-AEE9-48CF2893D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AC4DC-E662-433F-BF78-423BED1F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98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E3E6F728-E1A4-2845-AA0E-AD0CC13E59CD}" type="datetime5">
              <a:rPr lang="en-US" altLang="zh-CN" smtClean="0"/>
              <a:t>26-Sep-25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853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AF803B-C285-084D-A994-D1A9865C8AF8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39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66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热个体户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 flipV="1">
            <a:off x="-635" y="0"/>
            <a:ext cx="12192000" cy="6857365"/>
          </a:xfrm>
          <a:prstGeom prst="rect">
            <a:avLst/>
          </a:prstGeom>
        </p:spPr>
      </p:pic>
      <p:sp>
        <p:nvSpPr>
          <p:cNvPr id="8" name="署名"/>
          <p:cNvSpPr txBox="1">
            <a:spLocks noGrp="1"/>
          </p:cNvSpPr>
          <p:nvPr>
            <p:ph type="body" idx="3" hasCustomPrompt="1"/>
            <p:custDataLst>
              <p:tags r:id="rId2"/>
            </p:custDataLst>
          </p:nvPr>
        </p:nvSpPr>
        <p:spPr>
          <a:xfrm>
            <a:off x="1098550" y="4037965"/>
            <a:ext cx="1943100" cy="43688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chemeClr val="lt1"/>
                </a:soli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1007110" y="2699385"/>
            <a:ext cx="6332855" cy="1051560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 kumimoji="0" lang="zh-CN" altLang="en-US" sz="4000" b="1" i="0" u="none" strike="noStrike" kern="1200" cap="none" spc="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460000" scaled="0"/>
                </a:gra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>
                <a:sym typeface="+mn-ea"/>
              </a:rPr>
              <a:t>单击此处编辑副标题</a:t>
            </a: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1007110" y="1318895"/>
            <a:ext cx="6333490" cy="156083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56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crosoft YaHei" panose="020B0503020204020204" charset="-122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01D1713-0D81-264B-8C4E-CDE811C248F4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062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二万个通过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-635" y="0"/>
            <a:ext cx="12192635" cy="6857365"/>
          </a:xfrm>
          <a:prstGeom prst="rect">
            <a:avLst/>
          </a:prstGeom>
        </p:spPr>
      </p:pic>
      <p:sp>
        <p:nvSpPr>
          <p:cNvPr id="33" name="圆角矩形 32"/>
          <p:cNvSpPr/>
          <p:nvPr>
            <p:custDataLst>
              <p:tags r:id="rId2"/>
            </p:custDataLst>
          </p:nvPr>
        </p:nvSpPr>
        <p:spPr>
          <a:xfrm>
            <a:off x="10532110" y="4648200"/>
            <a:ext cx="572770" cy="7556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Microsoft YaHei" panose="020B0503020204020204" charset="-122"/>
            </a:endParaRPr>
          </a:p>
        </p:txBody>
      </p:sp>
      <p:sp>
        <p:nvSpPr>
          <p:cNvPr id="7" name="节编号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8674735" y="1183641"/>
            <a:ext cx="2516505" cy="197738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altLang="zh-CN" sz="11500" b="1" i="0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alpha val="20000"/>
                      </a:schemeClr>
                    </a:gs>
                    <a:gs pos="100000">
                      <a:schemeClr val="accent2">
                        <a:alpha val="20000"/>
                      </a:schemeClr>
                    </a:gs>
                  </a:gsLst>
                  <a:lin ang="10920000" scaled="0"/>
                </a:gra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r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编号</a:t>
            </a: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5302885" y="3161030"/>
            <a:ext cx="5888355" cy="1352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 kumimoji="0" lang="zh-CN" altLang="en-US" sz="44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r">
              <a:lnSpc>
                <a:spcPct val="12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B0E88459-5C24-8540-8D02-980E745B650F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969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8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idx="2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E4EE15C-4B6C-3145-BC96-995038E8DA20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760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10" name="正文"/>
          <p:cNvSpPr txBox="1">
            <a:spLocks noGrp="1"/>
          </p:cNvSpPr>
          <p:nvPr>
            <p:ph idx="5"/>
            <p:custDataLst>
              <p:tags r:id="rId2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4"/>
            <p:custDataLst>
              <p:tags r:id="rId3"/>
            </p:custDataLst>
          </p:nvPr>
        </p:nvSpPr>
        <p:spPr>
          <a:xfrm>
            <a:off x="62352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3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6084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2F2F314-A7B2-9C46-8C2F-F075CB02BD69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295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DCD5B724-4D7D-9D43-8B94-003EB1E4D5B2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3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en-US" altLang="zh-CN">
                <a:sym typeface="+mn-ea"/>
              </a:rPr>
              <a:t>Click icon to add picture</a:t>
            </a:r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text styles</a:t>
            </a: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8ECD6B50-0622-4F4F-A3BC-42327EFD3EDA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082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6" name="正文"/>
          <p:cNvSpPr txBox="1"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608330"/>
            <a:ext cx="10968990" cy="56483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B5ED365-0C7B-1248-AA6D-02FBC8C4CB8B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9492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末尾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热个体户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rcRect t="12314" r="7229"/>
          <a:stretch>
            <a:fillRect/>
          </a:stretch>
        </p:blipFill>
        <p:spPr>
          <a:xfrm flipV="1">
            <a:off x="-635" y="0"/>
            <a:ext cx="12192000" cy="6857365"/>
          </a:xfrm>
          <a:prstGeom prst="rect">
            <a:avLst/>
          </a:prstGeom>
        </p:spPr>
      </p:pic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2"/>
            </p:custDataLst>
          </p:nvPr>
        </p:nvSpPr>
        <p:spPr>
          <a:xfrm>
            <a:off x="1013460" y="1395730"/>
            <a:ext cx="6620510" cy="214757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 kumimoji="0" lang="en-US" altLang="zh-CN" sz="6000" b="1" i="0" u="none" strike="noStrike" kern="1200" cap="none" spc="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460000" scaled="0"/>
                </a:gra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6" name="署名"/>
          <p:cNvSpPr txBox="1"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013460" y="4037965"/>
            <a:ext cx="1943100" cy="43688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 wrap="square" lIns="91440" tIns="45720" rIns="91440" bIns="45720" rtlCol="0" anchor="ctr" anchorCtr="0">
            <a:no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chemeClr val="lt1"/>
                </a:soli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DFBAAC0-085F-2648-B9D5-30E223CA1B03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07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通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E42AC06-7307-E645-AA52-70DEC37E4959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2691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crosoft YaHei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4"/>
            <p:custDataLst>
              <p:tags r:id="rId4"/>
            </p:custDataLst>
          </p:nvPr>
        </p:nvSpPr>
        <p:spPr/>
        <p:txBody>
          <a:bodyPr/>
          <a:lstStyle/>
          <a:p>
            <a:fld id="{060EB9C7-309C-E740-8DE9-D27FA6DEA2EC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5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  <p:custDataLst>
              <p:tags r:id="rId6"/>
            </p:custDataLst>
          </p:nvPr>
        </p:nvSpPr>
        <p:spPr/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0577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5"/>
            </p:custDataLst>
          </p:nvPr>
        </p:nvSpPr>
        <p:spPr/>
        <p:txBody>
          <a:bodyPr/>
          <a:lstStyle/>
          <a:p>
            <a:fld id="{40EF0180-295E-9F4F-8F30-B7C84BEE179B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7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883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5"/>
            </p:custDataLst>
          </p:nvPr>
        </p:nvSpPr>
        <p:spPr/>
        <p:txBody>
          <a:bodyPr/>
          <a:lstStyle/>
          <a:p>
            <a:fld id="{0849F989-0CCC-3345-AF87-3BA04B9010FE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6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7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37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4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5"/>
            </p:custDataLst>
          </p:nvPr>
        </p:nvSpPr>
        <p:spPr/>
        <p:txBody>
          <a:bodyPr/>
          <a:lstStyle/>
          <a:p>
            <a:fld id="{696A6460-0665-834D-9529-34F6D36E8B88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7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6038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5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6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7"/>
            <p:custDataLst>
              <p:tags r:id="rId7"/>
            </p:custDataLst>
          </p:nvPr>
        </p:nvSpPr>
        <p:spPr/>
        <p:txBody>
          <a:bodyPr/>
          <a:lstStyle/>
          <a:p>
            <a:fld id="{94C89E92-0DAB-1743-B92A-5EB5AE9AB6FB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8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9"/>
            <p:custDataLst>
              <p:tags r:id="rId9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34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4"/>
            <p:custDataLst>
              <p:tags r:id="rId4"/>
            </p:custDataLst>
          </p:nvPr>
        </p:nvSpPr>
        <p:spPr/>
        <p:txBody>
          <a:bodyPr/>
          <a:lstStyle/>
          <a:p>
            <a:fld id="{C1AC6019-F568-1C4F-8151-86A9E93872D4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5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6"/>
            <p:custDataLst>
              <p:tags r:id="rId6"/>
            </p:custDataLst>
          </p:nvPr>
        </p:nvSpPr>
        <p:spPr/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345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877" y="3050575"/>
            <a:ext cx="8932244" cy="703278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7E3CD-63A0-F649-9DB8-36E8398DC1E9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740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878" y="3050575"/>
            <a:ext cx="8932244" cy="703278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6A5AE-C7B5-8344-AA2F-7503964336D6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897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6ECF-F27F-5345-A8F4-9F8D1F73C40A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60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gi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ags" Target="../tags/tag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7EE955-D44B-46F3-A0B9-FDBE5CDF2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68" y="191280"/>
            <a:ext cx="6048267" cy="62635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D793E-2A17-4837-852C-44235CB2A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1026" y="1091737"/>
            <a:ext cx="10123516" cy="5171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A6ED5-48B4-4311-840C-6EF776C0FE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fld id="{0CBF8C4B-B8E3-1B43-B51B-6C01119700A5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47A07-B8EF-4017-9D40-6DF6C997A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53CD0-A9C8-4733-84A7-C287D1A7F2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KSO_TEMPLATE" hidden="1">
            <a:extLst>
              <a:ext uri="{FF2B5EF4-FFF2-40B4-BE49-F238E27FC236}">
                <a16:creationId xmlns:a16="http://schemas.microsoft.com/office/drawing/2014/main" id="{99179082-B492-9FA8-BE7D-47FB6E5C19E5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4B7E40-A509-27CD-47DE-560C5BCDD004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312" y="132757"/>
            <a:ext cx="2692517" cy="64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465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1" r:id="rId14"/>
    <p:sldLayoutId id="2147483703" r:id="rId15"/>
    <p:sldLayoutId id="2147483704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  <p:sldLayoutId id="2147483713" r:id="rId23"/>
    <p:sldLayoutId id="2147483714" r:id="rId24"/>
    <p:sldLayoutId id="2147483715" r:id="rId25"/>
    <p:sldLayoutId id="2147483716" r:id="rId26"/>
    <p:sldLayoutId id="2147483717" r:id="rId27"/>
    <p:sldLayoutId id="2147483718" r:id="rId28"/>
    <p:sldLayoutId id="2147483719" r:id="rId29"/>
    <p:sldLayoutId id="2147483720" r:id="rId30"/>
    <p:sldLayoutId id="2147483721" r:id="rId31"/>
    <p:sldLayoutId id="2147483685" r:id="rId32"/>
    <p:sldLayoutId id="2147483722" r:id="rId33"/>
  </p:sldLayoutIdLst>
  <p:hf hdr="0"/>
  <p:txStyles>
    <p:titleStyle>
      <a:lvl1pPr marL="274320" indent="0"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>
            <a:lumMod val="50000"/>
          </a:schemeClr>
        </a:buClr>
        <a:buSzPct val="100000"/>
        <a:buFont typeface="Arial" panose="020B0604020202020204" pitchFamily="34" charset="0"/>
        <a:buChar char="•"/>
        <a:defRPr sz="2400" b="1" kern="120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75000"/>
          </a:schemeClr>
        </a:buClr>
        <a:buSzPct val="12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Arial"/>
                <a:ea typeface="SimHei"/>
                <a:cs typeface="Arial"/>
              </a:rPr>
              <a:t>工程制图</a:t>
            </a:r>
            <a:br>
              <a:rPr lang="zh-CN" altLang="en-US" dirty="0">
                <a:latin typeface="Arial" panose="020B0604020202020204" pitchFamily="34" charset="0"/>
                <a:ea typeface="SimHei" panose="02010609060101010101" charset="-122"/>
              </a:rPr>
            </a:br>
            <a:r>
              <a:rPr lang="zh-CN" altLang="en-US" sz="4000" dirty="0">
                <a:solidFill>
                  <a:schemeClr val="bg1">
                    <a:lumMod val="95000"/>
                  </a:schemeClr>
                </a:solidFill>
                <a:latin typeface="Arial"/>
                <a:ea typeface="SimHei"/>
                <a:cs typeface="Arial"/>
              </a:rPr>
              <a:t>第</a:t>
            </a:r>
            <a:r>
              <a:rPr lang="en-US" altLang="zh-CN" sz="4000" dirty="0">
                <a:solidFill>
                  <a:schemeClr val="bg1">
                    <a:lumMod val="95000"/>
                  </a:schemeClr>
                </a:solidFill>
                <a:latin typeface="Arial"/>
                <a:ea typeface="SimHei"/>
                <a:cs typeface="Arial"/>
              </a:rPr>
              <a:t>5</a:t>
            </a:r>
            <a:r>
              <a:rPr lang="zh-CN" altLang="en-US" sz="4000" dirty="0">
                <a:solidFill>
                  <a:schemeClr val="bg1">
                    <a:lumMod val="95000"/>
                  </a:schemeClr>
                </a:solidFill>
                <a:latin typeface="Arial"/>
                <a:ea typeface="SimHei"/>
                <a:cs typeface="Arial"/>
              </a:rPr>
              <a:t>讲</a:t>
            </a:r>
            <a:endParaRPr lang="zh-CN" altLang="en-US" dirty="0">
              <a:solidFill>
                <a:schemeClr val="bg1">
                  <a:lumMod val="95000"/>
                </a:schemeClr>
              </a:solidFill>
              <a:latin typeface="Arial"/>
              <a:ea typeface="SimHei"/>
              <a:cs typeface="Arial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sz="2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SimHei" panose="02010609060101010101" charset="-122"/>
              </a:rPr>
              <a:t>授课教师：陈 军</a:t>
            </a:r>
          </a:p>
          <a:p>
            <a:r>
              <a:rPr lang="zh-CN" altLang="en-US" sz="2400" b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SimHei" panose="02010609060101010101" charset="-122"/>
              </a:rPr>
              <a:t>北京大学 工学院</a:t>
            </a:r>
          </a:p>
          <a:p>
            <a:r>
              <a:rPr lang="en-US" altLang="zh-CN" sz="2400" b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SimHei" panose="02010609060101010101" charset="-122"/>
              </a:rPr>
              <a:t>jun@pku.edu.cn</a:t>
            </a:r>
            <a:endParaRPr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SimHei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04FA723-268C-4BCE-8078-5B6CF44E1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907" y="1142578"/>
            <a:ext cx="8932244" cy="703278"/>
          </a:xfrm>
        </p:spPr>
        <p:txBody>
          <a:bodyPr/>
          <a:lstStyle/>
          <a:p>
            <a:r>
              <a:rPr lang="zh-CN" altLang="en-US" dirty="0"/>
              <a:t>教材勘误 </a:t>
            </a:r>
            <a:r>
              <a:rPr lang="en-US" altLang="zh-CN" dirty="0"/>
              <a:t>(P61, </a:t>
            </a:r>
            <a:r>
              <a:rPr lang="zh-CN" altLang="en-US" dirty="0"/>
              <a:t>例</a:t>
            </a:r>
            <a:r>
              <a:rPr lang="en-US" altLang="zh-CN" dirty="0"/>
              <a:t>2-23)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45149-FA5C-4659-BB7A-9802BA93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C800-C720-F242-91D6-A7CDB96EA1A6}" type="datetime5">
              <a:rPr lang="en-US" smtClean="0"/>
              <a:t>26-Sep-25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34818B-AB60-4FD8-8677-F2BA2296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</a:t>
            </a:fld>
            <a:endParaRPr lang="en-US"/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B8D7B15A-6A7B-4477-B97E-63231AA4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75CEC5E-FE3D-B6B1-33D0-0B8ACCB5D9D7}"/>
                  </a:ext>
                </a:extLst>
              </p:cNvPr>
              <p:cNvSpPr txBox="1"/>
              <p:nvPr/>
            </p:nvSpPr>
            <p:spPr>
              <a:xfrm>
                <a:off x="3353300" y="2557089"/>
                <a:ext cx="452745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𝑚𝑛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𝑎𝑑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altLang="zh-CN" sz="3600" i="1">
                          <a:latin typeface="Cambria Math" panose="02040503050406030204" pitchFamily="18" charset="0"/>
                        </a:rPr>
                        <m:t>𝑚𝑛</m:t>
                      </m:r>
                      <m:r>
                        <a:rPr lang="en-US" altLang="zh-CN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𝑒𝑐</m:t>
                      </m:r>
                    </m:oMath>
                  </m:oMathPara>
                </a14:m>
                <a:endParaRPr lang="en-US" altLang="zh-CN" sz="36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75CEC5E-FE3D-B6B1-33D0-0B8ACCB5D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300" y="2557089"/>
                <a:ext cx="4527458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44FDF57D-F1B2-E6FF-0B8F-E6733B4D4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5474" y="2738757"/>
            <a:ext cx="1838325" cy="338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092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76147B6-A8EC-4416-B693-634FB88CD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8221" y="1720784"/>
            <a:ext cx="8932244" cy="2208082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 热 身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4B7817-B99E-4B85-9AE1-D5AA0E9F1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24037-8CE9-ED44-8D2B-0660C6FA9847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7AB416-4FB4-4239-B7DB-5288F175F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D47784-748B-4634-B14C-17773CBB2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D7ED7EC-7886-1DE1-C308-6691C68B2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361835" y="2881086"/>
            <a:ext cx="1767024" cy="338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618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03019DF-71A9-56EF-0F9C-725ECADB1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349C9-40CA-0047-B53A-ED1F6DC22C9F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08F91B5-1FB1-E505-E4F6-317C71105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0F1389-8E43-29BA-769F-F75D0863F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4</a:t>
            </a:fld>
            <a:endParaRPr lang="en-US"/>
          </a:p>
        </p:txBody>
      </p:sp>
      <p:sp>
        <p:nvSpPr>
          <p:cNvPr id="5" name="Line 2">
            <a:extLst>
              <a:ext uri="{FF2B5EF4-FFF2-40B4-BE49-F238E27FC236}">
                <a16:creationId xmlns:a16="http://schemas.microsoft.com/office/drawing/2014/main" id="{1D56D282-A0F4-D89A-CE21-176E6D58BF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88551" y="4438503"/>
            <a:ext cx="784225" cy="60325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D2910DF7-4599-443B-4A94-EA946A3EB2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83788" y="5090966"/>
            <a:ext cx="363538" cy="2698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1033268-D3AC-5653-5FF5-3E3441E7F803}"/>
              </a:ext>
            </a:extLst>
          </p:cNvPr>
          <p:cNvSpPr txBox="1">
            <a:spLocks noChangeArrowheads="1"/>
          </p:cNvSpPr>
          <p:nvPr/>
        </p:nvSpPr>
        <p:spPr>
          <a:xfrm>
            <a:off x="1330399" y="545881"/>
            <a:ext cx="5829300" cy="703278"/>
          </a:xfrm>
          <a:prstGeom prst="rect">
            <a:avLst/>
          </a:prstGeom>
          <a:noFill/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判断两直线的相对位置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B2F6E128-9073-9D25-617B-A2D8952582CA}"/>
              </a:ext>
            </a:extLst>
          </p:cNvPr>
          <p:cNvSpPr>
            <a:spLocks/>
          </p:cNvSpPr>
          <p:nvPr/>
        </p:nvSpPr>
        <p:spPr bwMode="auto">
          <a:xfrm>
            <a:off x="6007876" y="3457428"/>
            <a:ext cx="7937" cy="7938"/>
          </a:xfrm>
          <a:custGeom>
            <a:avLst/>
            <a:gdLst>
              <a:gd name="T0" fmla="*/ 0 w 5"/>
              <a:gd name="T1" fmla="*/ 0 h 5"/>
              <a:gd name="T2" fmla="*/ 0 w 5"/>
              <a:gd name="T3" fmla="*/ 4 h 5"/>
              <a:gd name="T4" fmla="*/ 4 w 5"/>
              <a:gd name="T5" fmla="*/ 3 h 5"/>
              <a:gd name="T6" fmla="*/ 0 w 5"/>
              <a:gd name="T7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" h="5">
                <a:moveTo>
                  <a:pt x="0" y="0"/>
                </a:moveTo>
                <a:lnTo>
                  <a:pt x="0" y="4"/>
                </a:lnTo>
                <a:lnTo>
                  <a:pt x="4" y="3"/>
                </a:lnTo>
                <a:lnTo>
                  <a:pt x="0" y="0"/>
                </a:lnTo>
              </a:path>
            </a:pathLst>
          </a:custGeom>
          <a:solidFill>
            <a:srgbClr val="7F3F5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A85BA1D-403A-7386-3DC7-CB4ADCF73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399" y="1408772"/>
            <a:ext cx="8382000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6038" rIns="90488" bIns="46038"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150000"/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+mn-ea"/>
              </a:rPr>
              <a:t>【</a:t>
            </a:r>
            <a:r>
              <a:rPr lang="zh-CN" altLang="en-US" sz="2800" b="1" dirty="0">
                <a:latin typeface="+mn-ea"/>
              </a:rPr>
              <a:t>练</a:t>
            </a:r>
            <a:r>
              <a:rPr lang="en-US" altLang="zh-CN" sz="2800" b="1" dirty="0">
                <a:latin typeface="+mn-ea"/>
              </a:rPr>
              <a:t>1】 </a:t>
            </a:r>
            <a:r>
              <a:rPr lang="zh-CN" altLang="en-US" sz="2800" dirty="0">
                <a:latin typeface="+mn-ea"/>
              </a:rPr>
              <a:t>判断</a:t>
            </a:r>
            <a:r>
              <a:rPr lang="en-US" altLang="zh-CN" sz="2800" b="0" i="1" dirty="0">
                <a:latin typeface="+mn-ea"/>
              </a:rPr>
              <a:t>AB </a:t>
            </a:r>
            <a:r>
              <a:rPr lang="zh-CN" altLang="en-US" sz="2800" b="0" i="1" dirty="0">
                <a:latin typeface="+mn-ea"/>
              </a:rPr>
              <a:t>、</a:t>
            </a:r>
            <a:r>
              <a:rPr lang="en-US" altLang="zh-CN" sz="2800" b="0" i="1" dirty="0">
                <a:latin typeface="+mn-ea"/>
              </a:rPr>
              <a:t>EF </a:t>
            </a:r>
            <a:r>
              <a:rPr lang="zh-CN" altLang="en-US" sz="2800" dirty="0">
                <a:latin typeface="+mn-ea"/>
              </a:rPr>
              <a:t>两直线的相对位置。</a:t>
            </a: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E525EB47-595F-DB65-F05F-131C4E0B4B72}"/>
              </a:ext>
            </a:extLst>
          </p:cNvPr>
          <p:cNvSpPr>
            <a:spLocks/>
          </p:cNvSpPr>
          <p:nvPr/>
        </p:nvSpPr>
        <p:spPr bwMode="auto">
          <a:xfrm>
            <a:off x="3777438" y="4389291"/>
            <a:ext cx="874713" cy="1238250"/>
          </a:xfrm>
          <a:custGeom>
            <a:avLst/>
            <a:gdLst>
              <a:gd name="T0" fmla="*/ 0 w 551"/>
              <a:gd name="T1" fmla="*/ 779 h 780"/>
              <a:gd name="T2" fmla="*/ 550 w 551"/>
              <a:gd name="T3" fmla="*/ 0 h 7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51" h="780">
                <a:moveTo>
                  <a:pt x="0" y="779"/>
                </a:moveTo>
                <a:lnTo>
                  <a:pt x="550" y="0"/>
                </a:lnTo>
              </a:path>
            </a:pathLst>
          </a:custGeom>
          <a:solidFill>
            <a:srgbClr val="FFFFFF"/>
          </a:solidFill>
          <a:ln w="12700" cap="rnd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6FC6A131-CC40-16F1-0CA8-F889D1CC6232}"/>
              </a:ext>
            </a:extLst>
          </p:cNvPr>
          <p:cNvSpPr>
            <a:spLocks/>
          </p:cNvSpPr>
          <p:nvPr/>
        </p:nvSpPr>
        <p:spPr bwMode="auto">
          <a:xfrm>
            <a:off x="4091763" y="5067153"/>
            <a:ext cx="109538" cy="107950"/>
          </a:xfrm>
          <a:custGeom>
            <a:avLst/>
            <a:gdLst>
              <a:gd name="T0" fmla="*/ 68 w 69"/>
              <a:gd name="T1" fmla="*/ 34 h 68"/>
              <a:gd name="T2" fmla="*/ 67 w 69"/>
              <a:gd name="T3" fmla="*/ 25 h 68"/>
              <a:gd name="T4" fmla="*/ 63 w 69"/>
              <a:gd name="T5" fmla="*/ 17 h 68"/>
              <a:gd name="T6" fmla="*/ 58 w 69"/>
              <a:gd name="T7" fmla="*/ 10 h 68"/>
              <a:gd name="T8" fmla="*/ 51 w 69"/>
              <a:gd name="T9" fmla="*/ 5 h 68"/>
              <a:gd name="T10" fmla="*/ 43 w 69"/>
              <a:gd name="T11" fmla="*/ 1 h 68"/>
              <a:gd name="T12" fmla="*/ 34 w 69"/>
              <a:gd name="T13" fmla="*/ 0 h 68"/>
              <a:gd name="T14" fmla="*/ 25 w 69"/>
              <a:gd name="T15" fmla="*/ 1 h 68"/>
              <a:gd name="T16" fmla="*/ 17 w 69"/>
              <a:gd name="T17" fmla="*/ 5 h 68"/>
              <a:gd name="T18" fmla="*/ 10 w 69"/>
              <a:gd name="T19" fmla="*/ 10 h 68"/>
              <a:gd name="T20" fmla="*/ 4 w 69"/>
              <a:gd name="T21" fmla="*/ 17 h 68"/>
              <a:gd name="T22" fmla="*/ 1 w 69"/>
              <a:gd name="T23" fmla="*/ 25 h 68"/>
              <a:gd name="T24" fmla="*/ 0 w 69"/>
              <a:gd name="T25" fmla="*/ 34 h 68"/>
              <a:gd name="T26" fmla="*/ 1 w 69"/>
              <a:gd name="T27" fmla="*/ 42 h 68"/>
              <a:gd name="T28" fmla="*/ 4 w 69"/>
              <a:gd name="T29" fmla="*/ 50 h 68"/>
              <a:gd name="T30" fmla="*/ 10 w 69"/>
              <a:gd name="T31" fmla="*/ 57 h 68"/>
              <a:gd name="T32" fmla="*/ 17 w 69"/>
              <a:gd name="T33" fmla="*/ 63 h 68"/>
              <a:gd name="T34" fmla="*/ 25 w 69"/>
              <a:gd name="T35" fmla="*/ 66 h 68"/>
              <a:gd name="T36" fmla="*/ 34 w 69"/>
              <a:gd name="T37" fmla="*/ 67 h 68"/>
              <a:gd name="T38" fmla="*/ 43 w 69"/>
              <a:gd name="T39" fmla="*/ 66 h 68"/>
              <a:gd name="T40" fmla="*/ 51 w 69"/>
              <a:gd name="T41" fmla="*/ 63 h 68"/>
              <a:gd name="T42" fmla="*/ 58 w 69"/>
              <a:gd name="T43" fmla="*/ 57 h 68"/>
              <a:gd name="T44" fmla="*/ 63 w 69"/>
              <a:gd name="T45" fmla="*/ 50 h 68"/>
              <a:gd name="T46" fmla="*/ 67 w 69"/>
              <a:gd name="T47" fmla="*/ 42 h 68"/>
              <a:gd name="T48" fmla="*/ 68 w 69"/>
              <a:gd name="T49" fmla="*/ 34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69" h="68">
                <a:moveTo>
                  <a:pt x="68" y="34"/>
                </a:moveTo>
                <a:lnTo>
                  <a:pt x="67" y="25"/>
                </a:lnTo>
                <a:lnTo>
                  <a:pt x="63" y="17"/>
                </a:lnTo>
                <a:lnTo>
                  <a:pt x="58" y="10"/>
                </a:lnTo>
                <a:lnTo>
                  <a:pt x="51" y="5"/>
                </a:lnTo>
                <a:lnTo>
                  <a:pt x="43" y="1"/>
                </a:lnTo>
                <a:lnTo>
                  <a:pt x="34" y="0"/>
                </a:lnTo>
                <a:lnTo>
                  <a:pt x="25" y="1"/>
                </a:lnTo>
                <a:lnTo>
                  <a:pt x="17" y="5"/>
                </a:lnTo>
                <a:lnTo>
                  <a:pt x="10" y="10"/>
                </a:lnTo>
                <a:lnTo>
                  <a:pt x="4" y="17"/>
                </a:lnTo>
                <a:lnTo>
                  <a:pt x="1" y="25"/>
                </a:lnTo>
                <a:lnTo>
                  <a:pt x="0" y="34"/>
                </a:lnTo>
                <a:lnTo>
                  <a:pt x="1" y="42"/>
                </a:lnTo>
                <a:lnTo>
                  <a:pt x="4" y="50"/>
                </a:lnTo>
                <a:lnTo>
                  <a:pt x="10" y="57"/>
                </a:lnTo>
                <a:lnTo>
                  <a:pt x="17" y="63"/>
                </a:lnTo>
                <a:lnTo>
                  <a:pt x="25" y="66"/>
                </a:lnTo>
                <a:lnTo>
                  <a:pt x="34" y="67"/>
                </a:lnTo>
                <a:lnTo>
                  <a:pt x="43" y="66"/>
                </a:lnTo>
                <a:lnTo>
                  <a:pt x="51" y="63"/>
                </a:lnTo>
                <a:lnTo>
                  <a:pt x="58" y="57"/>
                </a:lnTo>
                <a:lnTo>
                  <a:pt x="63" y="50"/>
                </a:lnTo>
                <a:lnTo>
                  <a:pt x="67" y="42"/>
                </a:lnTo>
                <a:lnTo>
                  <a:pt x="68" y="34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51D8A8DE-345A-033B-A1DB-AD0327CA7FB0}"/>
              </a:ext>
            </a:extLst>
          </p:cNvPr>
          <p:cNvSpPr>
            <a:spLocks/>
          </p:cNvSpPr>
          <p:nvPr/>
        </p:nvSpPr>
        <p:spPr bwMode="auto">
          <a:xfrm>
            <a:off x="4510863" y="4457553"/>
            <a:ext cx="109538" cy="107950"/>
          </a:xfrm>
          <a:custGeom>
            <a:avLst/>
            <a:gdLst>
              <a:gd name="T0" fmla="*/ 68 w 69"/>
              <a:gd name="T1" fmla="*/ 34 h 68"/>
              <a:gd name="T2" fmla="*/ 67 w 69"/>
              <a:gd name="T3" fmla="*/ 25 h 68"/>
              <a:gd name="T4" fmla="*/ 64 w 69"/>
              <a:gd name="T5" fmla="*/ 17 h 68"/>
              <a:gd name="T6" fmla="*/ 58 w 69"/>
              <a:gd name="T7" fmla="*/ 10 h 68"/>
              <a:gd name="T8" fmla="*/ 51 w 69"/>
              <a:gd name="T9" fmla="*/ 5 h 68"/>
              <a:gd name="T10" fmla="*/ 43 w 69"/>
              <a:gd name="T11" fmla="*/ 1 h 68"/>
              <a:gd name="T12" fmla="*/ 34 w 69"/>
              <a:gd name="T13" fmla="*/ 0 h 68"/>
              <a:gd name="T14" fmla="*/ 25 w 69"/>
              <a:gd name="T15" fmla="*/ 1 h 68"/>
              <a:gd name="T16" fmla="*/ 17 w 69"/>
              <a:gd name="T17" fmla="*/ 5 h 68"/>
              <a:gd name="T18" fmla="*/ 10 w 69"/>
              <a:gd name="T19" fmla="*/ 10 h 68"/>
              <a:gd name="T20" fmla="*/ 5 w 69"/>
              <a:gd name="T21" fmla="*/ 17 h 68"/>
              <a:gd name="T22" fmla="*/ 1 w 69"/>
              <a:gd name="T23" fmla="*/ 25 h 68"/>
              <a:gd name="T24" fmla="*/ 0 w 69"/>
              <a:gd name="T25" fmla="*/ 34 h 68"/>
              <a:gd name="T26" fmla="*/ 1 w 69"/>
              <a:gd name="T27" fmla="*/ 42 h 68"/>
              <a:gd name="T28" fmla="*/ 5 w 69"/>
              <a:gd name="T29" fmla="*/ 50 h 68"/>
              <a:gd name="T30" fmla="*/ 10 w 69"/>
              <a:gd name="T31" fmla="*/ 57 h 68"/>
              <a:gd name="T32" fmla="*/ 17 w 69"/>
              <a:gd name="T33" fmla="*/ 63 h 68"/>
              <a:gd name="T34" fmla="*/ 25 w 69"/>
              <a:gd name="T35" fmla="*/ 66 h 68"/>
              <a:gd name="T36" fmla="*/ 34 w 69"/>
              <a:gd name="T37" fmla="*/ 67 h 68"/>
              <a:gd name="T38" fmla="*/ 43 w 69"/>
              <a:gd name="T39" fmla="*/ 66 h 68"/>
              <a:gd name="T40" fmla="*/ 51 w 69"/>
              <a:gd name="T41" fmla="*/ 63 h 68"/>
              <a:gd name="T42" fmla="*/ 58 w 69"/>
              <a:gd name="T43" fmla="*/ 57 h 68"/>
              <a:gd name="T44" fmla="*/ 64 w 69"/>
              <a:gd name="T45" fmla="*/ 50 h 68"/>
              <a:gd name="T46" fmla="*/ 67 w 69"/>
              <a:gd name="T47" fmla="*/ 42 h 68"/>
              <a:gd name="T48" fmla="*/ 68 w 69"/>
              <a:gd name="T49" fmla="*/ 34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69" h="68">
                <a:moveTo>
                  <a:pt x="68" y="34"/>
                </a:moveTo>
                <a:lnTo>
                  <a:pt x="67" y="25"/>
                </a:lnTo>
                <a:lnTo>
                  <a:pt x="64" y="17"/>
                </a:lnTo>
                <a:lnTo>
                  <a:pt x="58" y="10"/>
                </a:lnTo>
                <a:lnTo>
                  <a:pt x="51" y="5"/>
                </a:lnTo>
                <a:lnTo>
                  <a:pt x="43" y="1"/>
                </a:lnTo>
                <a:lnTo>
                  <a:pt x="34" y="0"/>
                </a:lnTo>
                <a:lnTo>
                  <a:pt x="25" y="1"/>
                </a:lnTo>
                <a:lnTo>
                  <a:pt x="17" y="5"/>
                </a:lnTo>
                <a:lnTo>
                  <a:pt x="10" y="10"/>
                </a:lnTo>
                <a:lnTo>
                  <a:pt x="5" y="17"/>
                </a:lnTo>
                <a:lnTo>
                  <a:pt x="1" y="25"/>
                </a:lnTo>
                <a:lnTo>
                  <a:pt x="0" y="34"/>
                </a:lnTo>
                <a:lnTo>
                  <a:pt x="1" y="42"/>
                </a:lnTo>
                <a:lnTo>
                  <a:pt x="5" y="50"/>
                </a:lnTo>
                <a:lnTo>
                  <a:pt x="10" y="57"/>
                </a:lnTo>
                <a:lnTo>
                  <a:pt x="17" y="63"/>
                </a:lnTo>
                <a:lnTo>
                  <a:pt x="25" y="66"/>
                </a:lnTo>
                <a:lnTo>
                  <a:pt x="34" y="67"/>
                </a:lnTo>
                <a:lnTo>
                  <a:pt x="43" y="66"/>
                </a:lnTo>
                <a:lnTo>
                  <a:pt x="51" y="63"/>
                </a:lnTo>
                <a:lnTo>
                  <a:pt x="58" y="57"/>
                </a:lnTo>
                <a:lnTo>
                  <a:pt x="64" y="50"/>
                </a:lnTo>
                <a:lnTo>
                  <a:pt x="67" y="42"/>
                </a:lnTo>
                <a:lnTo>
                  <a:pt x="68" y="34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BD049D4A-0EFE-E079-FDC9-D901EDC7C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4376" y="5941866"/>
            <a:ext cx="1006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6038" rIns="90488" bIns="46038">
            <a:spAutoFit/>
          </a:bodyPr>
          <a:lstStyle/>
          <a:p>
            <a:r>
              <a:rPr lang="zh-CN" altLang="en-US" sz="2400">
                <a:latin typeface="仿宋_GB2312" pitchFamily="49" charset="-122"/>
              </a:rPr>
              <a:t>相交</a:t>
            </a:r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01EF37B0-D051-8E32-2AA6-50DBE943DD15}"/>
              </a:ext>
            </a:extLst>
          </p:cNvPr>
          <p:cNvSpPr>
            <a:spLocks/>
          </p:cNvSpPr>
          <p:nvPr/>
        </p:nvSpPr>
        <p:spPr bwMode="auto">
          <a:xfrm>
            <a:off x="2186763" y="3981303"/>
            <a:ext cx="3024188" cy="3175"/>
          </a:xfrm>
          <a:custGeom>
            <a:avLst/>
            <a:gdLst>
              <a:gd name="T0" fmla="*/ 0 w 1905"/>
              <a:gd name="T1" fmla="*/ 1 h 2"/>
              <a:gd name="T2" fmla="*/ 1904 w 1905"/>
              <a:gd name="T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905" h="2">
                <a:moveTo>
                  <a:pt x="0" y="1"/>
                </a:moveTo>
                <a:lnTo>
                  <a:pt x="1904" y="0"/>
                </a:lnTo>
              </a:path>
            </a:pathLst>
          </a:custGeom>
          <a:solidFill>
            <a:srgbClr val="FFFFFF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EB89590F-AECA-E606-A750-3FF13E7877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80613" y="4298803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" name="Group 30">
            <a:extLst>
              <a:ext uri="{FF2B5EF4-FFF2-40B4-BE49-F238E27FC236}">
                <a16:creationId xmlns:a16="http://schemas.microsoft.com/office/drawing/2014/main" id="{593E75D7-861E-BEB8-93FC-09F0816922E3}"/>
              </a:ext>
            </a:extLst>
          </p:cNvPr>
          <p:cNvGrpSpPr>
            <a:grpSpLocks/>
          </p:cNvGrpSpPr>
          <p:nvPr/>
        </p:nvGrpSpPr>
        <p:grpSpPr bwMode="auto">
          <a:xfrm>
            <a:off x="1881963" y="1974703"/>
            <a:ext cx="3722688" cy="3860800"/>
            <a:chOff x="288" y="976"/>
            <a:chExt cx="2345" cy="2432"/>
          </a:xfrm>
        </p:grpSpPr>
        <p:sp>
          <p:nvSpPr>
            <p:cNvPr id="17" name="Line 13">
              <a:extLst>
                <a:ext uri="{FF2B5EF4-FFF2-40B4-BE49-F238E27FC236}">
                  <a16:creationId xmlns:a16="http://schemas.microsoft.com/office/drawing/2014/main" id="{68F06A80-9C78-B66A-C1B6-2FF69F1DCD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9" y="1545"/>
              <a:ext cx="1" cy="11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4">
              <a:extLst>
                <a:ext uri="{FF2B5EF4-FFF2-40B4-BE49-F238E27FC236}">
                  <a16:creationId xmlns:a16="http://schemas.microsoft.com/office/drawing/2014/main" id="{80DBA581-86AC-AC29-AB83-1F4193CDA9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9" y="1545"/>
              <a:ext cx="1" cy="159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5">
              <a:extLst>
                <a:ext uri="{FF2B5EF4-FFF2-40B4-BE49-F238E27FC236}">
                  <a16:creationId xmlns:a16="http://schemas.microsoft.com/office/drawing/2014/main" id="{9C7663DD-1DAE-E820-0C87-CAA88D0B3E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4" y="2012"/>
              <a:ext cx="1" cy="42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6">
              <a:extLst>
                <a:ext uri="{FF2B5EF4-FFF2-40B4-BE49-F238E27FC236}">
                  <a16:creationId xmlns:a16="http://schemas.microsoft.com/office/drawing/2014/main" id="{0379F6B4-0280-9D3A-16FA-EEFEE1F2D5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7" y="1545"/>
              <a:ext cx="1150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7">
              <a:extLst>
                <a:ext uri="{FF2B5EF4-FFF2-40B4-BE49-F238E27FC236}">
                  <a16:creationId xmlns:a16="http://schemas.microsoft.com/office/drawing/2014/main" id="{0E0527FD-A84F-4EE3-47BC-FE613DDBAA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7" y="2670"/>
              <a:ext cx="1150" cy="47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8">
              <a:extLst>
                <a:ext uri="{FF2B5EF4-FFF2-40B4-BE49-F238E27FC236}">
                  <a16:creationId xmlns:a16="http://schemas.microsoft.com/office/drawing/2014/main" id="{C0D26AEE-C463-9148-B072-3914A15936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4" y="1142"/>
              <a:ext cx="1" cy="87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9">
              <a:extLst>
                <a:ext uri="{FF2B5EF4-FFF2-40B4-BE49-F238E27FC236}">
                  <a16:creationId xmlns:a16="http://schemas.microsoft.com/office/drawing/2014/main" id="{E32FAD64-FBFA-F243-A04E-C4EA5E6800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4" y="2522"/>
              <a:ext cx="1" cy="75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20">
              <a:extLst>
                <a:ext uri="{FF2B5EF4-FFF2-40B4-BE49-F238E27FC236}">
                  <a16:creationId xmlns:a16="http://schemas.microsoft.com/office/drawing/2014/main" id="{CB3B151F-3734-AC85-4C25-268905903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0" y="2104"/>
              <a:ext cx="2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0" i="1">
                  <a:latin typeface="方正姚体" panose="02010601030101010101" pitchFamily="2" charset="-122"/>
                  <a:ea typeface="方正姚体" panose="02010601030101010101" pitchFamily="2" charset="-122"/>
                </a:rPr>
                <a:t>O </a:t>
              </a:r>
            </a:p>
          </p:txBody>
        </p:sp>
        <p:sp>
          <p:nvSpPr>
            <p:cNvPr id="25" name="Rectangle 21">
              <a:extLst>
                <a:ext uri="{FF2B5EF4-FFF2-40B4-BE49-F238E27FC236}">
                  <a16:creationId xmlns:a16="http://schemas.microsoft.com/office/drawing/2014/main" id="{89FEDDBF-0BA0-C90C-8929-73F73A97C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112"/>
              <a:ext cx="254" cy="2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0" i="1">
                  <a:latin typeface="方正姚体" panose="02010601030101010101" pitchFamily="2" charset="-122"/>
                  <a:ea typeface="方正姚体" panose="02010601030101010101" pitchFamily="2" charset="-122"/>
                </a:rPr>
                <a:t>X </a:t>
              </a:r>
            </a:p>
          </p:txBody>
        </p:sp>
        <p:sp>
          <p:nvSpPr>
            <p:cNvPr id="26" name="Rectangle 22">
              <a:extLst>
                <a:ext uri="{FF2B5EF4-FFF2-40B4-BE49-F238E27FC236}">
                  <a16:creationId xmlns:a16="http://schemas.microsoft.com/office/drawing/2014/main" id="{D06EFEDB-291C-9A08-742C-6B8EC998AF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4" y="3120"/>
              <a:ext cx="2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0" i="1">
                  <a:latin typeface="Comic Sans MS" panose="030F0702030302020204" pitchFamily="66" charset="0"/>
                  <a:ea typeface="方正姚体" panose="02010601030101010101" pitchFamily="2" charset="-122"/>
                </a:rPr>
                <a:t>a</a:t>
              </a:r>
            </a:p>
          </p:txBody>
        </p:sp>
        <p:sp>
          <p:nvSpPr>
            <p:cNvPr id="27" name="Rectangle 23">
              <a:extLst>
                <a:ext uri="{FF2B5EF4-FFF2-40B4-BE49-F238E27FC236}">
                  <a16:creationId xmlns:a16="http://schemas.microsoft.com/office/drawing/2014/main" id="{BABFDAE9-F985-2F14-3641-56270A0E67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400"/>
              <a:ext cx="2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0" i="1">
                  <a:latin typeface="方正姚体" panose="02010601030101010101" pitchFamily="2" charset="-122"/>
                  <a:ea typeface="方正姚体" panose="02010601030101010101" pitchFamily="2" charset="-122"/>
                </a:rPr>
                <a:t>b</a:t>
              </a:r>
            </a:p>
          </p:txBody>
        </p:sp>
        <p:sp>
          <p:nvSpPr>
            <p:cNvPr id="28" name="Rectangle 24">
              <a:extLst>
                <a:ext uri="{FF2B5EF4-FFF2-40B4-BE49-F238E27FC236}">
                  <a16:creationId xmlns:a16="http://schemas.microsoft.com/office/drawing/2014/main" id="{B827EEBA-2229-2F11-079D-84FED2366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872"/>
              <a:ext cx="2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0" i="1">
                  <a:latin typeface="方正姚体" panose="02010601030101010101" pitchFamily="2" charset="-122"/>
                  <a:ea typeface="方正姚体" panose="02010601030101010101" pitchFamily="2" charset="-122"/>
                </a:rPr>
                <a:t>b</a:t>
              </a:r>
              <a:r>
                <a:rPr lang="en-US" altLang="zh-CN" sz="2400" b="0" i="1">
                  <a:latin typeface="Comic Sans MS" panose="030F0702030302020204" pitchFamily="66" charset="0"/>
                  <a:ea typeface="方正姚体" panose="02010601030101010101" pitchFamily="2" charset="-122"/>
                </a:rPr>
                <a:t>’</a:t>
              </a:r>
            </a:p>
          </p:txBody>
        </p:sp>
        <p:sp>
          <p:nvSpPr>
            <p:cNvPr id="29" name="Rectangle 25">
              <a:extLst>
                <a:ext uri="{FF2B5EF4-FFF2-40B4-BE49-F238E27FC236}">
                  <a16:creationId xmlns:a16="http://schemas.microsoft.com/office/drawing/2014/main" id="{682600EE-678B-386D-2B68-0DA1092F8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" y="976"/>
              <a:ext cx="2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0" i="1">
                  <a:latin typeface="Comic Sans MS" panose="030F0702030302020204" pitchFamily="66" charset="0"/>
                  <a:ea typeface="方正姚体" panose="02010601030101010101" pitchFamily="2" charset="-122"/>
                </a:rPr>
                <a:t>a’</a:t>
              </a:r>
            </a:p>
          </p:txBody>
        </p:sp>
        <p:sp>
          <p:nvSpPr>
            <p:cNvPr id="30" name="Rectangle 26">
              <a:extLst>
                <a:ext uri="{FF2B5EF4-FFF2-40B4-BE49-F238E27FC236}">
                  <a16:creationId xmlns:a16="http://schemas.microsoft.com/office/drawing/2014/main" id="{F8162AEA-F917-31F8-5F44-38B652A9D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392"/>
              <a:ext cx="2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0" i="1">
                  <a:latin typeface="方正姚体" panose="02010601030101010101" pitchFamily="2" charset="-122"/>
                  <a:ea typeface="方正姚体" panose="02010601030101010101" pitchFamily="2" charset="-122"/>
                </a:rPr>
                <a:t>f</a:t>
              </a:r>
              <a:r>
                <a:rPr lang="en-US" altLang="zh-CN" sz="2400" b="0" i="1">
                  <a:latin typeface="Comic Sans MS" panose="030F0702030302020204" pitchFamily="66" charset="0"/>
                  <a:ea typeface="方正姚体" panose="02010601030101010101" pitchFamily="2" charset="-122"/>
                </a:rPr>
                <a:t>’</a:t>
              </a:r>
            </a:p>
          </p:txBody>
        </p:sp>
        <p:sp>
          <p:nvSpPr>
            <p:cNvPr id="31" name="Rectangle 27">
              <a:extLst>
                <a:ext uri="{FF2B5EF4-FFF2-40B4-BE49-F238E27FC236}">
                  <a16:creationId xmlns:a16="http://schemas.microsoft.com/office/drawing/2014/main" id="{B64E5769-994E-DE41-26D4-E1C27D1AC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392"/>
              <a:ext cx="2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0" i="1">
                  <a:latin typeface="方正姚体" panose="02010601030101010101" pitchFamily="2" charset="-122"/>
                  <a:ea typeface="方正姚体" panose="02010601030101010101" pitchFamily="2" charset="-122"/>
                </a:rPr>
                <a:t>e</a:t>
              </a:r>
              <a:r>
                <a:rPr lang="en-US" altLang="zh-CN" sz="2400" b="0" i="1">
                  <a:latin typeface="Comic Sans MS" panose="030F0702030302020204" pitchFamily="66" charset="0"/>
                  <a:ea typeface="方正姚体" panose="02010601030101010101" pitchFamily="2" charset="-122"/>
                </a:rPr>
                <a:t>’</a:t>
              </a:r>
            </a:p>
          </p:txBody>
        </p:sp>
        <p:sp>
          <p:nvSpPr>
            <p:cNvPr id="32" name="Rectangle 28">
              <a:extLst>
                <a:ext uri="{FF2B5EF4-FFF2-40B4-BE49-F238E27FC236}">
                  <a16:creationId xmlns:a16="http://schemas.microsoft.com/office/drawing/2014/main" id="{6680BE87-F6B5-D1BC-812D-11B882921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544"/>
              <a:ext cx="25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0" i="1">
                  <a:latin typeface="方正姚体" panose="02010601030101010101" pitchFamily="2" charset="-122"/>
                  <a:ea typeface="方正姚体" panose="02010601030101010101" pitchFamily="2" charset="-122"/>
                </a:rPr>
                <a:t>e</a:t>
              </a:r>
            </a:p>
          </p:txBody>
        </p:sp>
        <p:sp>
          <p:nvSpPr>
            <p:cNvPr id="33" name="Rectangle 29">
              <a:extLst>
                <a:ext uri="{FF2B5EF4-FFF2-40B4-BE49-F238E27FC236}">
                  <a16:creationId xmlns:a16="http://schemas.microsoft.com/office/drawing/2014/main" id="{DB0C0D99-BD77-0007-36EF-3A8739D0A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3072"/>
              <a:ext cx="2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0" i="1">
                  <a:latin typeface="方正姚体" panose="02010601030101010101" pitchFamily="2" charset="-122"/>
                  <a:ea typeface="方正姚体" panose="02010601030101010101" pitchFamily="2" charset="-122"/>
                </a:rPr>
                <a:t>f</a:t>
              </a:r>
            </a:p>
          </p:txBody>
        </p:sp>
      </p:grpSp>
      <p:sp>
        <p:nvSpPr>
          <p:cNvPr id="34" name="Oval 31">
            <a:extLst>
              <a:ext uri="{FF2B5EF4-FFF2-40B4-BE49-F238E27FC236}">
                <a16:creationId xmlns:a16="http://schemas.microsoft.com/office/drawing/2014/main" id="{8DEB5DD0-D9C2-CF09-CDB8-9FC371D50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176" y="2811316"/>
            <a:ext cx="130175" cy="131762"/>
          </a:xfrm>
          <a:prstGeom prst="ellipse">
            <a:avLst/>
          </a:prstGeom>
          <a:solidFill>
            <a:schemeClr val="bg1"/>
          </a:solidFill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Rectangle 32">
            <a:extLst>
              <a:ext uri="{FF2B5EF4-FFF2-40B4-BE49-F238E27FC236}">
                <a16:creationId xmlns:a16="http://schemas.microsoft.com/office/drawing/2014/main" id="{2BC0ADD1-99B7-A736-1E8C-1A424875F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6176" y="2414441"/>
            <a:ext cx="865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0" i="1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k</a:t>
            </a:r>
            <a:r>
              <a:rPr lang="en-US" altLang="zh-CN" sz="2400" b="0" i="1">
                <a:solidFill>
                  <a:srgbClr val="FF0000"/>
                </a:solidFill>
                <a:latin typeface="Comic Sans MS" panose="030F0702030302020204" pitchFamily="66" charset="0"/>
                <a:ea typeface="方正姚体" panose="02010601030101010101" pitchFamily="2" charset="-122"/>
              </a:rPr>
              <a:t>’</a:t>
            </a:r>
          </a:p>
        </p:txBody>
      </p:sp>
      <p:grpSp>
        <p:nvGrpSpPr>
          <p:cNvPr id="36" name="Group 36">
            <a:extLst>
              <a:ext uri="{FF2B5EF4-FFF2-40B4-BE49-F238E27FC236}">
                <a16:creationId xmlns:a16="http://schemas.microsoft.com/office/drawing/2014/main" id="{D3D841B0-510C-5EA4-73DB-37EA92FF92AD}"/>
              </a:ext>
            </a:extLst>
          </p:cNvPr>
          <p:cNvGrpSpPr>
            <a:grpSpLocks/>
          </p:cNvGrpSpPr>
          <p:nvPr/>
        </p:nvGrpSpPr>
        <p:grpSpPr bwMode="auto">
          <a:xfrm>
            <a:off x="3701238" y="4373416"/>
            <a:ext cx="1239838" cy="1524000"/>
            <a:chOff x="1488" y="2496"/>
            <a:chExt cx="781" cy="960"/>
          </a:xfrm>
        </p:grpSpPr>
        <p:sp>
          <p:nvSpPr>
            <p:cNvPr id="37" name="Rectangle 33">
              <a:extLst>
                <a:ext uri="{FF2B5EF4-FFF2-40B4-BE49-F238E27FC236}">
                  <a16:creationId xmlns:a16="http://schemas.microsoft.com/office/drawing/2014/main" id="{CB17E67D-87D0-C36D-AF97-ED5CAFEF9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832"/>
              <a:ext cx="2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0" i="1">
                  <a:latin typeface="方正姚体" panose="02010601030101010101" pitchFamily="2" charset="-122"/>
                  <a:ea typeface="方正姚体" panose="02010601030101010101" pitchFamily="2" charset="-122"/>
                </a:rPr>
                <a:t>k</a:t>
              </a:r>
              <a:r>
                <a:rPr lang="en-US" altLang="zh-CN" sz="2400" b="0" i="1">
                  <a:latin typeface="Comic Sans MS" panose="030F0702030302020204" pitchFamily="66" charset="0"/>
                  <a:ea typeface="方正姚体" panose="02010601030101010101" pitchFamily="2" charset="-122"/>
                </a:rPr>
                <a:t>’</a:t>
              </a:r>
            </a:p>
          </p:txBody>
        </p:sp>
        <p:sp>
          <p:nvSpPr>
            <p:cNvPr id="38" name="Rectangle 34">
              <a:extLst>
                <a:ext uri="{FF2B5EF4-FFF2-40B4-BE49-F238E27FC236}">
                  <a16:creationId xmlns:a16="http://schemas.microsoft.com/office/drawing/2014/main" id="{FD933FBF-027C-9625-3847-794E83F5D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496"/>
              <a:ext cx="2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0" i="1">
                  <a:latin typeface="方正姚体" panose="02010601030101010101" pitchFamily="2" charset="-122"/>
                  <a:ea typeface="方正姚体" panose="02010601030101010101" pitchFamily="2" charset="-122"/>
                </a:rPr>
                <a:t>b</a:t>
              </a:r>
              <a:r>
                <a:rPr lang="en-US" altLang="zh-CN" sz="2400" b="0" i="1">
                  <a:latin typeface="Comic Sans MS" panose="030F0702030302020204" pitchFamily="66" charset="0"/>
                  <a:ea typeface="方正姚体" panose="02010601030101010101" pitchFamily="2" charset="-122"/>
                </a:rPr>
                <a:t>’</a:t>
              </a:r>
            </a:p>
          </p:txBody>
        </p:sp>
        <p:sp>
          <p:nvSpPr>
            <p:cNvPr id="39" name="Rectangle 35">
              <a:extLst>
                <a:ext uri="{FF2B5EF4-FFF2-40B4-BE49-F238E27FC236}">
                  <a16:creationId xmlns:a16="http://schemas.microsoft.com/office/drawing/2014/main" id="{3EC4DD70-97D2-8645-1709-E616D4BF1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168"/>
              <a:ext cx="2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0" i="1">
                  <a:latin typeface="Comic Sans MS" panose="030F0702030302020204" pitchFamily="66" charset="0"/>
                  <a:ea typeface="方正姚体" panose="02010601030101010101" pitchFamily="2" charset="-122"/>
                </a:rPr>
                <a:t>a’</a:t>
              </a:r>
            </a:p>
          </p:txBody>
        </p:sp>
      </p:grpSp>
      <p:sp>
        <p:nvSpPr>
          <p:cNvPr id="40" name="Rectangle 37">
            <a:extLst>
              <a:ext uri="{FF2B5EF4-FFF2-40B4-BE49-F238E27FC236}">
                <a16:creationId xmlns:a16="http://schemas.microsoft.com/office/drawing/2014/main" id="{9FA06859-281B-BE07-B6BD-7B7695F29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2401" y="1949303"/>
            <a:ext cx="1100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6038" rIns="90488" bIns="46038">
            <a:spAutoFit/>
          </a:bodyPr>
          <a:lstStyle/>
          <a:p>
            <a:r>
              <a:rPr lang="zh-CN" altLang="en-US" sz="2400">
                <a:solidFill>
                  <a:srgbClr val="A50021"/>
                </a:solidFill>
                <a:latin typeface="仿宋_GB2312" pitchFamily="49" charset="-122"/>
              </a:rPr>
              <a:t>分析：</a:t>
            </a:r>
          </a:p>
        </p:txBody>
      </p:sp>
      <p:sp>
        <p:nvSpPr>
          <p:cNvPr id="41" name="Rectangle 39">
            <a:extLst>
              <a:ext uri="{FF2B5EF4-FFF2-40B4-BE49-F238E27FC236}">
                <a16:creationId xmlns:a16="http://schemas.microsoft.com/office/drawing/2014/main" id="{DDE85A3A-D61A-9F79-C6E6-507724FB5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2401" y="2558903"/>
            <a:ext cx="365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6038" rIns="90488" bIns="46038">
            <a:spAutoFit/>
          </a:bodyPr>
          <a:lstStyle/>
          <a:p>
            <a:r>
              <a:rPr lang="zh-CN" altLang="en-US" sz="2400">
                <a:solidFill>
                  <a:srgbClr val="A50021"/>
                </a:solidFill>
                <a:latin typeface="仿宋_GB2312" pitchFamily="49" charset="-122"/>
              </a:rPr>
              <a:t>判断</a:t>
            </a:r>
            <a:r>
              <a:rPr lang="zh-CN" altLang="en-US" sz="2400">
                <a:latin typeface="仿宋_GB2312" pitchFamily="49" charset="-122"/>
              </a:rPr>
              <a:t>方法：</a:t>
            </a:r>
          </a:p>
        </p:txBody>
      </p:sp>
      <p:sp>
        <p:nvSpPr>
          <p:cNvPr id="42" name="Rectangle 40">
            <a:extLst>
              <a:ext uri="{FF2B5EF4-FFF2-40B4-BE49-F238E27FC236}">
                <a16:creationId xmlns:a16="http://schemas.microsoft.com/office/drawing/2014/main" id="{9FACC4AD-E783-19F3-74F6-52F318DCC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8201" y="3062141"/>
            <a:ext cx="42497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6038" rIns="90488" bIns="46038">
            <a:spAutoFit/>
          </a:bodyPr>
          <a:lstStyle/>
          <a:p>
            <a:r>
              <a:rPr lang="zh-CN" altLang="en-US" sz="2400">
                <a:latin typeface="仿宋_GB2312" pitchFamily="49" charset="-122"/>
              </a:rPr>
              <a:t>方法一作第三投影（略）</a:t>
            </a:r>
          </a:p>
        </p:txBody>
      </p:sp>
      <p:sp>
        <p:nvSpPr>
          <p:cNvPr id="43" name="Rectangle 41">
            <a:extLst>
              <a:ext uri="{FF2B5EF4-FFF2-40B4-BE49-F238E27FC236}">
                <a16:creationId xmlns:a16="http://schemas.microsoft.com/office/drawing/2014/main" id="{D32AC4C3-0D3A-8EA1-C4E3-70999C158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8201" y="3566966"/>
            <a:ext cx="419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6038" rIns="90488" bIns="46038">
            <a:spAutoFit/>
          </a:bodyPr>
          <a:lstStyle/>
          <a:p>
            <a:r>
              <a:rPr lang="zh-CN" altLang="en-US" sz="2400">
                <a:latin typeface="仿宋_GB2312" pitchFamily="49" charset="-122"/>
              </a:rPr>
              <a:t>方法二按定比性。</a:t>
            </a:r>
          </a:p>
        </p:txBody>
      </p:sp>
      <p:sp>
        <p:nvSpPr>
          <p:cNvPr id="44" name="Oval 42">
            <a:extLst>
              <a:ext uri="{FF2B5EF4-FFF2-40B4-BE49-F238E27FC236}">
                <a16:creationId xmlns:a16="http://schemas.microsoft.com/office/drawing/2014/main" id="{01FB817B-32A0-DF29-B750-97DD3A2CD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176" y="5032228"/>
            <a:ext cx="130175" cy="131763"/>
          </a:xfrm>
          <a:prstGeom prst="ellipse">
            <a:avLst/>
          </a:prstGeom>
          <a:solidFill>
            <a:schemeClr val="bg1"/>
          </a:solidFill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Rectangle 43">
            <a:extLst>
              <a:ext uri="{FF2B5EF4-FFF2-40B4-BE49-F238E27FC236}">
                <a16:creationId xmlns:a16="http://schemas.microsoft.com/office/drawing/2014/main" id="{060CDEAA-6927-AE6D-0922-50841065D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963" y="4984603"/>
            <a:ext cx="401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0" i="1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k</a:t>
            </a:r>
          </a:p>
        </p:txBody>
      </p:sp>
      <p:sp>
        <p:nvSpPr>
          <p:cNvPr id="46" name="Rectangle 44">
            <a:extLst>
              <a:ext uri="{FF2B5EF4-FFF2-40B4-BE49-F238E27FC236}">
                <a16:creationId xmlns:a16="http://schemas.microsoft.com/office/drawing/2014/main" id="{BE244E61-FEE0-B8E7-D8F0-DB083BC80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5063" y="4214666"/>
            <a:ext cx="350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6038" rIns="90488" bIns="46038">
            <a:spAutoFit/>
          </a:bodyPr>
          <a:lstStyle/>
          <a:p>
            <a:r>
              <a:rPr lang="zh-CN" altLang="en-US" sz="2400">
                <a:latin typeface="仿宋_GB2312" pitchFamily="49" charset="-122"/>
              </a:rPr>
              <a:t>由于 </a:t>
            </a:r>
            <a:r>
              <a:rPr lang="en-US" altLang="zh-CN" b="0" i="1">
                <a:solidFill>
                  <a:srgbClr val="0033CC"/>
                </a:solidFill>
                <a:latin typeface="Comic Sans MS" panose="030F0702030302020204" pitchFamily="66" charset="0"/>
                <a:ea typeface="方正姚体" panose="02010601030101010101" pitchFamily="2" charset="-122"/>
              </a:rPr>
              <a:t>a’</a:t>
            </a:r>
            <a:r>
              <a:rPr lang="en-US" altLang="zh-CN" b="0" i="1">
                <a:solidFill>
                  <a:srgbClr val="0033CC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k</a:t>
            </a:r>
            <a:r>
              <a:rPr lang="en-US" altLang="zh-CN" b="0" i="1">
                <a:solidFill>
                  <a:srgbClr val="0033CC"/>
                </a:solidFill>
                <a:latin typeface="Comic Sans MS" panose="030F0702030302020204" pitchFamily="66" charset="0"/>
                <a:ea typeface="方正姚体" panose="02010601030101010101" pitchFamily="2" charset="-122"/>
              </a:rPr>
              <a:t>’ </a:t>
            </a:r>
            <a:r>
              <a:rPr lang="en-US" altLang="zh-CN">
                <a:solidFill>
                  <a:srgbClr val="0033CC"/>
                </a:solidFill>
                <a:latin typeface="仿宋_GB2312" pitchFamily="49" charset="-122"/>
              </a:rPr>
              <a:t>:</a:t>
            </a:r>
            <a:r>
              <a:rPr lang="en-US" altLang="zh-CN" b="0" i="1">
                <a:solidFill>
                  <a:srgbClr val="0033CC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k</a:t>
            </a:r>
            <a:r>
              <a:rPr lang="en-US" altLang="zh-CN" b="0" i="1">
                <a:solidFill>
                  <a:srgbClr val="0033CC"/>
                </a:solidFill>
                <a:latin typeface="Comic Sans MS" panose="030F0702030302020204" pitchFamily="66" charset="0"/>
                <a:ea typeface="方正姚体" panose="02010601030101010101" pitchFamily="2" charset="-122"/>
              </a:rPr>
              <a:t>’</a:t>
            </a:r>
            <a:r>
              <a:rPr lang="en-US" altLang="zh-CN" b="0" i="1">
                <a:solidFill>
                  <a:srgbClr val="0033CC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b</a:t>
            </a:r>
            <a:r>
              <a:rPr lang="en-US" altLang="zh-CN" b="0" i="1">
                <a:solidFill>
                  <a:srgbClr val="0033CC"/>
                </a:solidFill>
                <a:latin typeface="Comic Sans MS" panose="030F0702030302020204" pitchFamily="66" charset="0"/>
                <a:ea typeface="方正姚体" panose="02010601030101010101" pitchFamily="2" charset="-122"/>
              </a:rPr>
              <a:t>’</a:t>
            </a:r>
            <a:r>
              <a:rPr lang="en-US" altLang="zh-CN" b="0" i="1">
                <a:solidFill>
                  <a:srgbClr val="0033CC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= </a:t>
            </a:r>
            <a:r>
              <a:rPr lang="en-US" altLang="zh-CN" b="0" i="1">
                <a:solidFill>
                  <a:srgbClr val="0033CC"/>
                </a:solidFill>
                <a:latin typeface="Comic Sans MS" panose="030F0702030302020204" pitchFamily="66" charset="0"/>
                <a:ea typeface="方正姚体" panose="02010601030101010101" pitchFamily="2" charset="-122"/>
              </a:rPr>
              <a:t>a</a:t>
            </a:r>
            <a:r>
              <a:rPr lang="en-US" altLang="zh-CN" b="0" i="1">
                <a:solidFill>
                  <a:srgbClr val="0033CC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k </a:t>
            </a:r>
            <a:r>
              <a:rPr lang="en-US" altLang="zh-CN">
                <a:solidFill>
                  <a:srgbClr val="0033CC"/>
                </a:solidFill>
                <a:latin typeface="仿宋_GB2312" pitchFamily="49" charset="-122"/>
              </a:rPr>
              <a:t>:</a:t>
            </a:r>
            <a:r>
              <a:rPr lang="en-US" altLang="zh-CN" b="0" i="1">
                <a:solidFill>
                  <a:srgbClr val="0033CC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kb</a:t>
            </a:r>
          </a:p>
        </p:txBody>
      </p:sp>
      <p:sp>
        <p:nvSpPr>
          <p:cNvPr id="47" name="Rectangle 45">
            <a:extLst>
              <a:ext uri="{FF2B5EF4-FFF2-40B4-BE49-F238E27FC236}">
                <a16:creationId xmlns:a16="http://schemas.microsoft.com/office/drawing/2014/main" id="{3F81F71A-B9CE-2CC8-394B-AD8F1E3E0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2401" y="4214666"/>
            <a:ext cx="1100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6038" rIns="90488" bIns="46038">
            <a:spAutoFit/>
          </a:bodyPr>
          <a:lstStyle/>
          <a:p>
            <a:r>
              <a:rPr lang="zh-CN" altLang="en-US" sz="2400">
                <a:solidFill>
                  <a:srgbClr val="A50021"/>
                </a:solidFill>
                <a:latin typeface="仿宋_GB2312" pitchFamily="49" charset="-122"/>
              </a:rPr>
              <a:t>结论：</a:t>
            </a:r>
          </a:p>
        </p:txBody>
      </p:sp>
      <p:sp>
        <p:nvSpPr>
          <p:cNvPr id="48" name="Rectangle 46">
            <a:extLst>
              <a:ext uri="{FF2B5EF4-FFF2-40B4-BE49-F238E27FC236}">
                <a16:creationId xmlns:a16="http://schemas.microsoft.com/office/drawing/2014/main" id="{FF2A5E7D-8B78-7171-DD97-B4C674A3B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7763" y="4767116"/>
            <a:ext cx="350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6038" rIns="90488" bIns="46038">
            <a:spAutoFit/>
          </a:bodyPr>
          <a:lstStyle/>
          <a:p>
            <a:r>
              <a:rPr lang="zh-CN" altLang="en-US" sz="2400">
                <a:latin typeface="仿宋_GB2312" pitchFamily="49" charset="-122"/>
              </a:rPr>
              <a:t>所以 </a:t>
            </a:r>
            <a:r>
              <a:rPr lang="en-US" altLang="zh-CN" sz="2400" b="0" i="1">
                <a:latin typeface="方正姚体" panose="02010601030101010101" pitchFamily="2" charset="-122"/>
                <a:ea typeface="方正姚体" panose="02010601030101010101" pitchFamily="2" charset="-122"/>
              </a:rPr>
              <a:t>AB</a:t>
            </a:r>
            <a:r>
              <a:rPr lang="zh-CN" altLang="en-US" sz="2400" b="0" i="1">
                <a:latin typeface="方正姚体" panose="02010601030101010101" pitchFamily="2" charset="-122"/>
                <a:ea typeface="方正姚体" panose="02010601030101010101" pitchFamily="2" charset="-122"/>
              </a:rPr>
              <a:t>、 </a:t>
            </a:r>
            <a:r>
              <a:rPr lang="en-US" altLang="zh-CN" sz="2400" b="0" i="1">
                <a:latin typeface="方正姚体" panose="02010601030101010101" pitchFamily="2" charset="-122"/>
                <a:ea typeface="方正姚体" panose="02010601030101010101" pitchFamily="2" charset="-122"/>
              </a:rPr>
              <a:t>EF  </a:t>
            </a:r>
            <a:r>
              <a:rPr lang="zh-CN" altLang="en-US" sz="2400">
                <a:solidFill>
                  <a:srgbClr val="FF0000"/>
                </a:solidFill>
                <a:latin typeface="仿宋_GB2312" pitchFamily="49" charset="-122"/>
              </a:rPr>
              <a:t>相交</a:t>
            </a:r>
            <a:r>
              <a:rPr lang="zh-CN" altLang="en-US" sz="2400">
                <a:latin typeface="仿宋_GB2312" pitchFamily="49" charset="-122"/>
              </a:rPr>
              <a:t>。</a:t>
            </a:r>
          </a:p>
        </p:txBody>
      </p:sp>
      <p:grpSp>
        <p:nvGrpSpPr>
          <p:cNvPr id="49" name="Group 47">
            <a:extLst>
              <a:ext uri="{FF2B5EF4-FFF2-40B4-BE49-F238E27FC236}">
                <a16:creationId xmlns:a16="http://schemas.microsoft.com/office/drawing/2014/main" id="{A0C7AB04-5836-DDCA-A257-FBB8C771F593}"/>
              </a:ext>
            </a:extLst>
          </p:cNvPr>
          <p:cNvGrpSpPr>
            <a:grpSpLocks/>
          </p:cNvGrpSpPr>
          <p:nvPr/>
        </p:nvGrpSpPr>
        <p:grpSpPr bwMode="auto">
          <a:xfrm>
            <a:off x="8587563" y="5438628"/>
            <a:ext cx="1981200" cy="687388"/>
            <a:chOff x="1056" y="3360"/>
            <a:chExt cx="1248" cy="433"/>
          </a:xfrm>
        </p:grpSpPr>
        <p:sp>
          <p:nvSpPr>
            <p:cNvPr id="50" name="Freeform 48">
              <a:extLst>
                <a:ext uri="{FF2B5EF4-FFF2-40B4-BE49-F238E27FC236}">
                  <a16:creationId xmlns:a16="http://schemas.microsoft.com/office/drawing/2014/main" id="{E4611E8F-6B03-6EFD-87BB-C256D3343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3360"/>
              <a:ext cx="1248" cy="433"/>
            </a:xfrm>
            <a:custGeom>
              <a:avLst/>
              <a:gdLst>
                <a:gd name="T0" fmla="*/ 1245 w 1248"/>
                <a:gd name="T1" fmla="*/ 203 h 433"/>
                <a:gd name="T2" fmla="*/ 1243 w 1248"/>
                <a:gd name="T3" fmla="*/ 238 h 433"/>
                <a:gd name="T4" fmla="*/ 1219 w 1248"/>
                <a:gd name="T5" fmla="*/ 281 h 433"/>
                <a:gd name="T6" fmla="*/ 1173 w 1248"/>
                <a:gd name="T7" fmla="*/ 319 h 433"/>
                <a:gd name="T8" fmla="*/ 1105 w 1248"/>
                <a:gd name="T9" fmla="*/ 353 h 433"/>
                <a:gd name="T10" fmla="*/ 1021 w 1248"/>
                <a:gd name="T11" fmla="*/ 383 h 433"/>
                <a:gd name="T12" fmla="*/ 921 w 1248"/>
                <a:gd name="T13" fmla="*/ 406 h 433"/>
                <a:gd name="T14" fmla="*/ 809 w 1248"/>
                <a:gd name="T15" fmla="*/ 423 h 433"/>
                <a:gd name="T16" fmla="*/ 687 w 1248"/>
                <a:gd name="T17" fmla="*/ 431 h 433"/>
                <a:gd name="T18" fmla="*/ 560 w 1248"/>
                <a:gd name="T19" fmla="*/ 431 h 433"/>
                <a:gd name="T20" fmla="*/ 438 w 1248"/>
                <a:gd name="T21" fmla="*/ 423 h 433"/>
                <a:gd name="T22" fmla="*/ 326 w 1248"/>
                <a:gd name="T23" fmla="*/ 406 h 433"/>
                <a:gd name="T24" fmla="*/ 228 w 1248"/>
                <a:gd name="T25" fmla="*/ 383 h 433"/>
                <a:gd name="T26" fmla="*/ 142 w 1248"/>
                <a:gd name="T27" fmla="*/ 353 h 433"/>
                <a:gd name="T28" fmla="*/ 76 w 1248"/>
                <a:gd name="T29" fmla="*/ 319 h 433"/>
                <a:gd name="T30" fmla="*/ 28 w 1248"/>
                <a:gd name="T31" fmla="*/ 281 h 433"/>
                <a:gd name="T32" fmla="*/ 4 w 1248"/>
                <a:gd name="T33" fmla="*/ 238 h 433"/>
                <a:gd name="T34" fmla="*/ 4 w 1248"/>
                <a:gd name="T35" fmla="*/ 194 h 433"/>
                <a:gd name="T36" fmla="*/ 28 w 1248"/>
                <a:gd name="T37" fmla="*/ 152 h 433"/>
                <a:gd name="T38" fmla="*/ 76 w 1248"/>
                <a:gd name="T39" fmla="*/ 113 h 433"/>
                <a:gd name="T40" fmla="*/ 142 w 1248"/>
                <a:gd name="T41" fmla="*/ 79 h 433"/>
                <a:gd name="T42" fmla="*/ 228 w 1248"/>
                <a:gd name="T43" fmla="*/ 49 h 433"/>
                <a:gd name="T44" fmla="*/ 326 w 1248"/>
                <a:gd name="T45" fmla="*/ 26 h 433"/>
                <a:gd name="T46" fmla="*/ 438 w 1248"/>
                <a:gd name="T47" fmla="*/ 10 h 433"/>
                <a:gd name="T48" fmla="*/ 560 w 1248"/>
                <a:gd name="T49" fmla="*/ 1 h 433"/>
                <a:gd name="T50" fmla="*/ 665 w 1248"/>
                <a:gd name="T51" fmla="*/ 1 h 433"/>
                <a:gd name="T52" fmla="*/ 747 w 1248"/>
                <a:gd name="T53" fmla="*/ 4 h 433"/>
                <a:gd name="T54" fmla="*/ 827 w 1248"/>
                <a:gd name="T55" fmla="*/ 12 h 433"/>
                <a:gd name="T56" fmla="*/ 903 w 1248"/>
                <a:gd name="T57" fmla="*/ 23 h 433"/>
                <a:gd name="T58" fmla="*/ 973 w 1248"/>
                <a:gd name="T59" fmla="*/ 37 h 433"/>
                <a:gd name="T60" fmla="*/ 1039 w 1248"/>
                <a:gd name="T61" fmla="*/ 55 h 433"/>
                <a:gd name="T62" fmla="*/ 1097 w 1248"/>
                <a:gd name="T63" fmla="*/ 76 h 433"/>
                <a:gd name="T64" fmla="*/ 1147 w 1248"/>
                <a:gd name="T65" fmla="*/ 98 h 433"/>
                <a:gd name="T66" fmla="*/ 1217 w 1248"/>
                <a:gd name="T67" fmla="*/ 148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48" h="433">
                  <a:moveTo>
                    <a:pt x="1243" y="189"/>
                  </a:moveTo>
                  <a:lnTo>
                    <a:pt x="1245" y="203"/>
                  </a:lnTo>
                  <a:lnTo>
                    <a:pt x="1247" y="216"/>
                  </a:lnTo>
                  <a:lnTo>
                    <a:pt x="1243" y="238"/>
                  </a:lnTo>
                  <a:lnTo>
                    <a:pt x="1235" y="260"/>
                  </a:lnTo>
                  <a:lnTo>
                    <a:pt x="1219" y="281"/>
                  </a:lnTo>
                  <a:lnTo>
                    <a:pt x="1199" y="300"/>
                  </a:lnTo>
                  <a:lnTo>
                    <a:pt x="1173" y="319"/>
                  </a:lnTo>
                  <a:lnTo>
                    <a:pt x="1141" y="337"/>
                  </a:lnTo>
                  <a:lnTo>
                    <a:pt x="1105" y="353"/>
                  </a:lnTo>
                  <a:lnTo>
                    <a:pt x="1065" y="369"/>
                  </a:lnTo>
                  <a:lnTo>
                    <a:pt x="1021" y="383"/>
                  </a:lnTo>
                  <a:lnTo>
                    <a:pt x="973" y="396"/>
                  </a:lnTo>
                  <a:lnTo>
                    <a:pt x="921" y="406"/>
                  </a:lnTo>
                  <a:lnTo>
                    <a:pt x="867" y="415"/>
                  </a:lnTo>
                  <a:lnTo>
                    <a:pt x="809" y="423"/>
                  </a:lnTo>
                  <a:lnTo>
                    <a:pt x="749" y="428"/>
                  </a:lnTo>
                  <a:lnTo>
                    <a:pt x="687" y="431"/>
                  </a:lnTo>
                  <a:lnTo>
                    <a:pt x="624" y="432"/>
                  </a:lnTo>
                  <a:lnTo>
                    <a:pt x="560" y="431"/>
                  </a:lnTo>
                  <a:lnTo>
                    <a:pt x="498" y="428"/>
                  </a:lnTo>
                  <a:lnTo>
                    <a:pt x="438" y="423"/>
                  </a:lnTo>
                  <a:lnTo>
                    <a:pt x="382" y="415"/>
                  </a:lnTo>
                  <a:lnTo>
                    <a:pt x="326" y="406"/>
                  </a:lnTo>
                  <a:lnTo>
                    <a:pt x="276" y="396"/>
                  </a:lnTo>
                  <a:lnTo>
                    <a:pt x="228" y="383"/>
                  </a:lnTo>
                  <a:lnTo>
                    <a:pt x="184" y="369"/>
                  </a:lnTo>
                  <a:lnTo>
                    <a:pt x="142" y="353"/>
                  </a:lnTo>
                  <a:lnTo>
                    <a:pt x="106" y="337"/>
                  </a:lnTo>
                  <a:lnTo>
                    <a:pt x="76" y="319"/>
                  </a:lnTo>
                  <a:lnTo>
                    <a:pt x="50" y="300"/>
                  </a:lnTo>
                  <a:lnTo>
                    <a:pt x="28" y="281"/>
                  </a:lnTo>
                  <a:lnTo>
                    <a:pt x="12" y="260"/>
                  </a:lnTo>
                  <a:lnTo>
                    <a:pt x="4" y="238"/>
                  </a:lnTo>
                  <a:lnTo>
                    <a:pt x="0" y="216"/>
                  </a:lnTo>
                  <a:lnTo>
                    <a:pt x="4" y="194"/>
                  </a:lnTo>
                  <a:lnTo>
                    <a:pt x="12" y="173"/>
                  </a:lnTo>
                  <a:lnTo>
                    <a:pt x="28" y="152"/>
                  </a:lnTo>
                  <a:lnTo>
                    <a:pt x="50" y="132"/>
                  </a:lnTo>
                  <a:lnTo>
                    <a:pt x="76" y="113"/>
                  </a:lnTo>
                  <a:lnTo>
                    <a:pt x="106" y="96"/>
                  </a:lnTo>
                  <a:lnTo>
                    <a:pt x="142" y="79"/>
                  </a:lnTo>
                  <a:lnTo>
                    <a:pt x="184" y="64"/>
                  </a:lnTo>
                  <a:lnTo>
                    <a:pt x="228" y="49"/>
                  </a:lnTo>
                  <a:lnTo>
                    <a:pt x="276" y="37"/>
                  </a:lnTo>
                  <a:lnTo>
                    <a:pt x="326" y="26"/>
                  </a:lnTo>
                  <a:lnTo>
                    <a:pt x="382" y="17"/>
                  </a:lnTo>
                  <a:lnTo>
                    <a:pt x="438" y="10"/>
                  </a:lnTo>
                  <a:lnTo>
                    <a:pt x="498" y="4"/>
                  </a:lnTo>
                  <a:lnTo>
                    <a:pt x="560" y="1"/>
                  </a:lnTo>
                  <a:lnTo>
                    <a:pt x="624" y="0"/>
                  </a:lnTo>
                  <a:lnTo>
                    <a:pt x="665" y="1"/>
                  </a:lnTo>
                  <a:lnTo>
                    <a:pt x="707" y="2"/>
                  </a:lnTo>
                  <a:lnTo>
                    <a:pt x="747" y="4"/>
                  </a:lnTo>
                  <a:lnTo>
                    <a:pt x="787" y="8"/>
                  </a:lnTo>
                  <a:lnTo>
                    <a:pt x="827" y="12"/>
                  </a:lnTo>
                  <a:lnTo>
                    <a:pt x="865" y="17"/>
                  </a:lnTo>
                  <a:lnTo>
                    <a:pt x="903" y="23"/>
                  </a:lnTo>
                  <a:lnTo>
                    <a:pt x="939" y="30"/>
                  </a:lnTo>
                  <a:lnTo>
                    <a:pt x="973" y="37"/>
                  </a:lnTo>
                  <a:lnTo>
                    <a:pt x="1007" y="46"/>
                  </a:lnTo>
                  <a:lnTo>
                    <a:pt x="1039" y="55"/>
                  </a:lnTo>
                  <a:lnTo>
                    <a:pt x="1069" y="64"/>
                  </a:lnTo>
                  <a:lnTo>
                    <a:pt x="1097" y="76"/>
                  </a:lnTo>
                  <a:lnTo>
                    <a:pt x="1123" y="87"/>
                  </a:lnTo>
                  <a:lnTo>
                    <a:pt x="1147" y="98"/>
                  </a:lnTo>
                  <a:lnTo>
                    <a:pt x="1169" y="111"/>
                  </a:lnTo>
                  <a:lnTo>
                    <a:pt x="1217" y="148"/>
                  </a:lnTo>
                  <a:lnTo>
                    <a:pt x="1243" y="189"/>
                  </a:lnTo>
                </a:path>
              </a:pathLst>
            </a:custGeom>
            <a:gradFill rotWithShape="0">
              <a:gsLst>
                <a:gs pos="0">
                  <a:srgbClr val="FFE5FF"/>
                </a:gs>
                <a:gs pos="100000">
                  <a:srgbClr val="FFFFFF"/>
                </a:gs>
              </a:gsLst>
              <a:lin ang="2700000" scaled="1"/>
            </a:gradFill>
            <a:ln w="12700" cap="rnd" cmpd="sng">
              <a:solidFill>
                <a:srgbClr val="CC99FF"/>
              </a:solidFill>
              <a:prstDash val="solid"/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Rectangle 49">
              <a:extLst>
                <a:ext uri="{FF2B5EF4-FFF2-40B4-BE49-F238E27FC236}">
                  <a16:creationId xmlns:a16="http://schemas.microsoft.com/office/drawing/2014/main" id="{9CCEED13-9740-59B5-4C03-983699A5E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2" y="3447"/>
              <a:ext cx="796" cy="2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/>
              <a:r>
                <a:rPr lang="zh-CN" altLang="en-US" sz="2400">
                  <a:latin typeface="仿宋_GB2312" pitchFamily="49" charset="-122"/>
                </a:rPr>
                <a:t>解题完毕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1069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utoUpdateAnimBg="0"/>
      <p:bldP spid="13" grpId="0" autoUpdateAnimBg="0"/>
      <p:bldP spid="35" grpId="0" autoUpdateAnimBg="0"/>
      <p:bldP spid="35" grpId="1"/>
      <p:bldP spid="40" grpId="0" autoUpdateAnimBg="0"/>
      <p:bldP spid="41" grpId="0" autoUpdateAnimBg="0"/>
      <p:bldP spid="42" grpId="0" autoUpdateAnimBg="0"/>
      <p:bldP spid="43" grpId="0" autoUpdateAnimBg="0"/>
      <p:bldP spid="45" grpId="0" autoUpdateAnimBg="0"/>
      <p:bldP spid="46" grpId="0" autoUpdateAnimBg="0"/>
      <p:bldP spid="47" grpId="0" autoUpdateAnimBg="0"/>
      <p:bldP spid="48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0DE5657-BDF3-F225-116E-D1CF723A1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AE010-98F6-7B40-B492-D0AAFE3464C0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0AF6A5D-4E90-E606-5B14-3DE2BAD19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0B40A8-B941-8301-FF34-A73741C8B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5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57FAA6B-991E-76FF-CBB2-207AFD0465AA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427871"/>
            <a:ext cx="5829300" cy="703278"/>
          </a:xfrm>
          <a:prstGeom prst="rect">
            <a:avLst/>
          </a:prstGeom>
          <a:noFill/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判断两直线的相对位置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E5B31B11-1C7C-FFF0-6363-0112465613E2}"/>
              </a:ext>
            </a:extLst>
          </p:cNvPr>
          <p:cNvSpPr>
            <a:spLocks/>
          </p:cNvSpPr>
          <p:nvPr/>
        </p:nvSpPr>
        <p:spPr bwMode="auto">
          <a:xfrm>
            <a:off x="5816490" y="3329837"/>
            <a:ext cx="7937" cy="7938"/>
          </a:xfrm>
          <a:custGeom>
            <a:avLst/>
            <a:gdLst>
              <a:gd name="T0" fmla="*/ 0 w 5"/>
              <a:gd name="T1" fmla="*/ 0 h 5"/>
              <a:gd name="T2" fmla="*/ 0 w 5"/>
              <a:gd name="T3" fmla="*/ 4 h 5"/>
              <a:gd name="T4" fmla="*/ 4 w 5"/>
              <a:gd name="T5" fmla="*/ 3 h 5"/>
              <a:gd name="T6" fmla="*/ 0 w 5"/>
              <a:gd name="T7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" h="5">
                <a:moveTo>
                  <a:pt x="0" y="0"/>
                </a:moveTo>
                <a:lnTo>
                  <a:pt x="0" y="4"/>
                </a:lnTo>
                <a:lnTo>
                  <a:pt x="4" y="3"/>
                </a:lnTo>
                <a:lnTo>
                  <a:pt x="0" y="0"/>
                </a:lnTo>
              </a:path>
            </a:pathLst>
          </a:custGeom>
          <a:solidFill>
            <a:srgbClr val="7F3F5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C36289E-CD45-EF1A-B9D0-17A251528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009" y="1204181"/>
            <a:ext cx="8382000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6038" rIns="90488" bIns="46038"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150000"/>
              <a:buFont typeface="Wingdings" panose="05000000000000000000" pitchFamily="2" charset="2"/>
              <a:buNone/>
            </a:pPr>
            <a:r>
              <a:rPr lang="en-US" altLang="zh-CN" sz="2800" dirty="0">
                <a:latin typeface="+mn-ea"/>
              </a:rPr>
              <a:t>【</a:t>
            </a:r>
            <a:r>
              <a:rPr lang="zh-CN" altLang="en-US" sz="2800" dirty="0">
                <a:latin typeface="+mn-ea"/>
              </a:rPr>
              <a:t>练</a:t>
            </a:r>
            <a:r>
              <a:rPr lang="en-US" altLang="zh-CN" sz="2800" dirty="0">
                <a:latin typeface="+mn-ea"/>
              </a:rPr>
              <a:t>2】 </a:t>
            </a:r>
            <a:r>
              <a:rPr lang="zh-CN" altLang="en-US" sz="2800" dirty="0">
                <a:latin typeface="+mn-ea"/>
              </a:rPr>
              <a:t>判断</a:t>
            </a:r>
            <a:r>
              <a:rPr lang="en-US" altLang="zh-CN" sz="2800" b="0" i="1" dirty="0">
                <a:latin typeface="+mn-ea"/>
              </a:rPr>
              <a:t>AB </a:t>
            </a:r>
            <a:r>
              <a:rPr lang="zh-CN" altLang="en-US" sz="2800" b="0" i="1" dirty="0">
                <a:latin typeface="+mn-ea"/>
              </a:rPr>
              <a:t>、</a:t>
            </a:r>
            <a:r>
              <a:rPr lang="en-US" altLang="zh-CN" sz="2800" b="0" i="1" dirty="0">
                <a:latin typeface="+mn-ea"/>
              </a:rPr>
              <a:t>CD </a:t>
            </a:r>
            <a:r>
              <a:rPr lang="zh-CN" altLang="en-US" sz="2800" dirty="0">
                <a:latin typeface="+mn-ea"/>
              </a:rPr>
              <a:t>两直线的相对位置。</a:t>
            </a:r>
          </a:p>
        </p:txBody>
      </p:sp>
      <p:grpSp>
        <p:nvGrpSpPr>
          <p:cNvPr id="8" name="Group 9">
            <a:extLst>
              <a:ext uri="{FF2B5EF4-FFF2-40B4-BE49-F238E27FC236}">
                <a16:creationId xmlns:a16="http://schemas.microsoft.com/office/drawing/2014/main" id="{339CDBB1-E85A-9F2F-833F-19208A6DA8B4}"/>
              </a:ext>
            </a:extLst>
          </p:cNvPr>
          <p:cNvGrpSpPr>
            <a:grpSpLocks/>
          </p:cNvGrpSpPr>
          <p:nvPr/>
        </p:nvGrpSpPr>
        <p:grpSpPr bwMode="auto">
          <a:xfrm>
            <a:off x="2657365" y="2270975"/>
            <a:ext cx="1603375" cy="3132137"/>
            <a:chOff x="897" y="1243"/>
            <a:chExt cx="1010" cy="1973"/>
          </a:xfrm>
        </p:grpSpPr>
        <p:sp>
          <p:nvSpPr>
            <p:cNvPr id="9" name="Line 5">
              <a:extLst>
                <a:ext uri="{FF2B5EF4-FFF2-40B4-BE49-F238E27FC236}">
                  <a16:creationId xmlns:a16="http://schemas.microsoft.com/office/drawing/2014/main" id="{AAD74BA7-958A-3E3C-7C8B-3A64BE33A3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7" y="1243"/>
              <a:ext cx="1" cy="76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B067A0C5-CC32-BB57-2502-41527120E8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7" y="2536"/>
              <a:ext cx="1" cy="51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3CFFC660-C04A-9C49-7746-F7328E551B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06" y="2341"/>
              <a:ext cx="1" cy="8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8F063DFC-3DB8-E130-315C-6977EC3A4B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06" y="1314"/>
              <a:ext cx="1" cy="65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" name="Line 10">
            <a:extLst>
              <a:ext uri="{FF2B5EF4-FFF2-40B4-BE49-F238E27FC236}">
                <a16:creationId xmlns:a16="http://schemas.microsoft.com/office/drawing/2014/main" id="{9BA9BF16-9BBA-7D61-EF6D-8C1CE872BE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57365" y="4014050"/>
            <a:ext cx="1603375" cy="1128712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1">
            <a:extLst>
              <a:ext uri="{FF2B5EF4-FFF2-40B4-BE49-F238E27FC236}">
                <a16:creationId xmlns:a16="http://schemas.microsoft.com/office/drawing/2014/main" id="{904A2B8F-8F1B-7D1B-F8E7-00CECE6537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7365" y="4323612"/>
            <a:ext cx="1603375" cy="1081088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0A102002-EA46-A5A7-AD52-C1C2FC8D87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57365" y="2382100"/>
            <a:ext cx="1603375" cy="110013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3082DCC2-828A-1078-1B95-0A100D673D3E}"/>
              </a:ext>
            </a:extLst>
          </p:cNvPr>
          <p:cNvSpPr>
            <a:spLocks/>
          </p:cNvSpPr>
          <p:nvPr/>
        </p:nvSpPr>
        <p:spPr bwMode="auto">
          <a:xfrm>
            <a:off x="2657365" y="2270975"/>
            <a:ext cx="1603375" cy="1150937"/>
          </a:xfrm>
          <a:custGeom>
            <a:avLst/>
            <a:gdLst>
              <a:gd name="T0" fmla="*/ 0 w 1010"/>
              <a:gd name="T1" fmla="*/ 0 h 725"/>
              <a:gd name="T2" fmla="*/ 1009 w 1010"/>
              <a:gd name="T3" fmla="*/ 724 h 7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10" h="725">
                <a:moveTo>
                  <a:pt x="0" y="0"/>
                </a:moveTo>
                <a:lnTo>
                  <a:pt x="1009" y="724"/>
                </a:lnTo>
              </a:path>
            </a:pathLst>
          </a:custGeom>
          <a:solidFill>
            <a:srgbClr val="FFFFFF"/>
          </a:solidFill>
          <a:ln w="12700" cap="rnd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71293086-FA1E-1169-BF55-1EC5461454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51090" y="3826725"/>
            <a:ext cx="1587" cy="89693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5">
            <a:extLst>
              <a:ext uri="{FF2B5EF4-FFF2-40B4-BE49-F238E27FC236}">
                <a16:creationId xmlns:a16="http://schemas.microsoft.com/office/drawing/2014/main" id="{440BE0D0-ABCF-5768-6DED-506B4F156C50}"/>
              </a:ext>
            </a:extLst>
          </p:cNvPr>
          <p:cNvSpPr>
            <a:spLocks/>
          </p:cNvSpPr>
          <p:nvPr/>
        </p:nvSpPr>
        <p:spPr bwMode="auto">
          <a:xfrm>
            <a:off x="3519377" y="2888512"/>
            <a:ext cx="3175" cy="941388"/>
          </a:xfrm>
          <a:custGeom>
            <a:avLst/>
            <a:gdLst>
              <a:gd name="T0" fmla="*/ 0 w 2"/>
              <a:gd name="T1" fmla="*/ 0 h 593"/>
              <a:gd name="T2" fmla="*/ 1 w 2"/>
              <a:gd name="T3" fmla="*/ 592 h 59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593">
                <a:moveTo>
                  <a:pt x="0" y="0"/>
                </a:moveTo>
                <a:lnTo>
                  <a:pt x="1" y="592"/>
                </a:lnTo>
              </a:path>
            </a:pathLst>
          </a:custGeom>
          <a:solidFill>
            <a:srgbClr val="FFFFFF"/>
          </a:solidFill>
          <a:ln w="12700" cap="rnd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Rectangle 16">
            <a:extLst>
              <a:ext uri="{FF2B5EF4-FFF2-40B4-BE49-F238E27FC236}">
                <a16:creationId xmlns:a16="http://schemas.microsoft.com/office/drawing/2014/main" id="{090E6B3F-B66B-425D-0A53-7F80EE5A8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577" y="5707912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6038" rIns="90488" bIns="46038">
            <a:spAutoFit/>
          </a:bodyPr>
          <a:lstStyle/>
          <a:p>
            <a:r>
              <a:rPr lang="zh-CN" altLang="en-US" sz="2400">
                <a:latin typeface="仿宋_GB2312" pitchFamily="49" charset="-122"/>
              </a:rPr>
              <a:t>交叉</a:t>
            </a:r>
          </a:p>
        </p:txBody>
      </p:sp>
      <p:grpSp>
        <p:nvGrpSpPr>
          <p:cNvPr id="20" name="Group 30">
            <a:extLst>
              <a:ext uri="{FF2B5EF4-FFF2-40B4-BE49-F238E27FC236}">
                <a16:creationId xmlns:a16="http://schemas.microsoft.com/office/drawing/2014/main" id="{42C204AB-B8ED-1AE7-B3E8-CF52B22EA02D}"/>
              </a:ext>
            </a:extLst>
          </p:cNvPr>
          <p:cNvGrpSpPr>
            <a:grpSpLocks/>
          </p:cNvGrpSpPr>
          <p:nvPr/>
        </p:nvGrpSpPr>
        <p:grpSpPr bwMode="auto">
          <a:xfrm>
            <a:off x="1690577" y="2050312"/>
            <a:ext cx="3525838" cy="3567113"/>
            <a:chOff x="288" y="1104"/>
            <a:chExt cx="2221" cy="2247"/>
          </a:xfrm>
        </p:grpSpPr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74AAAB55-8D68-C33A-7A17-05AC5DD438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2224"/>
              <a:ext cx="1825" cy="1"/>
            </a:xfrm>
            <a:custGeom>
              <a:avLst/>
              <a:gdLst>
                <a:gd name="T0" fmla="*/ 0 w 1825"/>
                <a:gd name="T1" fmla="*/ 0 h 1"/>
                <a:gd name="T2" fmla="*/ 1824 w 182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25" h="1">
                  <a:moveTo>
                    <a:pt x="0" y="0"/>
                  </a:moveTo>
                  <a:lnTo>
                    <a:pt x="1824" y="0"/>
                  </a:lnTo>
                </a:path>
              </a:pathLst>
            </a:custGeom>
            <a:solidFill>
              <a:srgbClr val="FFFFFF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8">
              <a:extLst>
                <a:ext uri="{FF2B5EF4-FFF2-40B4-BE49-F238E27FC236}">
                  <a16:creationId xmlns:a16="http://schemas.microsoft.com/office/drawing/2014/main" id="{0251259A-6CCA-903A-F09B-26168BFBD5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4" y="2007"/>
              <a:ext cx="1" cy="52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9">
              <a:extLst>
                <a:ext uri="{FF2B5EF4-FFF2-40B4-BE49-F238E27FC236}">
                  <a16:creationId xmlns:a16="http://schemas.microsoft.com/office/drawing/2014/main" id="{46EB26E5-60FA-B248-9D5C-279457A7FF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06" y="1972"/>
              <a:ext cx="1" cy="37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20">
              <a:extLst>
                <a:ext uri="{FF2B5EF4-FFF2-40B4-BE49-F238E27FC236}">
                  <a16:creationId xmlns:a16="http://schemas.microsoft.com/office/drawing/2014/main" id="{C5200D4C-DFF7-2635-A686-D540F30F8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064"/>
              <a:ext cx="2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0" i="1">
                  <a:latin typeface="方正姚体" panose="02010601030101010101" pitchFamily="2" charset="-122"/>
                  <a:ea typeface="方正姚体" panose="02010601030101010101" pitchFamily="2" charset="-122"/>
                </a:rPr>
                <a:t>O </a:t>
              </a:r>
            </a:p>
          </p:txBody>
        </p:sp>
        <p:sp>
          <p:nvSpPr>
            <p:cNvPr id="25" name="Rectangle 21">
              <a:extLst>
                <a:ext uri="{FF2B5EF4-FFF2-40B4-BE49-F238E27FC236}">
                  <a16:creationId xmlns:a16="http://schemas.microsoft.com/office/drawing/2014/main" id="{D8CA7941-3F92-1866-D527-7CEB36FAE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064"/>
              <a:ext cx="254" cy="2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0" i="1">
                  <a:latin typeface="方正姚体" panose="02010601030101010101" pitchFamily="2" charset="-122"/>
                  <a:ea typeface="方正姚体" panose="02010601030101010101" pitchFamily="2" charset="-122"/>
                </a:rPr>
                <a:t>X</a:t>
              </a:r>
            </a:p>
          </p:txBody>
        </p:sp>
        <p:sp>
          <p:nvSpPr>
            <p:cNvPr id="26" name="Rectangle 22">
              <a:extLst>
                <a:ext uri="{FF2B5EF4-FFF2-40B4-BE49-F238E27FC236}">
                  <a16:creationId xmlns:a16="http://schemas.microsoft.com/office/drawing/2014/main" id="{4A01F9A7-3380-6F5F-782B-B98664CE6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400"/>
              <a:ext cx="2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0" i="1">
                  <a:latin typeface="Comic Sans MS" panose="030F0702030302020204" pitchFamily="66" charset="0"/>
                  <a:ea typeface="方正姚体" panose="02010601030101010101" pitchFamily="2" charset="-122"/>
                </a:rPr>
                <a:t>a</a:t>
              </a:r>
            </a:p>
          </p:txBody>
        </p:sp>
        <p:sp>
          <p:nvSpPr>
            <p:cNvPr id="27" name="Rectangle 23">
              <a:extLst>
                <a:ext uri="{FF2B5EF4-FFF2-40B4-BE49-F238E27FC236}">
                  <a16:creationId xmlns:a16="http://schemas.microsoft.com/office/drawing/2014/main" id="{4EF3F0BE-DE11-CEDE-491E-6421A0172D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" y="2912"/>
              <a:ext cx="2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0" i="1">
                  <a:latin typeface="方正姚体" panose="02010601030101010101" pitchFamily="2" charset="-122"/>
                  <a:ea typeface="方正姚体" panose="02010601030101010101" pitchFamily="2" charset="-122"/>
                </a:rPr>
                <a:t>b</a:t>
              </a:r>
            </a:p>
          </p:txBody>
        </p:sp>
        <p:sp>
          <p:nvSpPr>
            <p:cNvPr id="28" name="Rectangle 24">
              <a:extLst>
                <a:ext uri="{FF2B5EF4-FFF2-40B4-BE49-F238E27FC236}">
                  <a16:creationId xmlns:a16="http://schemas.microsoft.com/office/drawing/2014/main" id="{BE3A5236-3055-8085-F9CA-ECC990793F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" y="1872"/>
              <a:ext cx="2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0" i="1">
                  <a:latin typeface="方正姚体" panose="02010601030101010101" pitchFamily="2" charset="-122"/>
                  <a:ea typeface="方正姚体" panose="02010601030101010101" pitchFamily="2" charset="-122"/>
                </a:rPr>
                <a:t>b</a:t>
              </a:r>
              <a:r>
                <a:rPr lang="en-US" altLang="zh-CN" sz="2400" b="0" i="1">
                  <a:latin typeface="Comic Sans MS" panose="030F0702030302020204" pitchFamily="66" charset="0"/>
                  <a:ea typeface="方正姚体" panose="02010601030101010101" pitchFamily="2" charset="-122"/>
                </a:rPr>
                <a:t>’</a:t>
              </a:r>
            </a:p>
          </p:txBody>
        </p:sp>
        <p:sp>
          <p:nvSpPr>
            <p:cNvPr id="29" name="Rectangle 25">
              <a:extLst>
                <a:ext uri="{FF2B5EF4-FFF2-40B4-BE49-F238E27FC236}">
                  <a16:creationId xmlns:a16="http://schemas.microsoft.com/office/drawing/2014/main" id="{70C75755-FA53-6745-183E-16E68D301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1104"/>
              <a:ext cx="2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0" i="1">
                  <a:latin typeface="Comic Sans MS" panose="030F0702030302020204" pitchFamily="66" charset="0"/>
                  <a:ea typeface="方正姚体" panose="02010601030101010101" pitchFamily="2" charset="-122"/>
                </a:rPr>
                <a:t>a’</a:t>
              </a:r>
            </a:p>
          </p:txBody>
        </p:sp>
        <p:sp>
          <p:nvSpPr>
            <p:cNvPr id="30" name="Rectangle 26">
              <a:extLst>
                <a:ext uri="{FF2B5EF4-FFF2-40B4-BE49-F238E27FC236}">
                  <a16:creationId xmlns:a16="http://schemas.microsoft.com/office/drawing/2014/main" id="{32DFBFA6-9C3C-ACC4-5811-0CAA92AFB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6" y="1104"/>
              <a:ext cx="2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0" i="1">
                  <a:latin typeface="方正姚体" panose="02010601030101010101" pitchFamily="2" charset="-122"/>
                  <a:ea typeface="方正姚体" panose="02010601030101010101" pitchFamily="2" charset="-122"/>
                </a:rPr>
                <a:t>c</a:t>
              </a:r>
              <a:r>
                <a:rPr lang="en-US" altLang="zh-CN" sz="2400" b="0" i="1">
                  <a:latin typeface="Comic Sans MS" panose="030F0702030302020204" pitchFamily="66" charset="0"/>
                  <a:ea typeface="方正姚体" panose="02010601030101010101" pitchFamily="2" charset="-122"/>
                </a:rPr>
                <a:t>’</a:t>
              </a:r>
            </a:p>
          </p:txBody>
        </p:sp>
        <p:sp>
          <p:nvSpPr>
            <p:cNvPr id="31" name="Rectangle 27">
              <a:extLst>
                <a:ext uri="{FF2B5EF4-FFF2-40B4-BE49-F238E27FC236}">
                  <a16:creationId xmlns:a16="http://schemas.microsoft.com/office/drawing/2014/main" id="{D9EB26EB-B70E-70B1-05F9-8FA64EC4D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6" y="1824"/>
              <a:ext cx="2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0" i="1">
                  <a:latin typeface="方正姚体" panose="02010601030101010101" pitchFamily="2" charset="-122"/>
                  <a:ea typeface="方正姚体" panose="02010601030101010101" pitchFamily="2" charset="-122"/>
                </a:rPr>
                <a:t>d</a:t>
              </a:r>
              <a:r>
                <a:rPr lang="en-US" altLang="zh-CN" sz="2400" b="0" i="1">
                  <a:latin typeface="Comic Sans MS" panose="030F0702030302020204" pitchFamily="66" charset="0"/>
                  <a:ea typeface="方正姚体" panose="02010601030101010101" pitchFamily="2" charset="-122"/>
                </a:rPr>
                <a:t>’</a:t>
              </a:r>
            </a:p>
          </p:txBody>
        </p:sp>
        <p:sp>
          <p:nvSpPr>
            <p:cNvPr id="32" name="Rectangle 28">
              <a:extLst>
                <a:ext uri="{FF2B5EF4-FFF2-40B4-BE49-F238E27FC236}">
                  <a16:creationId xmlns:a16="http://schemas.microsoft.com/office/drawing/2014/main" id="{FC43F125-4929-DCAF-3FDF-0C472808E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2" y="3064"/>
              <a:ext cx="25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0" i="1">
                  <a:latin typeface="方正姚体" panose="02010601030101010101" pitchFamily="2" charset="-122"/>
                  <a:ea typeface="方正姚体" panose="02010601030101010101" pitchFamily="2" charset="-122"/>
                </a:rPr>
                <a:t>d</a:t>
              </a:r>
            </a:p>
          </p:txBody>
        </p:sp>
        <p:sp>
          <p:nvSpPr>
            <p:cNvPr id="33" name="Rectangle 29">
              <a:extLst>
                <a:ext uri="{FF2B5EF4-FFF2-40B4-BE49-F238E27FC236}">
                  <a16:creationId xmlns:a16="http://schemas.microsoft.com/office/drawing/2014/main" id="{24C7A6FF-2932-5658-4E5D-35E46EFCE4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4" y="2208"/>
              <a:ext cx="2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0" i="1">
                  <a:latin typeface="方正姚体" panose="02010601030101010101" pitchFamily="2" charset="-122"/>
                  <a:ea typeface="方正姚体" panose="02010601030101010101" pitchFamily="2" charset="-122"/>
                </a:rPr>
                <a:t>c</a:t>
              </a:r>
            </a:p>
          </p:txBody>
        </p:sp>
      </p:grpSp>
      <p:sp>
        <p:nvSpPr>
          <p:cNvPr id="34" name="Oval 31">
            <a:extLst>
              <a:ext uri="{FF2B5EF4-FFF2-40B4-BE49-F238E27FC236}">
                <a16:creationId xmlns:a16="http://schemas.microsoft.com/office/drawing/2014/main" id="{3BF7F32A-4CCB-A67B-80D6-C7378803D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4290" y="2809137"/>
            <a:ext cx="130175" cy="131763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Oval 32">
            <a:extLst>
              <a:ext uri="{FF2B5EF4-FFF2-40B4-BE49-F238E27FC236}">
                <a16:creationId xmlns:a16="http://schemas.microsoft.com/office/drawing/2014/main" id="{253E6AD3-FE2E-A706-44E6-9C2F87589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7590" y="4677625"/>
            <a:ext cx="130175" cy="13017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Rectangle 33">
            <a:extLst>
              <a:ext uri="{FF2B5EF4-FFF2-40B4-BE49-F238E27FC236}">
                <a16:creationId xmlns:a16="http://schemas.microsoft.com/office/drawing/2014/main" id="{B237763F-7A93-58E7-73EB-5502B8BCC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015" y="1821712"/>
            <a:ext cx="1100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6038" rIns="90488" bIns="46038">
            <a:spAutoFit/>
          </a:bodyPr>
          <a:lstStyle/>
          <a:p>
            <a:r>
              <a:rPr lang="zh-CN" altLang="en-US" sz="2400">
                <a:solidFill>
                  <a:srgbClr val="A50021"/>
                </a:solidFill>
                <a:latin typeface="仿宋_GB2312" pitchFamily="49" charset="-122"/>
              </a:rPr>
              <a:t>分析：</a:t>
            </a:r>
          </a:p>
        </p:txBody>
      </p:sp>
      <p:sp>
        <p:nvSpPr>
          <p:cNvPr id="37" name="Rectangle 35">
            <a:extLst>
              <a:ext uri="{FF2B5EF4-FFF2-40B4-BE49-F238E27FC236}">
                <a16:creationId xmlns:a16="http://schemas.microsoft.com/office/drawing/2014/main" id="{A5BAE615-6886-70B1-4489-9BCA106C8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015" y="2286850"/>
            <a:ext cx="365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6038" rIns="90488" bIns="46038">
            <a:spAutoFit/>
          </a:bodyPr>
          <a:lstStyle/>
          <a:p>
            <a:r>
              <a:rPr lang="zh-CN" altLang="en-US" sz="2400">
                <a:solidFill>
                  <a:srgbClr val="A50021"/>
                </a:solidFill>
                <a:latin typeface="仿宋_GB2312" pitchFamily="49" charset="-122"/>
              </a:rPr>
              <a:t>判断</a:t>
            </a:r>
            <a:r>
              <a:rPr lang="zh-CN" altLang="en-US" sz="2400">
                <a:latin typeface="仿宋_GB2312" pitchFamily="49" charset="-122"/>
              </a:rPr>
              <a:t>方法：</a:t>
            </a:r>
          </a:p>
        </p:txBody>
      </p:sp>
      <p:sp>
        <p:nvSpPr>
          <p:cNvPr id="38" name="Rectangle 36">
            <a:extLst>
              <a:ext uri="{FF2B5EF4-FFF2-40B4-BE49-F238E27FC236}">
                <a16:creationId xmlns:a16="http://schemas.microsoft.com/office/drawing/2014/main" id="{1B34A169-A2C7-8609-1A97-5FBB48090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9477" y="2790087"/>
            <a:ext cx="4103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6038" rIns="90488" bIns="46038">
            <a:spAutoFit/>
          </a:bodyPr>
          <a:lstStyle/>
          <a:p>
            <a:r>
              <a:rPr lang="zh-CN" altLang="en-US" sz="2400">
                <a:latin typeface="仿宋_GB2312" pitchFamily="49" charset="-122"/>
              </a:rPr>
              <a:t>方法一作第三投影（略）</a:t>
            </a:r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06A0B4C4-74D2-A691-4B39-97E892346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9477" y="3221887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6038" rIns="90488" bIns="46038">
            <a:spAutoFit/>
          </a:bodyPr>
          <a:lstStyle/>
          <a:p>
            <a:r>
              <a:rPr lang="zh-CN" altLang="en-US" sz="2400">
                <a:latin typeface="仿宋_GB2312" pitchFamily="49" charset="-122"/>
              </a:rPr>
              <a:t>方法二按定比性。（略）</a:t>
            </a:r>
          </a:p>
        </p:txBody>
      </p:sp>
      <p:sp>
        <p:nvSpPr>
          <p:cNvPr id="40" name="Rectangle 38">
            <a:extLst>
              <a:ext uri="{FF2B5EF4-FFF2-40B4-BE49-F238E27FC236}">
                <a16:creationId xmlns:a16="http://schemas.microsoft.com/office/drawing/2014/main" id="{18567CB5-E26C-656C-9706-3EF34FCD5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9477" y="3726712"/>
            <a:ext cx="42481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6038" rIns="90488" bIns="46038">
            <a:spAutoFit/>
          </a:bodyPr>
          <a:lstStyle/>
          <a:p>
            <a:r>
              <a:rPr lang="zh-CN" altLang="en-US" sz="2400">
                <a:latin typeface="仿宋_GB2312" pitchFamily="49" charset="-122"/>
              </a:rPr>
              <a:t>方法三：</a:t>
            </a:r>
          </a:p>
          <a:p>
            <a:r>
              <a:rPr lang="zh-CN" altLang="en-US" sz="2400">
                <a:latin typeface="仿宋_GB2312" pitchFamily="49" charset="-122"/>
              </a:rPr>
              <a:t>  假定</a:t>
            </a:r>
            <a:r>
              <a:rPr lang="en-US" altLang="zh-CN" sz="2400" b="0" i="1">
                <a:latin typeface="方正姚体" panose="02010601030101010101" pitchFamily="2" charset="-122"/>
                <a:ea typeface="方正姚体" panose="02010601030101010101" pitchFamily="2" charset="-122"/>
              </a:rPr>
              <a:t>AB</a:t>
            </a:r>
            <a:r>
              <a:rPr lang="zh-CN" altLang="en-US" sz="2400" b="0" i="1">
                <a:latin typeface="方正姚体" panose="02010601030101010101" pitchFamily="2" charset="-122"/>
                <a:ea typeface="方正姚体" panose="02010601030101010101" pitchFamily="2" charset="-122"/>
              </a:rPr>
              <a:t>、</a:t>
            </a:r>
            <a:r>
              <a:rPr lang="en-US" altLang="zh-CN" sz="2400" b="0" i="1">
                <a:latin typeface="方正姚体" panose="02010601030101010101" pitchFamily="2" charset="-122"/>
                <a:ea typeface="方正姚体" panose="02010601030101010101" pitchFamily="2" charset="-122"/>
              </a:rPr>
              <a:t>CD</a:t>
            </a:r>
            <a:r>
              <a:rPr lang="zh-CN" altLang="en-US" sz="2400">
                <a:latin typeface="仿宋_GB2312" pitchFamily="49" charset="-122"/>
              </a:rPr>
              <a:t>平行，则</a:t>
            </a:r>
            <a:r>
              <a:rPr lang="en-US" altLang="zh-CN" sz="2400" b="0" i="1">
                <a:latin typeface="方正姚体" panose="02010601030101010101" pitchFamily="2" charset="-122"/>
                <a:ea typeface="方正姚体" panose="02010601030101010101" pitchFamily="2" charset="-122"/>
              </a:rPr>
              <a:t>ABCD </a:t>
            </a:r>
            <a:r>
              <a:rPr lang="zh-CN" altLang="en-US" sz="2400">
                <a:latin typeface="仿宋_GB2312" pitchFamily="49" charset="-122"/>
              </a:rPr>
              <a:t>共面，</a:t>
            </a:r>
            <a:r>
              <a:rPr lang="en-US" altLang="zh-CN" sz="2400" b="0" i="1">
                <a:latin typeface="方正姚体" panose="02010601030101010101" pitchFamily="2" charset="-122"/>
                <a:ea typeface="方正姚体" panose="02010601030101010101" pitchFamily="2" charset="-122"/>
              </a:rPr>
              <a:t>AD </a:t>
            </a:r>
            <a:r>
              <a:rPr lang="zh-CN" altLang="en-US" sz="2400">
                <a:latin typeface="仿宋_GB2312" pitchFamily="49" charset="-122"/>
              </a:rPr>
              <a:t>和</a:t>
            </a:r>
            <a:r>
              <a:rPr lang="en-US" altLang="zh-CN" sz="2400" b="0" i="1">
                <a:latin typeface="方正姚体" panose="02010601030101010101" pitchFamily="2" charset="-122"/>
                <a:ea typeface="方正姚体" panose="02010601030101010101" pitchFamily="2" charset="-122"/>
              </a:rPr>
              <a:t>BC </a:t>
            </a:r>
            <a:r>
              <a:rPr lang="zh-CN" altLang="en-US" sz="2400">
                <a:latin typeface="仿宋_GB2312" pitchFamily="49" charset="-122"/>
              </a:rPr>
              <a:t>必相交，</a:t>
            </a:r>
          </a:p>
        </p:txBody>
      </p:sp>
      <p:sp>
        <p:nvSpPr>
          <p:cNvPr id="41" name="Rectangle 39">
            <a:extLst>
              <a:ext uri="{FF2B5EF4-FFF2-40B4-BE49-F238E27FC236}">
                <a16:creationId xmlns:a16="http://schemas.microsoft.com/office/drawing/2014/main" id="{C37CC912-AE61-FA1A-FA18-3183D4EDC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2252" y="5525350"/>
            <a:ext cx="350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6038" rIns="90488" bIns="46038">
            <a:spAutoFit/>
          </a:bodyPr>
          <a:lstStyle/>
          <a:p>
            <a:r>
              <a:rPr lang="en-US" altLang="zh-CN" sz="2400" b="0" i="1">
                <a:latin typeface="方正姚体" panose="02010601030101010101" pitchFamily="2" charset="-122"/>
                <a:ea typeface="方正姚体" panose="02010601030101010101" pitchFamily="2" charset="-122"/>
              </a:rPr>
              <a:t>AB</a:t>
            </a:r>
            <a:r>
              <a:rPr lang="zh-CN" altLang="en-US" sz="2400" b="0" i="1">
                <a:latin typeface="方正姚体" panose="02010601030101010101" pitchFamily="2" charset="-122"/>
                <a:ea typeface="方正姚体" panose="02010601030101010101" pitchFamily="2" charset="-122"/>
              </a:rPr>
              <a:t>、</a:t>
            </a:r>
            <a:r>
              <a:rPr lang="en-US" altLang="zh-CN" sz="2400" b="0" i="1">
                <a:latin typeface="方正姚体" panose="02010601030101010101" pitchFamily="2" charset="-122"/>
                <a:ea typeface="方正姚体" panose="02010601030101010101" pitchFamily="2" charset="-122"/>
              </a:rPr>
              <a:t>CD</a:t>
            </a:r>
            <a:r>
              <a:rPr lang="en-US" altLang="zh-CN" sz="2400" b="0"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lang="zh-CN" altLang="en-US" sz="2400">
                <a:latin typeface="仿宋_GB2312" pitchFamily="49" charset="-122"/>
              </a:rPr>
              <a:t>两交叉直线。</a:t>
            </a:r>
          </a:p>
        </p:txBody>
      </p:sp>
      <p:sp>
        <p:nvSpPr>
          <p:cNvPr id="42" name="Rectangle 40">
            <a:extLst>
              <a:ext uri="{FF2B5EF4-FFF2-40B4-BE49-F238E27FC236}">
                <a16:creationId xmlns:a16="http://schemas.microsoft.com/office/drawing/2014/main" id="{33063CD1-8179-C80D-C5C2-0AEADE40E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015" y="5526937"/>
            <a:ext cx="1100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6038" rIns="90488" bIns="46038">
            <a:spAutoFit/>
          </a:bodyPr>
          <a:lstStyle/>
          <a:p>
            <a:r>
              <a:rPr lang="zh-CN" altLang="en-US" sz="2400">
                <a:solidFill>
                  <a:srgbClr val="A50021"/>
                </a:solidFill>
                <a:latin typeface="仿宋_GB2312" pitchFamily="49" charset="-122"/>
              </a:rPr>
              <a:t>结论：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2D9F4DE-8B92-4948-0176-785B67A16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202" y="1818537"/>
            <a:ext cx="1100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6038" rIns="90488" bIns="46038">
            <a:spAutoFit/>
          </a:bodyPr>
          <a:lstStyle/>
          <a:p>
            <a:r>
              <a:rPr lang="zh-CN" altLang="en-US" sz="2400">
                <a:latin typeface="仿宋_GB2312" pitchFamily="49" charset="-122"/>
              </a:rPr>
              <a:t>平行？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22A1FD2-E242-B427-734E-46C7DB91B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3990" y="1818537"/>
            <a:ext cx="1100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6038" rIns="90488" bIns="46038">
            <a:spAutoFit/>
          </a:bodyPr>
          <a:lstStyle/>
          <a:p>
            <a:r>
              <a:rPr lang="zh-CN" altLang="en-US" sz="2400">
                <a:latin typeface="仿宋_GB2312" pitchFamily="49" charset="-122"/>
              </a:rPr>
              <a:t>交叉？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820B77E-2ED7-27CC-A85B-71303347A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015" y="4950675"/>
            <a:ext cx="1100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6038" rIns="90488" bIns="46038">
            <a:spAutoFit/>
          </a:bodyPr>
          <a:lstStyle/>
          <a:p>
            <a:r>
              <a:rPr lang="zh-CN" altLang="en-US" sz="2400">
                <a:solidFill>
                  <a:srgbClr val="A50021"/>
                </a:solidFill>
                <a:latin typeface="仿宋_GB2312" pitchFamily="49" charset="-122"/>
              </a:rPr>
              <a:t>作图：</a:t>
            </a:r>
          </a:p>
        </p:txBody>
      </p:sp>
    </p:spTree>
    <p:extLst>
      <p:ext uri="{BB962C8B-B14F-4D97-AF65-F5344CB8AC3E}">
        <p14:creationId xmlns:p14="http://schemas.microsoft.com/office/powerpoint/2010/main" val="4171758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9" grpId="0" autoUpdateAnimBg="0"/>
      <p:bldP spid="36" grpId="0" autoUpdateAnimBg="0"/>
      <p:bldP spid="37" grpId="0" autoUpdateAnimBg="0"/>
      <p:bldP spid="38" grpId="0" autoUpdateAnimBg="0"/>
      <p:bldP spid="39" grpId="0" autoUpdateAnimBg="0"/>
      <p:bldP spid="40" grpId="0" autoUpdateAnimBg="0"/>
      <p:bldP spid="41" grpId="0" autoUpdateAnimBg="0"/>
      <p:bldP spid="42" grpId="0" autoUpdateAnimBg="0"/>
      <p:bldP spid="43" grpId="0" autoUpdateAnimBg="0"/>
      <p:bldP spid="44" grpId="0" autoUpdateAnimBg="0"/>
      <p:bldP spid="4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792F059-B8D5-4D4F-B855-D092D43EC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2.4  </a:t>
            </a:r>
            <a:r>
              <a:rPr lang="zh-CN" altLang="en-US" dirty="0"/>
              <a:t>平面的投影</a:t>
            </a:r>
            <a:r>
              <a:rPr lang="en-US" altLang="zh-CN" dirty="0"/>
              <a:t>(P48)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043354" y="1267425"/>
            <a:ext cx="10105292" cy="4854575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用几何元素表示平面</a:t>
            </a:r>
            <a:endParaRPr lang="en-US" altLang="zh-CN" sz="3200" dirty="0"/>
          </a:p>
          <a:p>
            <a:pPr marL="0" indent="0">
              <a:buNone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</a:t>
            </a:r>
            <a:r>
              <a:rPr lang="zh-CN" altLang="en-US" b="1" dirty="0"/>
              <a:t>平面可以由一组几何元素确定，所以可用确定该平面的几何元素的投影表示平面。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         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确定性</a:t>
            </a:r>
            <a:r>
              <a:rPr lang="zh-CN" altLang="en-US" b="1" dirty="0"/>
              <a:t>：对于同一平面图形而言，无论采用什么表示方式，其</a:t>
            </a:r>
            <a:r>
              <a:rPr lang="zh-CN" altLang="en-US" b="1" u="sng" dirty="0"/>
              <a:t>空间位置是</a:t>
            </a:r>
            <a:r>
              <a:rPr lang="zh-CN" altLang="en-US" u="sng" dirty="0"/>
              <a:t>确定</a:t>
            </a:r>
            <a:r>
              <a:rPr lang="zh-CN" altLang="en-US" b="1" u="sng" dirty="0"/>
              <a:t>的</a:t>
            </a:r>
            <a:r>
              <a:rPr lang="zh-CN" altLang="en-US" b="1" dirty="0"/>
              <a:t>。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592BCE-84C4-4A1F-9E7B-A15E3A09B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43EEB-CB6D-B148-83F6-78EA5299BE84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310BB-5294-4E2C-8E30-4A0F604BB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0BA75-4B87-475D-BD46-50C9D5C02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6</a:t>
            </a:fld>
            <a:endParaRPr 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AE72FC6-4188-6C32-9884-689000707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523" y="3586383"/>
            <a:ext cx="2041172" cy="253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0905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Freeform 2"/>
          <p:cNvSpPr>
            <a:spLocks/>
          </p:cNvSpPr>
          <p:nvPr/>
        </p:nvSpPr>
        <p:spPr bwMode="auto">
          <a:xfrm>
            <a:off x="9818689" y="3155951"/>
            <a:ext cx="522287" cy="811213"/>
          </a:xfrm>
          <a:custGeom>
            <a:avLst/>
            <a:gdLst>
              <a:gd name="T0" fmla="*/ 0 w 329"/>
              <a:gd name="T1" fmla="*/ 0 h 511"/>
              <a:gd name="T2" fmla="*/ 329 w 329"/>
              <a:gd name="T3" fmla="*/ 511 h 51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29" h="511">
                <a:moveTo>
                  <a:pt x="0" y="0"/>
                </a:moveTo>
                <a:lnTo>
                  <a:pt x="329" y="511"/>
                </a:lnTo>
              </a:path>
            </a:pathLst>
          </a:custGeom>
          <a:noFill/>
          <a:ln w="3810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3" name="Line 3"/>
          <p:cNvSpPr>
            <a:spLocks noChangeShapeType="1"/>
          </p:cNvSpPr>
          <p:nvPr/>
        </p:nvSpPr>
        <p:spPr bwMode="auto">
          <a:xfrm>
            <a:off x="5895976" y="3455989"/>
            <a:ext cx="1052513" cy="358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4" name="Freeform 4"/>
          <p:cNvSpPr>
            <a:spLocks/>
          </p:cNvSpPr>
          <p:nvPr/>
        </p:nvSpPr>
        <p:spPr bwMode="auto">
          <a:xfrm>
            <a:off x="7620001" y="2290763"/>
            <a:ext cx="517525" cy="506412"/>
          </a:xfrm>
          <a:custGeom>
            <a:avLst/>
            <a:gdLst>
              <a:gd name="T0" fmla="*/ 0 w 326"/>
              <a:gd name="T1" fmla="*/ 0 h 319"/>
              <a:gd name="T2" fmla="*/ 326 w 326"/>
              <a:gd name="T3" fmla="*/ 319 h 31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26" h="319">
                <a:moveTo>
                  <a:pt x="0" y="0"/>
                </a:moveTo>
                <a:lnTo>
                  <a:pt x="326" y="319"/>
                </a:lnTo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7" name="Text Box 7"/>
          <p:cNvSpPr txBox="1">
            <a:spLocks noChangeArrowheads="1"/>
          </p:cNvSpPr>
          <p:nvPr/>
        </p:nvSpPr>
        <p:spPr bwMode="auto">
          <a:xfrm>
            <a:off x="1524000" y="4686187"/>
            <a:ext cx="215070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zh-CN" altLang="en-US" sz="2400" b="1" dirty="0">
                <a:latin typeface="Times New Roman" charset="0"/>
              </a:rPr>
              <a:t>不在同一直线上的三个点</a:t>
            </a:r>
          </a:p>
          <a:p>
            <a:pPr algn="l" eaLnBrk="1" hangingPunct="1"/>
            <a:endParaRPr lang="zh-CN" altLang="en-US" sz="2400" b="1" dirty="0">
              <a:latin typeface="Times New Roman" charset="0"/>
            </a:endParaRPr>
          </a:p>
        </p:txBody>
      </p:sp>
      <p:sp>
        <p:nvSpPr>
          <p:cNvPr id="97288" name="Freeform 8"/>
          <p:cNvSpPr>
            <a:spLocks/>
          </p:cNvSpPr>
          <p:nvPr/>
        </p:nvSpPr>
        <p:spPr bwMode="auto">
          <a:xfrm>
            <a:off x="3608388" y="3940176"/>
            <a:ext cx="1054100" cy="358775"/>
          </a:xfrm>
          <a:custGeom>
            <a:avLst/>
            <a:gdLst>
              <a:gd name="T0" fmla="*/ 0 w 664"/>
              <a:gd name="T1" fmla="*/ 0 h 226"/>
              <a:gd name="T2" fmla="*/ 664 w 664"/>
              <a:gd name="T3" fmla="*/ 226 h 22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64" h="226">
                <a:moveTo>
                  <a:pt x="0" y="0"/>
                </a:moveTo>
                <a:lnTo>
                  <a:pt x="664" y="226"/>
                </a:lnTo>
              </a:path>
            </a:pathLst>
          </a:custGeom>
          <a:noFill/>
          <a:ln w="3810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9" name="Freeform 9"/>
          <p:cNvSpPr>
            <a:spLocks/>
          </p:cNvSpPr>
          <p:nvPr/>
        </p:nvSpPr>
        <p:spPr bwMode="auto">
          <a:xfrm>
            <a:off x="3603625" y="1944689"/>
            <a:ext cx="1081088" cy="422275"/>
          </a:xfrm>
          <a:custGeom>
            <a:avLst/>
            <a:gdLst>
              <a:gd name="T0" fmla="*/ 0 w 678"/>
              <a:gd name="T1" fmla="*/ 240 h 240"/>
              <a:gd name="T2" fmla="*/ 678 w 678"/>
              <a:gd name="T3" fmla="*/ 0 h 24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78" h="240">
                <a:moveTo>
                  <a:pt x="0" y="240"/>
                </a:moveTo>
                <a:lnTo>
                  <a:pt x="678" y="0"/>
                </a:lnTo>
              </a:path>
            </a:pathLst>
          </a:custGeom>
          <a:noFill/>
          <a:ln w="3810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0" name="Text Box 10"/>
          <p:cNvSpPr txBox="1">
            <a:spLocks noChangeArrowheads="1"/>
          </p:cNvSpPr>
          <p:nvPr/>
        </p:nvSpPr>
        <p:spPr bwMode="auto">
          <a:xfrm>
            <a:off x="3563939" y="4724400"/>
            <a:ext cx="15208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400" b="1" dirty="0">
                <a:latin typeface="Times New Roman" charset="0"/>
              </a:rPr>
              <a:t>直线及线外一点</a:t>
            </a:r>
          </a:p>
        </p:txBody>
      </p:sp>
      <p:grpSp>
        <p:nvGrpSpPr>
          <p:cNvPr id="97291" name="Group 11"/>
          <p:cNvGrpSpPr>
            <a:grpSpLocks/>
          </p:cNvGrpSpPr>
          <p:nvPr/>
        </p:nvGrpSpPr>
        <p:grpSpPr bwMode="auto">
          <a:xfrm>
            <a:off x="4978400" y="1516064"/>
            <a:ext cx="2114550" cy="3040063"/>
            <a:chOff x="2184" y="961"/>
            <a:chExt cx="1332" cy="1915"/>
          </a:xfrm>
        </p:grpSpPr>
        <p:sp>
          <p:nvSpPr>
            <p:cNvPr id="97292" name="Line 12"/>
            <p:cNvSpPr>
              <a:spLocks noChangeShapeType="1"/>
            </p:cNvSpPr>
            <p:nvPr/>
          </p:nvSpPr>
          <p:spPr bwMode="auto">
            <a:xfrm>
              <a:off x="3077" y="1236"/>
              <a:ext cx="0" cy="14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7293" name="Freeform 13"/>
            <p:cNvSpPr>
              <a:spLocks/>
            </p:cNvSpPr>
            <p:nvPr/>
          </p:nvSpPr>
          <p:spPr bwMode="auto">
            <a:xfrm>
              <a:off x="2400" y="1236"/>
              <a:ext cx="677" cy="255"/>
            </a:xfrm>
            <a:custGeom>
              <a:avLst/>
              <a:gdLst>
                <a:gd name="T0" fmla="*/ 0 w 677"/>
                <a:gd name="T1" fmla="*/ 255 h 255"/>
                <a:gd name="T2" fmla="*/ 677 w 677"/>
                <a:gd name="T3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77" h="255">
                  <a:moveTo>
                    <a:pt x="0" y="255"/>
                  </a:moveTo>
                  <a:lnTo>
                    <a:pt x="677" y="0"/>
                  </a:lnTo>
                </a:path>
              </a:pathLst>
            </a:custGeom>
            <a:noFill/>
            <a:ln w="381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294" name="Freeform 14"/>
            <p:cNvSpPr>
              <a:spLocks/>
            </p:cNvSpPr>
            <p:nvPr/>
          </p:nvSpPr>
          <p:spPr bwMode="auto">
            <a:xfrm>
              <a:off x="2412" y="2484"/>
              <a:ext cx="684" cy="240"/>
            </a:xfrm>
            <a:custGeom>
              <a:avLst/>
              <a:gdLst>
                <a:gd name="T0" fmla="*/ 0 w 684"/>
                <a:gd name="T1" fmla="*/ 0 h 240"/>
                <a:gd name="T2" fmla="*/ 684 w 684"/>
                <a:gd name="T3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4" h="240">
                  <a:moveTo>
                    <a:pt x="0" y="0"/>
                  </a:moveTo>
                  <a:lnTo>
                    <a:pt x="684" y="240"/>
                  </a:lnTo>
                </a:path>
              </a:pathLst>
            </a:custGeom>
            <a:noFill/>
            <a:ln w="38100" cmpd="sng">
              <a:solidFill>
                <a:srgbClr val="003399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295" name="Line 15"/>
            <p:cNvSpPr>
              <a:spLocks noChangeShapeType="1"/>
            </p:cNvSpPr>
            <p:nvPr/>
          </p:nvSpPr>
          <p:spPr bwMode="auto">
            <a:xfrm>
              <a:off x="2412" y="1483"/>
              <a:ext cx="0" cy="9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296" name="Text Box 16"/>
            <p:cNvSpPr txBox="1">
              <a:spLocks noChangeArrowheads="1"/>
            </p:cNvSpPr>
            <p:nvPr/>
          </p:nvSpPr>
          <p:spPr bwMode="auto">
            <a:xfrm>
              <a:off x="2184" y="2307"/>
              <a:ext cx="18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a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297" name="Text Box 17"/>
            <p:cNvSpPr txBox="1">
              <a:spLocks noChangeArrowheads="1"/>
            </p:cNvSpPr>
            <p:nvPr/>
          </p:nvSpPr>
          <p:spPr bwMode="auto">
            <a:xfrm>
              <a:off x="2748" y="1971"/>
              <a:ext cx="19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b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298" name="Text Box 18"/>
            <p:cNvSpPr txBox="1">
              <a:spLocks noChangeArrowheads="1"/>
            </p:cNvSpPr>
            <p:nvPr/>
          </p:nvSpPr>
          <p:spPr bwMode="auto">
            <a:xfrm>
              <a:off x="2988" y="2643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c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299" name="Text Box 19"/>
            <p:cNvSpPr txBox="1">
              <a:spLocks noChangeArrowheads="1"/>
            </p:cNvSpPr>
            <p:nvPr/>
          </p:nvSpPr>
          <p:spPr bwMode="auto">
            <a:xfrm>
              <a:off x="2184" y="1297"/>
              <a:ext cx="2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a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7300" name="Text Box 20"/>
            <p:cNvSpPr txBox="1">
              <a:spLocks noChangeArrowheads="1"/>
            </p:cNvSpPr>
            <p:nvPr/>
          </p:nvSpPr>
          <p:spPr bwMode="auto">
            <a:xfrm>
              <a:off x="2748" y="1729"/>
              <a:ext cx="2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b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7301" name="Text Box 21"/>
            <p:cNvSpPr txBox="1">
              <a:spLocks noChangeArrowheads="1"/>
            </p:cNvSpPr>
            <p:nvPr/>
          </p:nvSpPr>
          <p:spPr bwMode="auto">
            <a:xfrm>
              <a:off x="2988" y="961"/>
              <a:ext cx="21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c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7302" name="Line 22"/>
            <p:cNvSpPr>
              <a:spLocks noChangeShapeType="1"/>
            </p:cNvSpPr>
            <p:nvPr/>
          </p:nvSpPr>
          <p:spPr bwMode="auto">
            <a:xfrm>
              <a:off x="2268" y="1971"/>
              <a:ext cx="12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03" name="Line 23"/>
            <p:cNvSpPr>
              <a:spLocks noChangeShapeType="1"/>
            </p:cNvSpPr>
            <p:nvPr/>
          </p:nvSpPr>
          <p:spPr bwMode="auto">
            <a:xfrm>
              <a:off x="2741" y="1802"/>
              <a:ext cx="0" cy="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04" name="Text Box 24"/>
            <p:cNvSpPr txBox="1">
              <a:spLocks noChangeArrowheads="1"/>
            </p:cNvSpPr>
            <p:nvPr/>
          </p:nvSpPr>
          <p:spPr bwMode="auto">
            <a:xfrm>
              <a:off x="2984" y="2633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05" name="Text Box 25"/>
            <p:cNvSpPr txBox="1">
              <a:spLocks noChangeArrowheads="1"/>
            </p:cNvSpPr>
            <p:nvPr/>
          </p:nvSpPr>
          <p:spPr bwMode="auto">
            <a:xfrm>
              <a:off x="2980" y="1155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06" name="Text Box 26"/>
            <p:cNvSpPr txBox="1">
              <a:spLocks noChangeArrowheads="1"/>
            </p:cNvSpPr>
            <p:nvPr/>
          </p:nvSpPr>
          <p:spPr bwMode="auto">
            <a:xfrm>
              <a:off x="2648" y="2084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07" name="Text Box 27"/>
            <p:cNvSpPr txBox="1">
              <a:spLocks noChangeArrowheads="1"/>
            </p:cNvSpPr>
            <p:nvPr/>
          </p:nvSpPr>
          <p:spPr bwMode="auto">
            <a:xfrm>
              <a:off x="2648" y="1722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08" name="Text Box 28"/>
            <p:cNvSpPr txBox="1">
              <a:spLocks noChangeArrowheads="1"/>
            </p:cNvSpPr>
            <p:nvPr/>
          </p:nvSpPr>
          <p:spPr bwMode="auto">
            <a:xfrm>
              <a:off x="2308" y="2403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09" name="Text Box 29"/>
            <p:cNvSpPr txBox="1">
              <a:spLocks noChangeArrowheads="1"/>
            </p:cNvSpPr>
            <p:nvPr/>
          </p:nvSpPr>
          <p:spPr bwMode="auto">
            <a:xfrm>
              <a:off x="2312" y="1403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</p:grpSp>
      <p:sp>
        <p:nvSpPr>
          <p:cNvPr id="97310" name="Line 30"/>
          <p:cNvSpPr>
            <a:spLocks noChangeShapeType="1"/>
          </p:cNvSpPr>
          <p:nvPr/>
        </p:nvSpPr>
        <p:spPr bwMode="auto">
          <a:xfrm flipV="1">
            <a:off x="6953250" y="2443163"/>
            <a:ext cx="0" cy="1371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11" name="Freeform 31"/>
          <p:cNvSpPr>
            <a:spLocks/>
          </p:cNvSpPr>
          <p:nvPr/>
        </p:nvSpPr>
        <p:spPr bwMode="auto">
          <a:xfrm>
            <a:off x="5895976" y="2482851"/>
            <a:ext cx="1052513" cy="377825"/>
          </a:xfrm>
          <a:custGeom>
            <a:avLst/>
            <a:gdLst>
              <a:gd name="T0" fmla="*/ 0 w 663"/>
              <a:gd name="T1" fmla="*/ 226 h 226"/>
              <a:gd name="T2" fmla="*/ 663 w 663"/>
              <a:gd name="T3" fmla="*/ 0 h 22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63" h="226">
                <a:moveTo>
                  <a:pt x="0" y="226"/>
                </a:moveTo>
                <a:lnTo>
                  <a:pt x="663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7312" name="Group 32"/>
          <p:cNvGrpSpPr>
            <a:grpSpLocks/>
          </p:cNvGrpSpPr>
          <p:nvPr/>
        </p:nvGrpSpPr>
        <p:grpSpPr bwMode="auto">
          <a:xfrm>
            <a:off x="6781801" y="3681417"/>
            <a:ext cx="382588" cy="446088"/>
            <a:chOff x="3312" y="2160"/>
            <a:chExt cx="241" cy="281"/>
          </a:xfrm>
        </p:grpSpPr>
        <p:sp>
          <p:nvSpPr>
            <p:cNvPr id="97313" name="Text Box 33"/>
            <p:cNvSpPr txBox="1">
              <a:spLocks noChangeArrowheads="1"/>
            </p:cNvSpPr>
            <p:nvPr/>
          </p:nvSpPr>
          <p:spPr bwMode="auto">
            <a:xfrm>
              <a:off x="3360" y="2208"/>
              <a:ext cx="19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d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14" name="Text Box 34"/>
            <p:cNvSpPr txBox="1">
              <a:spLocks noChangeArrowheads="1"/>
            </p:cNvSpPr>
            <p:nvPr/>
          </p:nvSpPr>
          <p:spPr bwMode="auto">
            <a:xfrm>
              <a:off x="3312" y="2160"/>
              <a:ext cx="19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  <a:endParaRPr lang="en-US" altLang="zh-CN" b="1">
                <a:latin typeface="Times New Roman" charset="0"/>
              </a:endParaRPr>
            </a:p>
          </p:txBody>
        </p:sp>
      </p:grpSp>
      <p:grpSp>
        <p:nvGrpSpPr>
          <p:cNvPr id="97315" name="Group 35"/>
          <p:cNvGrpSpPr>
            <a:grpSpLocks/>
          </p:cNvGrpSpPr>
          <p:nvPr/>
        </p:nvGrpSpPr>
        <p:grpSpPr bwMode="auto">
          <a:xfrm>
            <a:off x="6800851" y="2058989"/>
            <a:ext cx="439738" cy="536575"/>
            <a:chOff x="3324" y="1102"/>
            <a:chExt cx="277" cy="338"/>
          </a:xfrm>
        </p:grpSpPr>
        <p:sp>
          <p:nvSpPr>
            <p:cNvPr id="97316" name="Text Box 36"/>
            <p:cNvSpPr txBox="1">
              <a:spLocks noChangeArrowheads="1"/>
            </p:cNvSpPr>
            <p:nvPr/>
          </p:nvSpPr>
          <p:spPr bwMode="auto">
            <a:xfrm>
              <a:off x="3372" y="1102"/>
              <a:ext cx="2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d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7317" name="Rectangle 37"/>
            <p:cNvSpPr>
              <a:spLocks noChangeArrowheads="1"/>
            </p:cNvSpPr>
            <p:nvPr/>
          </p:nvSpPr>
          <p:spPr bwMode="auto">
            <a:xfrm>
              <a:off x="3324" y="1286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</p:grpSp>
      <p:sp>
        <p:nvSpPr>
          <p:cNvPr id="97318" name="Text Box 38"/>
          <p:cNvSpPr txBox="1">
            <a:spLocks noChangeArrowheads="1"/>
          </p:cNvSpPr>
          <p:nvPr/>
        </p:nvSpPr>
        <p:spPr bwMode="auto">
          <a:xfrm>
            <a:off x="5388769" y="4741219"/>
            <a:ext cx="18510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zh-CN" altLang="en-US" sz="2400" b="1" dirty="0">
                <a:latin typeface="Times New Roman" charset="0"/>
              </a:rPr>
              <a:t>两平行直线</a:t>
            </a:r>
          </a:p>
        </p:txBody>
      </p:sp>
      <p:sp>
        <p:nvSpPr>
          <p:cNvPr id="97319" name="Freeform 39"/>
          <p:cNvSpPr>
            <a:spLocks/>
          </p:cNvSpPr>
          <p:nvPr/>
        </p:nvSpPr>
        <p:spPr bwMode="auto">
          <a:xfrm>
            <a:off x="7599364" y="3357564"/>
            <a:ext cx="554037" cy="492125"/>
          </a:xfrm>
          <a:custGeom>
            <a:avLst/>
            <a:gdLst>
              <a:gd name="T0" fmla="*/ 349 w 349"/>
              <a:gd name="T1" fmla="*/ 0 h 310"/>
              <a:gd name="T2" fmla="*/ 0 w 349"/>
              <a:gd name="T3" fmla="*/ 310 h 31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49" h="310">
                <a:moveTo>
                  <a:pt x="349" y="0"/>
                </a:moveTo>
                <a:lnTo>
                  <a:pt x="0" y="310"/>
                </a:lnTo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7320" name="Group 40"/>
          <p:cNvGrpSpPr>
            <a:grpSpLocks/>
          </p:cNvGrpSpPr>
          <p:nvPr/>
        </p:nvGrpSpPr>
        <p:grpSpPr bwMode="auto">
          <a:xfrm>
            <a:off x="7258050" y="1463676"/>
            <a:ext cx="1671638" cy="3040063"/>
            <a:chOff x="3603" y="913"/>
            <a:chExt cx="1053" cy="1915"/>
          </a:xfrm>
        </p:grpSpPr>
        <p:sp>
          <p:nvSpPr>
            <p:cNvPr id="97321" name="Line 41"/>
            <p:cNvSpPr>
              <a:spLocks noChangeShapeType="1"/>
            </p:cNvSpPr>
            <p:nvPr/>
          </p:nvSpPr>
          <p:spPr bwMode="auto">
            <a:xfrm>
              <a:off x="3831" y="1451"/>
              <a:ext cx="0" cy="99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7322" name="Freeform 42"/>
            <p:cNvSpPr>
              <a:spLocks/>
            </p:cNvSpPr>
            <p:nvPr/>
          </p:nvSpPr>
          <p:spPr bwMode="auto">
            <a:xfrm>
              <a:off x="3849" y="1183"/>
              <a:ext cx="655" cy="260"/>
            </a:xfrm>
            <a:custGeom>
              <a:avLst/>
              <a:gdLst>
                <a:gd name="T0" fmla="*/ 0 w 655"/>
                <a:gd name="T1" fmla="*/ 260 h 260"/>
                <a:gd name="T2" fmla="*/ 655 w 655"/>
                <a:gd name="T3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55" h="260">
                  <a:moveTo>
                    <a:pt x="0" y="260"/>
                  </a:moveTo>
                  <a:lnTo>
                    <a:pt x="655" y="0"/>
                  </a:lnTo>
                </a:path>
              </a:pathLst>
            </a:custGeom>
            <a:noFill/>
            <a:ln w="381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23" name="Freeform 43"/>
            <p:cNvSpPr>
              <a:spLocks/>
            </p:cNvSpPr>
            <p:nvPr/>
          </p:nvSpPr>
          <p:spPr bwMode="auto">
            <a:xfrm>
              <a:off x="3855" y="2439"/>
              <a:ext cx="638" cy="232"/>
            </a:xfrm>
            <a:custGeom>
              <a:avLst/>
              <a:gdLst>
                <a:gd name="T0" fmla="*/ 0 w 638"/>
                <a:gd name="T1" fmla="*/ 0 h 232"/>
                <a:gd name="T2" fmla="*/ 638 w 638"/>
                <a:gd name="T3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38" h="232">
                  <a:moveTo>
                    <a:pt x="0" y="0"/>
                  </a:moveTo>
                  <a:lnTo>
                    <a:pt x="638" y="232"/>
                  </a:lnTo>
                </a:path>
              </a:pathLst>
            </a:custGeom>
            <a:noFill/>
            <a:ln w="38100" cmpd="sng">
              <a:solidFill>
                <a:srgbClr val="003399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24" name="Line 44"/>
            <p:cNvSpPr>
              <a:spLocks noChangeShapeType="1"/>
            </p:cNvSpPr>
            <p:nvPr/>
          </p:nvSpPr>
          <p:spPr bwMode="auto">
            <a:xfrm>
              <a:off x="4508" y="1195"/>
              <a:ext cx="0" cy="14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25" name="Text Box 45"/>
            <p:cNvSpPr txBox="1">
              <a:spLocks noChangeArrowheads="1"/>
            </p:cNvSpPr>
            <p:nvPr/>
          </p:nvSpPr>
          <p:spPr bwMode="auto">
            <a:xfrm>
              <a:off x="3603" y="2259"/>
              <a:ext cx="18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a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26" name="Text Box 46"/>
            <p:cNvSpPr txBox="1">
              <a:spLocks noChangeArrowheads="1"/>
            </p:cNvSpPr>
            <p:nvPr/>
          </p:nvSpPr>
          <p:spPr bwMode="auto">
            <a:xfrm>
              <a:off x="4185" y="1923"/>
              <a:ext cx="19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b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27" name="Text Box 47"/>
            <p:cNvSpPr txBox="1">
              <a:spLocks noChangeArrowheads="1"/>
            </p:cNvSpPr>
            <p:nvPr/>
          </p:nvSpPr>
          <p:spPr bwMode="auto">
            <a:xfrm>
              <a:off x="4425" y="2595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c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28" name="Text Box 48"/>
            <p:cNvSpPr txBox="1">
              <a:spLocks noChangeArrowheads="1"/>
            </p:cNvSpPr>
            <p:nvPr/>
          </p:nvSpPr>
          <p:spPr bwMode="auto">
            <a:xfrm>
              <a:off x="3612" y="1249"/>
              <a:ext cx="2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a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7329" name="Text Box 49"/>
            <p:cNvSpPr txBox="1">
              <a:spLocks noChangeArrowheads="1"/>
            </p:cNvSpPr>
            <p:nvPr/>
          </p:nvSpPr>
          <p:spPr bwMode="auto">
            <a:xfrm>
              <a:off x="4185" y="1681"/>
              <a:ext cx="2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b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7330" name="Text Box 50"/>
            <p:cNvSpPr txBox="1">
              <a:spLocks noChangeArrowheads="1"/>
            </p:cNvSpPr>
            <p:nvPr/>
          </p:nvSpPr>
          <p:spPr bwMode="auto">
            <a:xfrm>
              <a:off x="4425" y="913"/>
              <a:ext cx="21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c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7331" name="Line 51"/>
            <p:cNvSpPr>
              <a:spLocks noChangeShapeType="1"/>
            </p:cNvSpPr>
            <p:nvPr/>
          </p:nvSpPr>
          <p:spPr bwMode="auto">
            <a:xfrm>
              <a:off x="3696" y="1923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32" name="Line 52"/>
            <p:cNvSpPr>
              <a:spLocks noChangeShapeType="1"/>
            </p:cNvSpPr>
            <p:nvPr/>
          </p:nvSpPr>
          <p:spPr bwMode="auto">
            <a:xfrm>
              <a:off x="4169" y="1754"/>
              <a:ext cx="0" cy="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33" name="Text Box 53"/>
            <p:cNvSpPr txBox="1">
              <a:spLocks noChangeArrowheads="1"/>
            </p:cNvSpPr>
            <p:nvPr/>
          </p:nvSpPr>
          <p:spPr bwMode="auto">
            <a:xfrm>
              <a:off x="4406" y="2585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34" name="Text Box 54"/>
            <p:cNvSpPr txBox="1">
              <a:spLocks noChangeArrowheads="1"/>
            </p:cNvSpPr>
            <p:nvPr/>
          </p:nvSpPr>
          <p:spPr bwMode="auto">
            <a:xfrm>
              <a:off x="4402" y="1107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35" name="Text Box 55"/>
            <p:cNvSpPr txBox="1">
              <a:spLocks noChangeArrowheads="1"/>
            </p:cNvSpPr>
            <p:nvPr/>
          </p:nvSpPr>
          <p:spPr bwMode="auto">
            <a:xfrm>
              <a:off x="4070" y="2036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36" name="Text Box 56"/>
            <p:cNvSpPr txBox="1">
              <a:spLocks noChangeArrowheads="1"/>
            </p:cNvSpPr>
            <p:nvPr/>
          </p:nvSpPr>
          <p:spPr bwMode="auto">
            <a:xfrm>
              <a:off x="4070" y="1674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37" name="Text Box 57"/>
            <p:cNvSpPr txBox="1">
              <a:spLocks noChangeArrowheads="1"/>
            </p:cNvSpPr>
            <p:nvPr/>
          </p:nvSpPr>
          <p:spPr bwMode="auto">
            <a:xfrm>
              <a:off x="3730" y="2355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38" name="Text Box 58"/>
            <p:cNvSpPr txBox="1">
              <a:spLocks noChangeArrowheads="1"/>
            </p:cNvSpPr>
            <p:nvPr/>
          </p:nvSpPr>
          <p:spPr bwMode="auto">
            <a:xfrm>
              <a:off x="3734" y="1364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</p:grpSp>
      <p:sp>
        <p:nvSpPr>
          <p:cNvPr id="97339" name="Text Box 59"/>
          <p:cNvSpPr txBox="1">
            <a:spLocks noChangeArrowheads="1"/>
          </p:cNvSpPr>
          <p:nvPr/>
        </p:nvSpPr>
        <p:spPr bwMode="auto">
          <a:xfrm>
            <a:off x="7270199" y="4804718"/>
            <a:ext cx="17303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zh-CN" altLang="en-US" sz="2400" b="1" dirty="0">
                <a:latin typeface="Times New Roman" charset="0"/>
              </a:rPr>
              <a:t>两相交直线</a:t>
            </a:r>
          </a:p>
        </p:txBody>
      </p:sp>
      <p:sp>
        <p:nvSpPr>
          <p:cNvPr id="97340" name="Freeform 60"/>
          <p:cNvSpPr>
            <a:spLocks/>
          </p:cNvSpPr>
          <p:nvPr/>
        </p:nvSpPr>
        <p:spPr bwMode="auto">
          <a:xfrm>
            <a:off x="9807575" y="1676401"/>
            <a:ext cx="547688" cy="842963"/>
          </a:xfrm>
          <a:custGeom>
            <a:avLst/>
            <a:gdLst>
              <a:gd name="T0" fmla="*/ 0 w 345"/>
              <a:gd name="T1" fmla="*/ 531 h 531"/>
              <a:gd name="T2" fmla="*/ 345 w 345"/>
              <a:gd name="T3" fmla="*/ 0 h 53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45" h="531">
                <a:moveTo>
                  <a:pt x="0" y="531"/>
                </a:moveTo>
                <a:lnTo>
                  <a:pt x="345" y="0"/>
                </a:lnTo>
              </a:path>
            </a:pathLst>
          </a:custGeom>
          <a:noFill/>
          <a:ln w="3810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41" name="Text Box 61"/>
          <p:cNvSpPr txBox="1">
            <a:spLocks noChangeArrowheads="1"/>
          </p:cNvSpPr>
          <p:nvPr/>
        </p:nvSpPr>
        <p:spPr bwMode="auto">
          <a:xfrm>
            <a:off x="9094995" y="4821238"/>
            <a:ext cx="141881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/>
            <a:r>
              <a:rPr lang="zh-CN" altLang="en-US" sz="2400" b="1" dirty="0">
                <a:latin typeface="Times New Roman" charset="0"/>
              </a:rPr>
              <a:t>平面图形</a:t>
            </a:r>
          </a:p>
        </p:txBody>
      </p:sp>
      <p:grpSp>
        <p:nvGrpSpPr>
          <p:cNvPr id="97342" name="Group 62"/>
          <p:cNvGrpSpPr>
            <a:grpSpLocks/>
          </p:cNvGrpSpPr>
          <p:nvPr/>
        </p:nvGrpSpPr>
        <p:grpSpPr bwMode="auto">
          <a:xfrm>
            <a:off x="8934450" y="1220789"/>
            <a:ext cx="1657350" cy="3040063"/>
            <a:chOff x="4668" y="769"/>
            <a:chExt cx="1044" cy="1915"/>
          </a:xfrm>
        </p:grpSpPr>
        <p:sp>
          <p:nvSpPr>
            <p:cNvPr id="97343" name="Line 63"/>
            <p:cNvSpPr>
              <a:spLocks noChangeShapeType="1"/>
            </p:cNvSpPr>
            <p:nvPr/>
          </p:nvSpPr>
          <p:spPr bwMode="auto">
            <a:xfrm>
              <a:off x="4886" y="1282"/>
              <a:ext cx="0" cy="100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7344" name="Line 64"/>
            <p:cNvSpPr>
              <a:spLocks noChangeShapeType="1"/>
            </p:cNvSpPr>
            <p:nvPr/>
          </p:nvSpPr>
          <p:spPr bwMode="auto">
            <a:xfrm>
              <a:off x="5564" y="1051"/>
              <a:ext cx="0" cy="14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45" name="Line 65"/>
            <p:cNvSpPr>
              <a:spLocks noChangeShapeType="1"/>
            </p:cNvSpPr>
            <p:nvPr/>
          </p:nvSpPr>
          <p:spPr bwMode="auto">
            <a:xfrm>
              <a:off x="4882" y="1299"/>
              <a:ext cx="336" cy="28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46" name="Freeform 66"/>
            <p:cNvSpPr>
              <a:spLocks/>
            </p:cNvSpPr>
            <p:nvPr/>
          </p:nvSpPr>
          <p:spPr bwMode="auto">
            <a:xfrm>
              <a:off x="4886" y="1971"/>
              <a:ext cx="332" cy="327"/>
            </a:xfrm>
            <a:custGeom>
              <a:avLst/>
              <a:gdLst>
                <a:gd name="T0" fmla="*/ 332 w 332"/>
                <a:gd name="T1" fmla="*/ 0 h 327"/>
                <a:gd name="T2" fmla="*/ 0 w 332"/>
                <a:gd name="T3" fmla="*/ 327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32" h="327">
                  <a:moveTo>
                    <a:pt x="332" y="0"/>
                  </a:moveTo>
                  <a:lnTo>
                    <a:pt x="0" y="327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47" name="Freeform 67"/>
            <p:cNvSpPr>
              <a:spLocks/>
            </p:cNvSpPr>
            <p:nvPr/>
          </p:nvSpPr>
          <p:spPr bwMode="auto">
            <a:xfrm>
              <a:off x="4886" y="1056"/>
              <a:ext cx="677" cy="226"/>
            </a:xfrm>
            <a:custGeom>
              <a:avLst/>
              <a:gdLst>
                <a:gd name="T0" fmla="*/ 0 w 677"/>
                <a:gd name="T1" fmla="*/ 226 h 226"/>
                <a:gd name="T2" fmla="*/ 677 w 677"/>
                <a:gd name="T3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77" h="226">
                  <a:moveTo>
                    <a:pt x="0" y="226"/>
                  </a:moveTo>
                  <a:lnTo>
                    <a:pt x="677" y="0"/>
                  </a:lnTo>
                </a:path>
              </a:pathLst>
            </a:custGeom>
            <a:noFill/>
            <a:ln w="381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48" name="Freeform 68"/>
            <p:cNvSpPr>
              <a:spLocks/>
            </p:cNvSpPr>
            <p:nvPr/>
          </p:nvSpPr>
          <p:spPr bwMode="auto">
            <a:xfrm>
              <a:off x="4900" y="2298"/>
              <a:ext cx="649" cy="229"/>
            </a:xfrm>
            <a:custGeom>
              <a:avLst/>
              <a:gdLst>
                <a:gd name="T0" fmla="*/ 0 w 649"/>
                <a:gd name="T1" fmla="*/ 0 h 229"/>
                <a:gd name="T2" fmla="*/ 649 w 649"/>
                <a:gd name="T3" fmla="*/ 229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49" h="229">
                  <a:moveTo>
                    <a:pt x="0" y="0"/>
                  </a:moveTo>
                  <a:lnTo>
                    <a:pt x="649" y="229"/>
                  </a:lnTo>
                </a:path>
              </a:pathLst>
            </a:custGeom>
            <a:noFill/>
            <a:ln w="38100" cmpd="sng">
              <a:solidFill>
                <a:srgbClr val="003399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49" name="Text Box 69"/>
            <p:cNvSpPr txBox="1">
              <a:spLocks noChangeArrowheads="1"/>
            </p:cNvSpPr>
            <p:nvPr/>
          </p:nvSpPr>
          <p:spPr bwMode="auto">
            <a:xfrm>
              <a:off x="5481" y="769"/>
              <a:ext cx="21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c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7350" name="Line 70"/>
            <p:cNvSpPr>
              <a:spLocks noChangeShapeType="1"/>
            </p:cNvSpPr>
            <p:nvPr/>
          </p:nvSpPr>
          <p:spPr bwMode="auto">
            <a:xfrm>
              <a:off x="5216" y="1610"/>
              <a:ext cx="0" cy="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51" name="Text Box 71"/>
            <p:cNvSpPr txBox="1">
              <a:spLocks noChangeArrowheads="1"/>
            </p:cNvSpPr>
            <p:nvPr/>
          </p:nvSpPr>
          <p:spPr bwMode="auto">
            <a:xfrm>
              <a:off x="5462" y="2441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52" name="Text Box 72"/>
            <p:cNvSpPr txBox="1">
              <a:spLocks noChangeArrowheads="1"/>
            </p:cNvSpPr>
            <p:nvPr/>
          </p:nvSpPr>
          <p:spPr bwMode="auto">
            <a:xfrm>
              <a:off x="4786" y="2211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53" name="Text Box 73"/>
            <p:cNvSpPr txBox="1">
              <a:spLocks noChangeArrowheads="1"/>
            </p:cNvSpPr>
            <p:nvPr/>
          </p:nvSpPr>
          <p:spPr bwMode="auto">
            <a:xfrm>
              <a:off x="4781" y="1211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54" name="Text Box 74"/>
            <p:cNvSpPr txBox="1">
              <a:spLocks noChangeArrowheads="1"/>
            </p:cNvSpPr>
            <p:nvPr/>
          </p:nvSpPr>
          <p:spPr bwMode="auto">
            <a:xfrm>
              <a:off x="4668" y="2115"/>
              <a:ext cx="18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a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55" name="Text Box 75"/>
            <p:cNvSpPr txBox="1">
              <a:spLocks noChangeArrowheads="1"/>
            </p:cNvSpPr>
            <p:nvPr/>
          </p:nvSpPr>
          <p:spPr bwMode="auto">
            <a:xfrm>
              <a:off x="5241" y="1779"/>
              <a:ext cx="19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b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56" name="Text Box 76"/>
            <p:cNvSpPr txBox="1">
              <a:spLocks noChangeArrowheads="1"/>
            </p:cNvSpPr>
            <p:nvPr/>
          </p:nvSpPr>
          <p:spPr bwMode="auto">
            <a:xfrm>
              <a:off x="5481" y="2451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c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57" name="Text Box 77"/>
            <p:cNvSpPr txBox="1">
              <a:spLocks noChangeArrowheads="1"/>
            </p:cNvSpPr>
            <p:nvPr/>
          </p:nvSpPr>
          <p:spPr bwMode="auto">
            <a:xfrm>
              <a:off x="4668" y="1105"/>
              <a:ext cx="2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a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7358" name="Text Box 78"/>
            <p:cNvSpPr txBox="1">
              <a:spLocks noChangeArrowheads="1"/>
            </p:cNvSpPr>
            <p:nvPr/>
          </p:nvSpPr>
          <p:spPr bwMode="auto">
            <a:xfrm>
              <a:off x="5241" y="1537"/>
              <a:ext cx="2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b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7359" name="Line 79"/>
            <p:cNvSpPr>
              <a:spLocks noChangeShapeType="1"/>
            </p:cNvSpPr>
            <p:nvPr/>
          </p:nvSpPr>
          <p:spPr bwMode="auto">
            <a:xfrm>
              <a:off x="4752" y="1779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60" name="Text Box 80"/>
            <p:cNvSpPr txBox="1">
              <a:spLocks noChangeArrowheads="1"/>
            </p:cNvSpPr>
            <p:nvPr/>
          </p:nvSpPr>
          <p:spPr bwMode="auto">
            <a:xfrm>
              <a:off x="5452" y="975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61" name="Text Box 81"/>
            <p:cNvSpPr txBox="1">
              <a:spLocks noChangeArrowheads="1"/>
            </p:cNvSpPr>
            <p:nvPr/>
          </p:nvSpPr>
          <p:spPr bwMode="auto">
            <a:xfrm>
              <a:off x="5120" y="1892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62" name="Text Box 82"/>
            <p:cNvSpPr txBox="1">
              <a:spLocks noChangeArrowheads="1"/>
            </p:cNvSpPr>
            <p:nvPr/>
          </p:nvSpPr>
          <p:spPr bwMode="auto">
            <a:xfrm>
              <a:off x="5120" y="1512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</p:grpSp>
      <p:grpSp>
        <p:nvGrpSpPr>
          <p:cNvPr id="97363" name="Group 83"/>
          <p:cNvGrpSpPr>
            <a:grpSpLocks/>
          </p:cNvGrpSpPr>
          <p:nvPr/>
        </p:nvGrpSpPr>
        <p:grpSpPr bwMode="auto">
          <a:xfrm>
            <a:off x="1655764" y="1601789"/>
            <a:ext cx="1616075" cy="3040063"/>
            <a:chOff x="83" y="1009"/>
            <a:chExt cx="1018" cy="1915"/>
          </a:xfrm>
        </p:grpSpPr>
        <p:sp>
          <p:nvSpPr>
            <p:cNvPr id="97364" name="Text Box 84"/>
            <p:cNvSpPr txBox="1">
              <a:spLocks noChangeArrowheads="1"/>
            </p:cNvSpPr>
            <p:nvPr/>
          </p:nvSpPr>
          <p:spPr bwMode="auto">
            <a:xfrm>
              <a:off x="887" y="2691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c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65" name="Line 85"/>
            <p:cNvSpPr>
              <a:spLocks noChangeShapeType="1"/>
            </p:cNvSpPr>
            <p:nvPr/>
          </p:nvSpPr>
          <p:spPr bwMode="auto">
            <a:xfrm>
              <a:off x="311" y="1531"/>
              <a:ext cx="0" cy="9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66" name="Line 86"/>
            <p:cNvSpPr>
              <a:spLocks noChangeShapeType="1"/>
            </p:cNvSpPr>
            <p:nvPr/>
          </p:nvSpPr>
          <p:spPr bwMode="auto">
            <a:xfrm>
              <a:off x="641" y="1850"/>
              <a:ext cx="0" cy="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67" name="Line 87"/>
            <p:cNvSpPr>
              <a:spLocks noChangeShapeType="1"/>
            </p:cNvSpPr>
            <p:nvPr/>
          </p:nvSpPr>
          <p:spPr bwMode="auto">
            <a:xfrm>
              <a:off x="970" y="1291"/>
              <a:ext cx="0" cy="14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68" name="Line 88"/>
            <p:cNvSpPr>
              <a:spLocks noChangeShapeType="1"/>
            </p:cNvSpPr>
            <p:nvPr/>
          </p:nvSpPr>
          <p:spPr bwMode="auto">
            <a:xfrm>
              <a:off x="167" y="2050"/>
              <a:ext cx="9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69" name="Text Box 89"/>
            <p:cNvSpPr txBox="1">
              <a:spLocks noChangeArrowheads="1"/>
            </p:cNvSpPr>
            <p:nvPr/>
          </p:nvSpPr>
          <p:spPr bwMode="auto">
            <a:xfrm>
              <a:off x="863" y="2681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70" name="Text Box 90"/>
            <p:cNvSpPr txBox="1">
              <a:spLocks noChangeArrowheads="1"/>
            </p:cNvSpPr>
            <p:nvPr/>
          </p:nvSpPr>
          <p:spPr bwMode="auto">
            <a:xfrm>
              <a:off x="871" y="1203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71" name="Text Box 91"/>
            <p:cNvSpPr txBox="1">
              <a:spLocks noChangeArrowheads="1"/>
            </p:cNvSpPr>
            <p:nvPr/>
          </p:nvSpPr>
          <p:spPr bwMode="auto">
            <a:xfrm>
              <a:off x="551" y="2132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72" name="Text Box 92"/>
            <p:cNvSpPr txBox="1">
              <a:spLocks noChangeArrowheads="1"/>
            </p:cNvSpPr>
            <p:nvPr/>
          </p:nvSpPr>
          <p:spPr bwMode="auto">
            <a:xfrm>
              <a:off x="551" y="1770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73" name="Text Box 93"/>
            <p:cNvSpPr txBox="1">
              <a:spLocks noChangeArrowheads="1"/>
            </p:cNvSpPr>
            <p:nvPr/>
          </p:nvSpPr>
          <p:spPr bwMode="auto">
            <a:xfrm>
              <a:off x="211" y="2451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74" name="Text Box 94"/>
            <p:cNvSpPr txBox="1">
              <a:spLocks noChangeArrowheads="1"/>
            </p:cNvSpPr>
            <p:nvPr/>
          </p:nvSpPr>
          <p:spPr bwMode="auto">
            <a:xfrm>
              <a:off x="206" y="1451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75" name="Text Box 95"/>
            <p:cNvSpPr txBox="1">
              <a:spLocks noChangeArrowheads="1"/>
            </p:cNvSpPr>
            <p:nvPr/>
          </p:nvSpPr>
          <p:spPr bwMode="auto">
            <a:xfrm>
              <a:off x="83" y="2355"/>
              <a:ext cx="18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a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76" name="Text Box 96"/>
            <p:cNvSpPr txBox="1">
              <a:spLocks noChangeArrowheads="1"/>
            </p:cNvSpPr>
            <p:nvPr/>
          </p:nvSpPr>
          <p:spPr bwMode="auto">
            <a:xfrm>
              <a:off x="647" y="2019"/>
              <a:ext cx="19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b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77" name="Text Box 97"/>
            <p:cNvSpPr txBox="1">
              <a:spLocks noChangeArrowheads="1"/>
            </p:cNvSpPr>
            <p:nvPr/>
          </p:nvSpPr>
          <p:spPr bwMode="auto">
            <a:xfrm>
              <a:off x="83" y="1345"/>
              <a:ext cx="2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a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  <a:endParaRPr lang="en-US" altLang="zh-CN" b="1">
                <a:latin typeface="Times New Roman" charset="0"/>
                <a:sym typeface="CommercialPi BT" charset="0"/>
              </a:endParaRPr>
            </a:p>
          </p:txBody>
        </p:sp>
        <p:sp>
          <p:nvSpPr>
            <p:cNvPr id="97378" name="Text Box 98"/>
            <p:cNvSpPr txBox="1">
              <a:spLocks noChangeArrowheads="1"/>
            </p:cNvSpPr>
            <p:nvPr/>
          </p:nvSpPr>
          <p:spPr bwMode="auto">
            <a:xfrm>
              <a:off x="647" y="1777"/>
              <a:ext cx="2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b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7379" name="Text Box 99"/>
            <p:cNvSpPr txBox="1">
              <a:spLocks noChangeArrowheads="1"/>
            </p:cNvSpPr>
            <p:nvPr/>
          </p:nvSpPr>
          <p:spPr bwMode="auto">
            <a:xfrm>
              <a:off x="887" y="1009"/>
              <a:ext cx="21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c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</p:grpSp>
      <p:grpSp>
        <p:nvGrpSpPr>
          <p:cNvPr id="97380" name="Group 100"/>
          <p:cNvGrpSpPr>
            <a:grpSpLocks/>
          </p:cNvGrpSpPr>
          <p:nvPr/>
        </p:nvGrpSpPr>
        <p:grpSpPr bwMode="auto">
          <a:xfrm>
            <a:off x="3270251" y="1525589"/>
            <a:ext cx="1601788" cy="3040063"/>
            <a:chOff x="1100" y="961"/>
            <a:chExt cx="1009" cy="1915"/>
          </a:xfrm>
        </p:grpSpPr>
        <p:sp>
          <p:nvSpPr>
            <p:cNvPr id="97381" name="Line 101"/>
            <p:cNvSpPr>
              <a:spLocks noChangeShapeType="1"/>
            </p:cNvSpPr>
            <p:nvPr/>
          </p:nvSpPr>
          <p:spPr bwMode="auto">
            <a:xfrm>
              <a:off x="1990" y="1255"/>
              <a:ext cx="0" cy="147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7382" name="Line 102"/>
            <p:cNvSpPr>
              <a:spLocks noChangeShapeType="1"/>
            </p:cNvSpPr>
            <p:nvPr/>
          </p:nvSpPr>
          <p:spPr bwMode="auto">
            <a:xfrm>
              <a:off x="1319" y="1503"/>
              <a:ext cx="0" cy="9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83" name="Line 103"/>
            <p:cNvSpPr>
              <a:spLocks noChangeShapeType="1"/>
            </p:cNvSpPr>
            <p:nvPr/>
          </p:nvSpPr>
          <p:spPr bwMode="auto">
            <a:xfrm>
              <a:off x="1175" y="2022"/>
              <a:ext cx="9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84" name="Text Box 104"/>
            <p:cNvSpPr txBox="1">
              <a:spLocks noChangeArrowheads="1"/>
            </p:cNvSpPr>
            <p:nvPr/>
          </p:nvSpPr>
          <p:spPr bwMode="auto">
            <a:xfrm>
              <a:off x="1655" y="1991"/>
              <a:ext cx="19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b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85" name="Line 105"/>
            <p:cNvSpPr>
              <a:spLocks noChangeShapeType="1"/>
            </p:cNvSpPr>
            <p:nvPr/>
          </p:nvSpPr>
          <p:spPr bwMode="auto">
            <a:xfrm>
              <a:off x="1661" y="1822"/>
              <a:ext cx="0" cy="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86" name="Text Box 106"/>
            <p:cNvSpPr txBox="1">
              <a:spLocks noChangeArrowheads="1"/>
            </p:cNvSpPr>
            <p:nvPr/>
          </p:nvSpPr>
          <p:spPr bwMode="auto">
            <a:xfrm>
              <a:off x="1895" y="2633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87" name="Text Box 107"/>
            <p:cNvSpPr txBox="1">
              <a:spLocks noChangeArrowheads="1"/>
            </p:cNvSpPr>
            <p:nvPr/>
          </p:nvSpPr>
          <p:spPr bwMode="auto">
            <a:xfrm>
              <a:off x="1900" y="1155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88" name="Text Box 108"/>
            <p:cNvSpPr txBox="1">
              <a:spLocks noChangeArrowheads="1"/>
            </p:cNvSpPr>
            <p:nvPr/>
          </p:nvSpPr>
          <p:spPr bwMode="auto">
            <a:xfrm>
              <a:off x="1559" y="2104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89" name="Text Box 109"/>
            <p:cNvSpPr txBox="1">
              <a:spLocks noChangeArrowheads="1"/>
            </p:cNvSpPr>
            <p:nvPr/>
          </p:nvSpPr>
          <p:spPr bwMode="auto">
            <a:xfrm>
              <a:off x="1559" y="1742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90" name="Text Box 110"/>
            <p:cNvSpPr txBox="1">
              <a:spLocks noChangeArrowheads="1"/>
            </p:cNvSpPr>
            <p:nvPr/>
          </p:nvSpPr>
          <p:spPr bwMode="auto">
            <a:xfrm>
              <a:off x="1219" y="2403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91" name="Text Box 111"/>
            <p:cNvSpPr txBox="1">
              <a:spLocks noChangeArrowheads="1"/>
            </p:cNvSpPr>
            <p:nvPr/>
          </p:nvSpPr>
          <p:spPr bwMode="auto">
            <a:xfrm>
              <a:off x="1223" y="1403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92" name="Text Box 112"/>
            <p:cNvSpPr txBox="1">
              <a:spLocks noChangeArrowheads="1"/>
            </p:cNvSpPr>
            <p:nvPr/>
          </p:nvSpPr>
          <p:spPr bwMode="auto">
            <a:xfrm>
              <a:off x="1100" y="2307"/>
              <a:ext cx="18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a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93" name="Text Box 113"/>
            <p:cNvSpPr txBox="1">
              <a:spLocks noChangeArrowheads="1"/>
            </p:cNvSpPr>
            <p:nvPr/>
          </p:nvSpPr>
          <p:spPr bwMode="auto">
            <a:xfrm>
              <a:off x="1895" y="2643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c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94" name="Text Box 114"/>
            <p:cNvSpPr txBox="1">
              <a:spLocks noChangeArrowheads="1"/>
            </p:cNvSpPr>
            <p:nvPr/>
          </p:nvSpPr>
          <p:spPr bwMode="auto">
            <a:xfrm>
              <a:off x="1100" y="1317"/>
              <a:ext cx="2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a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7395" name="Text Box 115"/>
            <p:cNvSpPr txBox="1">
              <a:spLocks noChangeArrowheads="1"/>
            </p:cNvSpPr>
            <p:nvPr/>
          </p:nvSpPr>
          <p:spPr bwMode="auto">
            <a:xfrm>
              <a:off x="1655" y="1749"/>
              <a:ext cx="2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b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7396" name="Text Box 116"/>
            <p:cNvSpPr txBox="1">
              <a:spLocks noChangeArrowheads="1"/>
            </p:cNvSpPr>
            <p:nvPr/>
          </p:nvSpPr>
          <p:spPr bwMode="auto">
            <a:xfrm>
              <a:off x="1895" y="961"/>
              <a:ext cx="21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c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07926C5-F5E4-48FA-AE3E-8EE27B50C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黑体" panose="02010609060101010101" pitchFamily="49" charset="-122"/>
              </a:rPr>
              <a:t>2.4.1 </a:t>
            </a:r>
            <a:r>
              <a:rPr lang="zh-CN" altLang="en-US" dirty="0">
                <a:latin typeface="黑体" panose="02010609060101010101" pitchFamily="49" charset="-122"/>
              </a:rPr>
              <a:t>平面的表示法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D9C050-D7D1-4A7F-A65D-40B3666EE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0234-1C1B-524B-AD44-8F1CDB80033A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D0525-5134-4A41-A869-46EC1C418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0265F3-9A68-4D55-B7C9-1FD83220E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329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307" name="Group 3"/>
          <p:cNvGrpSpPr>
            <a:grpSpLocks/>
          </p:cNvGrpSpPr>
          <p:nvPr/>
        </p:nvGrpSpPr>
        <p:grpSpPr bwMode="auto">
          <a:xfrm>
            <a:off x="4490776" y="1689260"/>
            <a:ext cx="2514600" cy="2371725"/>
            <a:chOff x="2160" y="816"/>
            <a:chExt cx="1584" cy="1494"/>
          </a:xfrm>
        </p:grpSpPr>
        <p:sp>
          <p:nvSpPr>
            <p:cNvPr id="98308" name="AutoShape 4"/>
            <p:cNvSpPr>
              <a:spLocks noChangeArrowheads="1"/>
            </p:cNvSpPr>
            <p:nvPr/>
          </p:nvSpPr>
          <p:spPr bwMode="auto">
            <a:xfrm>
              <a:off x="2160" y="1347"/>
              <a:ext cx="1584" cy="695"/>
            </a:xfrm>
            <a:prstGeom prst="parallelogram">
              <a:avLst>
                <a:gd name="adj" fmla="val 56978"/>
              </a:avLst>
            </a:prstGeom>
            <a:solidFill>
              <a:srgbClr val="00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98309" name="Freeform 5"/>
            <p:cNvSpPr>
              <a:spLocks/>
            </p:cNvSpPr>
            <p:nvPr/>
          </p:nvSpPr>
          <p:spPr bwMode="auto">
            <a:xfrm>
              <a:off x="2686" y="1061"/>
              <a:ext cx="706" cy="164"/>
            </a:xfrm>
            <a:custGeom>
              <a:avLst/>
              <a:gdLst>
                <a:gd name="T0" fmla="*/ 770 w 770"/>
                <a:gd name="T1" fmla="*/ 192 h 192"/>
                <a:gd name="T2" fmla="*/ 0 w 770"/>
                <a:gd name="T3" fmla="*/ 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0" h="192">
                  <a:moveTo>
                    <a:pt x="770" y="192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98310" name="Line 6"/>
            <p:cNvSpPr>
              <a:spLocks noChangeShapeType="1"/>
            </p:cNvSpPr>
            <p:nvPr/>
          </p:nvSpPr>
          <p:spPr bwMode="auto">
            <a:xfrm flipV="1">
              <a:off x="2688" y="816"/>
              <a:ext cx="528" cy="24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98311" name="Line 7"/>
            <p:cNvSpPr>
              <a:spLocks noChangeShapeType="1"/>
            </p:cNvSpPr>
            <p:nvPr/>
          </p:nvSpPr>
          <p:spPr bwMode="auto">
            <a:xfrm>
              <a:off x="3216" y="816"/>
              <a:ext cx="176" cy="409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98312" name="Line 8"/>
            <p:cNvSpPr>
              <a:spLocks noChangeShapeType="1"/>
            </p:cNvSpPr>
            <p:nvPr/>
          </p:nvSpPr>
          <p:spPr bwMode="auto">
            <a:xfrm>
              <a:off x="2688" y="1061"/>
              <a:ext cx="0" cy="77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98313" name="Line 9"/>
            <p:cNvSpPr>
              <a:spLocks noChangeShapeType="1"/>
            </p:cNvSpPr>
            <p:nvPr/>
          </p:nvSpPr>
          <p:spPr bwMode="auto">
            <a:xfrm>
              <a:off x="3392" y="1225"/>
              <a:ext cx="0" cy="32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98314" name="Freeform 10"/>
            <p:cNvSpPr>
              <a:spLocks/>
            </p:cNvSpPr>
            <p:nvPr/>
          </p:nvSpPr>
          <p:spPr bwMode="auto">
            <a:xfrm>
              <a:off x="2688" y="1542"/>
              <a:ext cx="710" cy="296"/>
            </a:xfrm>
            <a:custGeom>
              <a:avLst/>
              <a:gdLst>
                <a:gd name="T0" fmla="*/ 0 w 774"/>
                <a:gd name="T1" fmla="*/ 348 h 348"/>
                <a:gd name="T2" fmla="*/ 774 w 774"/>
                <a:gd name="T3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348">
                  <a:moveTo>
                    <a:pt x="0" y="348"/>
                  </a:moveTo>
                  <a:lnTo>
                    <a:pt x="774" y="0"/>
                  </a:lnTo>
                </a:path>
              </a:pathLst>
            </a:custGeom>
            <a:noFill/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98315" name="Line 11"/>
            <p:cNvSpPr>
              <a:spLocks noChangeShapeType="1"/>
            </p:cNvSpPr>
            <p:nvPr/>
          </p:nvSpPr>
          <p:spPr bwMode="auto">
            <a:xfrm>
              <a:off x="3216" y="816"/>
              <a:ext cx="0" cy="81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98316" name="Text Box 12"/>
            <p:cNvSpPr txBox="1">
              <a:spLocks noChangeArrowheads="1"/>
            </p:cNvSpPr>
            <p:nvPr/>
          </p:nvSpPr>
          <p:spPr bwMode="auto">
            <a:xfrm>
              <a:off x="2582" y="2019"/>
              <a:ext cx="69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zh-CN" altLang="en-US" sz="2400" b="1">
                  <a:latin typeface="Times New Roman" charset="0"/>
                </a:rPr>
                <a:t>垂直</a:t>
              </a:r>
              <a:endParaRPr lang="zh-CN" altLang="en-US" sz="1600" b="1">
                <a:latin typeface="Times New Roman" charset="0"/>
              </a:endParaRPr>
            </a:p>
          </p:txBody>
        </p:sp>
      </p:grpSp>
      <p:grpSp>
        <p:nvGrpSpPr>
          <p:cNvPr id="98317" name="Group 13"/>
          <p:cNvGrpSpPr>
            <a:grpSpLocks/>
          </p:cNvGrpSpPr>
          <p:nvPr/>
        </p:nvGrpSpPr>
        <p:grpSpPr bwMode="auto">
          <a:xfrm>
            <a:off x="7233976" y="1613060"/>
            <a:ext cx="2362200" cy="2405063"/>
            <a:chOff x="3888" y="768"/>
            <a:chExt cx="1488" cy="1515"/>
          </a:xfrm>
        </p:grpSpPr>
        <p:grpSp>
          <p:nvGrpSpPr>
            <p:cNvPr id="98318" name="Group 14"/>
            <p:cNvGrpSpPr>
              <a:grpSpLocks/>
            </p:cNvGrpSpPr>
            <p:nvPr/>
          </p:nvGrpSpPr>
          <p:grpSpPr bwMode="auto">
            <a:xfrm>
              <a:off x="3888" y="768"/>
              <a:ext cx="1488" cy="1247"/>
              <a:chOff x="3888" y="768"/>
              <a:chExt cx="1488" cy="1247"/>
            </a:xfrm>
          </p:grpSpPr>
          <p:sp>
            <p:nvSpPr>
              <p:cNvPr id="98319" name="AutoShape 15"/>
              <p:cNvSpPr>
                <a:spLocks noChangeArrowheads="1"/>
              </p:cNvSpPr>
              <p:nvPr/>
            </p:nvSpPr>
            <p:spPr bwMode="auto">
              <a:xfrm>
                <a:off x="3888" y="1331"/>
                <a:ext cx="1488" cy="684"/>
              </a:xfrm>
              <a:prstGeom prst="parallelogram">
                <a:avLst>
                  <a:gd name="adj" fmla="val 54386"/>
                </a:avLst>
              </a:prstGeom>
              <a:solidFill>
                <a:srgbClr val="00FF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98320" name="Line 16"/>
              <p:cNvSpPr>
                <a:spLocks noChangeShapeType="1"/>
              </p:cNvSpPr>
              <p:nvPr/>
            </p:nvSpPr>
            <p:spPr bwMode="auto">
              <a:xfrm>
                <a:off x="4136" y="929"/>
                <a:ext cx="537" cy="483"/>
              </a:xfrm>
              <a:prstGeom prst="line">
                <a:avLst/>
              </a:prstGeom>
              <a:noFill/>
              <a:ln w="38100">
                <a:solidFill>
                  <a:srgbClr val="0000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98321" name="Line 17"/>
              <p:cNvSpPr>
                <a:spLocks noChangeShapeType="1"/>
              </p:cNvSpPr>
              <p:nvPr/>
            </p:nvSpPr>
            <p:spPr bwMode="auto">
              <a:xfrm flipV="1">
                <a:off x="4673" y="768"/>
                <a:ext cx="496" cy="644"/>
              </a:xfrm>
              <a:prstGeom prst="line">
                <a:avLst/>
              </a:prstGeom>
              <a:noFill/>
              <a:ln w="38100">
                <a:solidFill>
                  <a:srgbClr val="0000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98322" name="Freeform 18"/>
              <p:cNvSpPr>
                <a:spLocks/>
              </p:cNvSpPr>
              <p:nvPr/>
            </p:nvSpPr>
            <p:spPr bwMode="auto">
              <a:xfrm>
                <a:off x="4132" y="768"/>
                <a:ext cx="1037" cy="153"/>
              </a:xfrm>
              <a:custGeom>
                <a:avLst/>
                <a:gdLst>
                  <a:gd name="T0" fmla="*/ 1205 w 1205"/>
                  <a:gd name="T1" fmla="*/ 0 h 183"/>
                  <a:gd name="T2" fmla="*/ 0 w 1205"/>
                  <a:gd name="T3" fmla="*/ 183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05" h="183">
                    <a:moveTo>
                      <a:pt x="1205" y="0"/>
                    </a:moveTo>
                    <a:lnTo>
                      <a:pt x="0" y="183"/>
                    </a:lnTo>
                  </a:path>
                </a:pathLst>
              </a:custGeom>
              <a:noFill/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98323" name="Line 19"/>
              <p:cNvSpPr>
                <a:spLocks noChangeShapeType="1"/>
              </p:cNvSpPr>
              <p:nvPr/>
            </p:nvSpPr>
            <p:spPr bwMode="auto">
              <a:xfrm>
                <a:off x="4136" y="929"/>
                <a:ext cx="0" cy="76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98324" name="Line 20"/>
              <p:cNvSpPr>
                <a:spLocks noChangeShapeType="1"/>
              </p:cNvSpPr>
              <p:nvPr/>
            </p:nvSpPr>
            <p:spPr bwMode="auto">
              <a:xfrm>
                <a:off x="4673" y="1412"/>
                <a:ext cx="0" cy="52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98325" name="Line 21"/>
              <p:cNvSpPr>
                <a:spLocks noChangeShapeType="1"/>
              </p:cNvSpPr>
              <p:nvPr/>
            </p:nvSpPr>
            <p:spPr bwMode="auto">
              <a:xfrm>
                <a:off x="5169" y="768"/>
                <a:ext cx="0" cy="84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98326" name="Line 22"/>
              <p:cNvSpPr>
                <a:spLocks noChangeShapeType="1"/>
              </p:cNvSpPr>
              <p:nvPr/>
            </p:nvSpPr>
            <p:spPr bwMode="auto">
              <a:xfrm flipV="1">
                <a:off x="4136" y="1613"/>
                <a:ext cx="1033" cy="80"/>
              </a:xfrm>
              <a:prstGeom prst="line">
                <a:avLst/>
              </a:prstGeom>
              <a:noFill/>
              <a:ln w="38100">
                <a:solidFill>
                  <a:srgbClr val="0000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98327" name="Line 23"/>
              <p:cNvSpPr>
                <a:spLocks noChangeShapeType="1"/>
              </p:cNvSpPr>
              <p:nvPr/>
            </p:nvSpPr>
            <p:spPr bwMode="auto">
              <a:xfrm flipH="1">
                <a:off x="4673" y="1613"/>
                <a:ext cx="496" cy="322"/>
              </a:xfrm>
              <a:prstGeom prst="line">
                <a:avLst/>
              </a:prstGeom>
              <a:noFill/>
              <a:ln w="38100">
                <a:solidFill>
                  <a:srgbClr val="0000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98328" name="Line 24"/>
              <p:cNvSpPr>
                <a:spLocks noChangeShapeType="1"/>
              </p:cNvSpPr>
              <p:nvPr/>
            </p:nvSpPr>
            <p:spPr bwMode="auto">
              <a:xfrm>
                <a:off x="4136" y="1693"/>
                <a:ext cx="537" cy="242"/>
              </a:xfrm>
              <a:prstGeom prst="line">
                <a:avLst/>
              </a:prstGeom>
              <a:noFill/>
              <a:ln w="38100">
                <a:solidFill>
                  <a:srgbClr val="0000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600"/>
              </a:p>
            </p:txBody>
          </p:sp>
        </p:grpSp>
        <p:sp>
          <p:nvSpPr>
            <p:cNvPr id="98329" name="Text Box 25"/>
            <p:cNvSpPr txBox="1">
              <a:spLocks noChangeArrowheads="1"/>
            </p:cNvSpPr>
            <p:nvPr/>
          </p:nvSpPr>
          <p:spPr bwMode="auto">
            <a:xfrm>
              <a:off x="4298" y="1992"/>
              <a:ext cx="50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 sz="2400" b="1">
                  <a:latin typeface="Times New Roman" charset="0"/>
                </a:rPr>
                <a:t>倾斜</a:t>
              </a:r>
              <a:endParaRPr lang="zh-CN" altLang="en-US" sz="1600" b="1">
                <a:latin typeface="Times New Roman" charset="0"/>
              </a:endParaRPr>
            </a:p>
          </p:txBody>
        </p:sp>
      </p:grpSp>
      <p:grpSp>
        <p:nvGrpSpPr>
          <p:cNvPr id="98330" name="Group 26"/>
          <p:cNvGrpSpPr>
            <a:grpSpLocks/>
          </p:cNvGrpSpPr>
          <p:nvPr/>
        </p:nvGrpSpPr>
        <p:grpSpPr bwMode="auto">
          <a:xfrm>
            <a:off x="2078039" y="4086731"/>
            <a:ext cx="6594475" cy="2438400"/>
            <a:chOff x="349" y="2304"/>
            <a:chExt cx="4154" cy="1536"/>
          </a:xfrm>
        </p:grpSpPr>
        <p:sp>
          <p:nvSpPr>
            <p:cNvPr id="98331" name="Rectangle 27"/>
            <p:cNvSpPr>
              <a:spLocks noChangeArrowheads="1"/>
            </p:cNvSpPr>
            <p:nvPr/>
          </p:nvSpPr>
          <p:spPr bwMode="auto">
            <a:xfrm>
              <a:off x="349" y="2304"/>
              <a:ext cx="4154" cy="1536"/>
            </a:xfrm>
            <a:prstGeom prst="rect">
              <a:avLst/>
            </a:prstGeom>
            <a:solidFill>
              <a:srgbClr val="FFFF99"/>
            </a:solidFill>
            <a:ln w="38100">
              <a:pattFill prst="smCheck">
                <a:fgClr>
                  <a:srgbClr val="FF3300"/>
                </a:fgClr>
                <a:bgClr>
                  <a:srgbClr val="FFFF00"/>
                </a:bgClr>
              </a:patt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98332" name="Text Box 28"/>
            <p:cNvSpPr txBox="1">
              <a:spLocks noChangeArrowheads="1"/>
            </p:cNvSpPr>
            <p:nvPr/>
          </p:nvSpPr>
          <p:spPr bwMode="auto">
            <a:xfrm>
              <a:off x="1571" y="2351"/>
              <a:ext cx="1723" cy="330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zh-CN" altLang="en-US" sz="2800" b="1">
                  <a:solidFill>
                    <a:srgbClr val="003399"/>
                  </a:solidFill>
                  <a:latin typeface="宋体" charset="-122"/>
                </a:rPr>
                <a:t>投 影 特 性</a:t>
              </a:r>
              <a:endParaRPr lang="zh-CN" altLang="en-US" sz="2800" b="1">
                <a:solidFill>
                  <a:srgbClr val="003399"/>
                </a:solidFill>
                <a:latin typeface="Times New Roman" charset="0"/>
              </a:endParaRPr>
            </a:p>
          </p:txBody>
        </p:sp>
        <p:sp>
          <p:nvSpPr>
            <p:cNvPr id="98333" name="Text Box 29"/>
            <p:cNvSpPr txBox="1">
              <a:spLocks noChangeArrowheads="1"/>
            </p:cNvSpPr>
            <p:nvPr/>
          </p:nvSpPr>
          <p:spPr bwMode="auto">
            <a:xfrm>
              <a:off x="445" y="2667"/>
              <a:ext cx="3412" cy="291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l" eaLnBrk="1" hangingPunct="1"/>
              <a:r>
                <a:rPr lang="en-US" altLang="zh-CN" sz="2400" b="1" dirty="0">
                  <a:solidFill>
                    <a:srgbClr val="FF3300"/>
                  </a:solidFill>
                  <a:latin typeface="Times New Roman" charset="0"/>
                </a:rPr>
                <a:t>★</a:t>
              </a:r>
              <a:r>
                <a:rPr lang="zh-CN" altLang="en-US" sz="2400" b="1" dirty="0">
                  <a:solidFill>
                    <a:srgbClr val="FF3300"/>
                  </a:solidFill>
                  <a:latin typeface="Times New Roman" charset="0"/>
                </a:rPr>
                <a:t>平面平行投影面</a:t>
              </a:r>
              <a:r>
                <a:rPr lang="en-US" altLang="zh-CN" sz="2400" b="1" dirty="0">
                  <a:solidFill>
                    <a:srgbClr val="FF3300"/>
                  </a:solidFill>
                  <a:latin typeface="Times New Roman" charset="0"/>
                </a:rPr>
                <a:t>——</a:t>
              </a:r>
              <a:r>
                <a:rPr lang="zh-CN" altLang="en-US" sz="2400" b="1" dirty="0">
                  <a:solidFill>
                    <a:srgbClr val="FF3300"/>
                  </a:solidFill>
                  <a:latin typeface="Times New Roman" charset="0"/>
                </a:rPr>
                <a:t>投影就把实形现</a:t>
              </a:r>
            </a:p>
          </p:txBody>
        </p:sp>
        <p:sp>
          <p:nvSpPr>
            <p:cNvPr id="98334" name="Text Box 30"/>
            <p:cNvSpPr txBox="1">
              <a:spLocks noChangeArrowheads="1"/>
            </p:cNvSpPr>
            <p:nvPr/>
          </p:nvSpPr>
          <p:spPr bwMode="auto">
            <a:xfrm>
              <a:off x="445" y="3051"/>
              <a:ext cx="3968" cy="291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l" eaLnBrk="1" hangingPunct="1"/>
              <a:r>
                <a:rPr lang="en-US" altLang="zh-CN" sz="2400" b="1">
                  <a:solidFill>
                    <a:srgbClr val="FF3300"/>
                  </a:solidFill>
                  <a:latin typeface="Times New Roman" charset="0"/>
                </a:rPr>
                <a:t>★</a:t>
              </a:r>
              <a:r>
                <a:rPr lang="zh-CN" altLang="en-US" sz="2400" b="1">
                  <a:solidFill>
                    <a:srgbClr val="FF3300"/>
                  </a:solidFill>
                  <a:latin typeface="Times New Roman" charset="0"/>
                </a:rPr>
                <a:t>平面垂直投影面</a:t>
              </a:r>
              <a:r>
                <a:rPr lang="en-US" altLang="zh-CN" sz="2400" b="1">
                  <a:solidFill>
                    <a:srgbClr val="FF3300"/>
                  </a:solidFill>
                  <a:latin typeface="Times New Roman" charset="0"/>
                </a:rPr>
                <a:t>——</a:t>
              </a:r>
              <a:r>
                <a:rPr lang="zh-CN" altLang="en-US" sz="2400" b="1">
                  <a:solidFill>
                    <a:srgbClr val="FF3300"/>
                  </a:solidFill>
                  <a:latin typeface="Times New Roman" charset="0"/>
                </a:rPr>
                <a:t>投影积聚成直线</a:t>
              </a:r>
              <a:endParaRPr lang="zh-CN" altLang="en-US" sz="2400" b="1">
                <a:latin typeface="Times New Roman" charset="0"/>
              </a:endParaRPr>
            </a:p>
          </p:txBody>
        </p:sp>
        <p:sp>
          <p:nvSpPr>
            <p:cNvPr id="98335" name="Text Box 31"/>
            <p:cNvSpPr txBox="1">
              <a:spLocks noChangeArrowheads="1"/>
            </p:cNvSpPr>
            <p:nvPr/>
          </p:nvSpPr>
          <p:spPr bwMode="auto">
            <a:xfrm>
              <a:off x="445" y="3435"/>
              <a:ext cx="3412" cy="291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l" eaLnBrk="1" hangingPunct="1"/>
              <a:r>
                <a:rPr lang="en-US" altLang="zh-CN" sz="2400" b="1">
                  <a:solidFill>
                    <a:srgbClr val="FF3300"/>
                  </a:solidFill>
                  <a:latin typeface="Times New Roman" charset="0"/>
                </a:rPr>
                <a:t>★</a:t>
              </a:r>
              <a:r>
                <a:rPr lang="zh-CN" altLang="en-US" sz="2400" b="1">
                  <a:solidFill>
                    <a:srgbClr val="FF3300"/>
                  </a:solidFill>
                  <a:latin typeface="Times New Roman" charset="0"/>
                </a:rPr>
                <a:t>平面倾斜投影面</a:t>
              </a:r>
              <a:r>
                <a:rPr lang="en-US" altLang="zh-CN" sz="2400" b="1">
                  <a:solidFill>
                    <a:srgbClr val="FF3300"/>
                  </a:solidFill>
                  <a:latin typeface="Times New Roman" charset="0"/>
                </a:rPr>
                <a:t>——</a:t>
              </a:r>
              <a:r>
                <a:rPr lang="zh-CN" altLang="en-US" sz="2400" b="1">
                  <a:solidFill>
                    <a:srgbClr val="FF3300"/>
                  </a:solidFill>
                  <a:latin typeface="Times New Roman" charset="0"/>
                </a:rPr>
                <a:t>投影类似原平面</a:t>
              </a:r>
              <a:endParaRPr lang="zh-CN" altLang="en-US" sz="1600" b="1">
                <a:solidFill>
                  <a:srgbClr val="FF3300"/>
                </a:solidFill>
                <a:latin typeface="Times New Roman" charset="0"/>
              </a:endParaRPr>
            </a:p>
          </p:txBody>
        </p:sp>
      </p:grpSp>
      <p:sp>
        <p:nvSpPr>
          <p:cNvPr id="98336" name="AutoShape 32"/>
          <p:cNvSpPr>
            <a:spLocks noChangeArrowheads="1"/>
          </p:cNvSpPr>
          <p:nvPr/>
        </p:nvSpPr>
        <p:spPr bwMode="auto">
          <a:xfrm>
            <a:off x="9117013" y="4086731"/>
            <a:ext cx="1187450" cy="533400"/>
          </a:xfrm>
          <a:prstGeom prst="wedgeRoundRectCallout">
            <a:avLst>
              <a:gd name="adj1" fmla="val -105481"/>
              <a:gd name="adj2" fmla="val 86606"/>
              <a:gd name="adj3" fmla="val 16667"/>
            </a:avLst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zh-CN" altLang="en-US" sz="2400" b="1">
                <a:latin typeface="Times New Roman" charset="0"/>
              </a:rPr>
              <a:t>实形性</a:t>
            </a:r>
          </a:p>
        </p:txBody>
      </p:sp>
      <p:sp>
        <p:nvSpPr>
          <p:cNvPr id="98337" name="AutoShape 33"/>
          <p:cNvSpPr>
            <a:spLocks noChangeArrowheads="1"/>
          </p:cNvSpPr>
          <p:nvPr/>
        </p:nvSpPr>
        <p:spPr bwMode="auto">
          <a:xfrm>
            <a:off x="9139238" y="5534531"/>
            <a:ext cx="1223962" cy="533400"/>
          </a:xfrm>
          <a:prstGeom prst="wedgeRoundRectCallout">
            <a:avLst>
              <a:gd name="adj1" fmla="val -102787"/>
              <a:gd name="adj2" fmla="val 56250"/>
              <a:gd name="adj3" fmla="val 16667"/>
            </a:avLst>
          </a:prstGeom>
          <a:solidFill>
            <a:srgbClr val="66FFC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zh-CN" altLang="en-US" sz="2400" b="1">
                <a:latin typeface="Times New Roman" charset="0"/>
              </a:rPr>
              <a:t>类似性</a:t>
            </a:r>
          </a:p>
        </p:txBody>
      </p:sp>
      <p:sp>
        <p:nvSpPr>
          <p:cNvPr id="98338" name="AutoShape 34"/>
          <p:cNvSpPr>
            <a:spLocks noChangeArrowheads="1"/>
          </p:cNvSpPr>
          <p:nvPr/>
        </p:nvSpPr>
        <p:spPr bwMode="auto">
          <a:xfrm>
            <a:off x="9139238" y="4772531"/>
            <a:ext cx="1223962" cy="533400"/>
          </a:xfrm>
          <a:prstGeom prst="wedgeRoundRectCallout">
            <a:avLst>
              <a:gd name="adj1" fmla="val -102398"/>
              <a:gd name="adj2" fmla="val 77380"/>
              <a:gd name="adj3" fmla="val 16667"/>
            </a:avLst>
          </a:prstGeom>
          <a:solidFill>
            <a:srgbClr val="FFCC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zh-CN" altLang="en-US" sz="2400" b="1">
                <a:latin typeface="Times New Roman" charset="0"/>
              </a:rPr>
              <a:t>积聚性</a:t>
            </a:r>
          </a:p>
        </p:txBody>
      </p:sp>
      <p:sp>
        <p:nvSpPr>
          <p:cNvPr id="98339" name="Text Box 35"/>
          <p:cNvSpPr txBox="1">
            <a:spLocks noChangeArrowheads="1"/>
          </p:cNvSpPr>
          <p:nvPr/>
        </p:nvSpPr>
        <p:spPr bwMode="auto">
          <a:xfrm>
            <a:off x="1159950" y="956918"/>
            <a:ext cx="46714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2400" b="1" dirty="0">
                <a:latin typeface="黑体" charset="-122"/>
                <a:ea typeface="黑体" charset="-122"/>
              </a:rPr>
              <a:t>⒈ </a:t>
            </a:r>
            <a:r>
              <a:rPr lang="zh-CN" altLang="en-US" sz="2400" b="1" dirty="0">
                <a:latin typeface="黑体" charset="-122"/>
                <a:ea typeface="黑体" charset="-122"/>
              </a:rPr>
              <a:t>平面对一个投影面的投影特性</a:t>
            </a:r>
          </a:p>
        </p:txBody>
      </p:sp>
      <p:grpSp>
        <p:nvGrpSpPr>
          <p:cNvPr id="98340" name="Group 36"/>
          <p:cNvGrpSpPr>
            <a:grpSpLocks/>
          </p:cNvGrpSpPr>
          <p:nvPr/>
        </p:nvGrpSpPr>
        <p:grpSpPr bwMode="auto">
          <a:xfrm>
            <a:off x="1976176" y="1760698"/>
            <a:ext cx="2362200" cy="2293937"/>
            <a:chOff x="576" y="861"/>
            <a:chExt cx="1488" cy="1445"/>
          </a:xfrm>
        </p:grpSpPr>
        <p:sp>
          <p:nvSpPr>
            <p:cNvPr id="98341" name="AutoShape 37"/>
            <p:cNvSpPr>
              <a:spLocks noChangeArrowheads="1"/>
            </p:cNvSpPr>
            <p:nvPr/>
          </p:nvSpPr>
          <p:spPr bwMode="auto">
            <a:xfrm>
              <a:off x="576" y="1365"/>
              <a:ext cx="1488" cy="642"/>
            </a:xfrm>
            <a:prstGeom prst="parallelogram">
              <a:avLst>
                <a:gd name="adj" fmla="val 57944"/>
              </a:avLst>
            </a:prstGeom>
            <a:solidFill>
              <a:srgbClr val="00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grpSp>
          <p:nvGrpSpPr>
            <p:cNvPr id="98342" name="Group 38"/>
            <p:cNvGrpSpPr>
              <a:grpSpLocks/>
            </p:cNvGrpSpPr>
            <p:nvPr/>
          </p:nvGrpSpPr>
          <p:grpSpPr bwMode="auto">
            <a:xfrm>
              <a:off x="948" y="861"/>
              <a:ext cx="723" cy="428"/>
              <a:chOff x="1144" y="704"/>
              <a:chExt cx="840" cy="544"/>
            </a:xfrm>
          </p:grpSpPr>
          <p:sp>
            <p:nvSpPr>
              <p:cNvPr id="98343" name="Freeform 39"/>
              <p:cNvSpPr>
                <a:spLocks/>
              </p:cNvSpPr>
              <p:nvPr/>
            </p:nvSpPr>
            <p:spPr bwMode="auto">
              <a:xfrm>
                <a:off x="1144" y="704"/>
                <a:ext cx="536" cy="312"/>
              </a:xfrm>
              <a:custGeom>
                <a:avLst/>
                <a:gdLst>
                  <a:gd name="T0" fmla="*/ 0 w 536"/>
                  <a:gd name="T1" fmla="*/ 312 h 312"/>
                  <a:gd name="T2" fmla="*/ 536 w 536"/>
                  <a:gd name="T3" fmla="*/ 0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36" h="312">
                    <a:moveTo>
                      <a:pt x="0" y="312"/>
                    </a:moveTo>
                    <a:lnTo>
                      <a:pt x="536" y="0"/>
                    </a:lnTo>
                  </a:path>
                </a:pathLst>
              </a:custGeom>
              <a:noFill/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98344" name="Line 40"/>
              <p:cNvSpPr>
                <a:spLocks noChangeShapeType="1"/>
              </p:cNvSpPr>
              <p:nvPr/>
            </p:nvSpPr>
            <p:spPr bwMode="auto">
              <a:xfrm>
                <a:off x="1680" y="720"/>
                <a:ext cx="304" cy="528"/>
              </a:xfrm>
              <a:prstGeom prst="line">
                <a:avLst/>
              </a:prstGeom>
              <a:noFill/>
              <a:ln w="38100">
                <a:solidFill>
                  <a:srgbClr val="0000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98345" name="Freeform 41"/>
              <p:cNvSpPr>
                <a:spLocks/>
              </p:cNvSpPr>
              <p:nvPr/>
            </p:nvSpPr>
            <p:spPr bwMode="auto">
              <a:xfrm>
                <a:off x="1144" y="1016"/>
                <a:ext cx="833" cy="226"/>
              </a:xfrm>
              <a:custGeom>
                <a:avLst/>
                <a:gdLst>
                  <a:gd name="T0" fmla="*/ 833 w 833"/>
                  <a:gd name="T1" fmla="*/ 226 h 226"/>
                  <a:gd name="T2" fmla="*/ 0 w 833"/>
                  <a:gd name="T3" fmla="*/ 0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33" h="226">
                    <a:moveTo>
                      <a:pt x="833" y="226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600"/>
              </a:p>
            </p:txBody>
          </p:sp>
        </p:grpSp>
        <p:grpSp>
          <p:nvGrpSpPr>
            <p:cNvPr id="98346" name="Group 42"/>
            <p:cNvGrpSpPr>
              <a:grpSpLocks/>
            </p:cNvGrpSpPr>
            <p:nvPr/>
          </p:nvGrpSpPr>
          <p:grpSpPr bwMode="auto">
            <a:xfrm>
              <a:off x="941" y="1466"/>
              <a:ext cx="723" cy="428"/>
              <a:chOff x="1144" y="704"/>
              <a:chExt cx="840" cy="544"/>
            </a:xfrm>
          </p:grpSpPr>
          <p:sp>
            <p:nvSpPr>
              <p:cNvPr id="98347" name="Freeform 43"/>
              <p:cNvSpPr>
                <a:spLocks/>
              </p:cNvSpPr>
              <p:nvPr/>
            </p:nvSpPr>
            <p:spPr bwMode="auto">
              <a:xfrm>
                <a:off x="1144" y="704"/>
                <a:ext cx="536" cy="312"/>
              </a:xfrm>
              <a:custGeom>
                <a:avLst/>
                <a:gdLst>
                  <a:gd name="T0" fmla="*/ 0 w 536"/>
                  <a:gd name="T1" fmla="*/ 312 h 312"/>
                  <a:gd name="T2" fmla="*/ 536 w 536"/>
                  <a:gd name="T3" fmla="*/ 0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36" h="312">
                    <a:moveTo>
                      <a:pt x="0" y="312"/>
                    </a:moveTo>
                    <a:lnTo>
                      <a:pt x="536" y="0"/>
                    </a:lnTo>
                  </a:path>
                </a:pathLst>
              </a:custGeom>
              <a:noFill/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98348" name="Line 44"/>
              <p:cNvSpPr>
                <a:spLocks noChangeShapeType="1"/>
              </p:cNvSpPr>
              <p:nvPr/>
            </p:nvSpPr>
            <p:spPr bwMode="auto">
              <a:xfrm>
                <a:off x="1680" y="720"/>
                <a:ext cx="304" cy="528"/>
              </a:xfrm>
              <a:prstGeom prst="line">
                <a:avLst/>
              </a:prstGeom>
              <a:noFill/>
              <a:ln w="38100">
                <a:solidFill>
                  <a:srgbClr val="0000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98349" name="Freeform 45"/>
              <p:cNvSpPr>
                <a:spLocks/>
              </p:cNvSpPr>
              <p:nvPr/>
            </p:nvSpPr>
            <p:spPr bwMode="auto">
              <a:xfrm>
                <a:off x="1144" y="1016"/>
                <a:ext cx="833" cy="226"/>
              </a:xfrm>
              <a:custGeom>
                <a:avLst/>
                <a:gdLst>
                  <a:gd name="T0" fmla="*/ 833 w 833"/>
                  <a:gd name="T1" fmla="*/ 226 h 226"/>
                  <a:gd name="T2" fmla="*/ 0 w 833"/>
                  <a:gd name="T3" fmla="*/ 0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33" h="226">
                    <a:moveTo>
                      <a:pt x="833" y="226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600"/>
              </a:p>
            </p:txBody>
          </p:sp>
        </p:grpSp>
        <p:sp>
          <p:nvSpPr>
            <p:cNvPr id="98350" name="Line 46"/>
            <p:cNvSpPr>
              <a:spLocks noChangeShapeType="1"/>
            </p:cNvSpPr>
            <p:nvPr/>
          </p:nvSpPr>
          <p:spPr bwMode="auto">
            <a:xfrm>
              <a:off x="948" y="1100"/>
              <a:ext cx="0" cy="60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98351" name="Line 47"/>
            <p:cNvSpPr>
              <a:spLocks noChangeShapeType="1"/>
            </p:cNvSpPr>
            <p:nvPr/>
          </p:nvSpPr>
          <p:spPr bwMode="auto">
            <a:xfrm>
              <a:off x="1394" y="874"/>
              <a:ext cx="0" cy="60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98352" name="Text Box 48"/>
            <p:cNvSpPr txBox="1">
              <a:spLocks noChangeArrowheads="1"/>
            </p:cNvSpPr>
            <p:nvPr/>
          </p:nvSpPr>
          <p:spPr bwMode="auto">
            <a:xfrm>
              <a:off x="848" y="2015"/>
              <a:ext cx="76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zh-CN" altLang="en-US" sz="2400" b="1">
                  <a:latin typeface="Times New Roman" charset="0"/>
                </a:rPr>
                <a:t>平行</a:t>
              </a:r>
              <a:endParaRPr lang="zh-CN" altLang="en-US" sz="1600" b="1">
                <a:latin typeface="Times New Roman" charset="0"/>
              </a:endParaRPr>
            </a:p>
          </p:txBody>
        </p:sp>
        <p:sp>
          <p:nvSpPr>
            <p:cNvPr id="98353" name="Line 49"/>
            <p:cNvSpPr>
              <a:spLocks noChangeShapeType="1"/>
            </p:cNvSpPr>
            <p:nvPr/>
          </p:nvSpPr>
          <p:spPr bwMode="auto">
            <a:xfrm>
              <a:off x="1664" y="1284"/>
              <a:ext cx="0" cy="6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60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0548418-9FD3-44C0-B137-A3E17B0FF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黑体" panose="02010609060101010101" pitchFamily="49" charset="-122"/>
              </a:rPr>
              <a:t>2.4.2</a:t>
            </a:r>
            <a:r>
              <a:rPr lang="zh-CN" altLang="en-US" dirty="0">
                <a:latin typeface="黑体" panose="02010609060101010101" pitchFamily="49" charset="-122"/>
              </a:rPr>
              <a:t> 平面的投影特性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822B2A-C221-461A-8362-D1C7F4557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7AB7-906B-7944-803C-1ECB71D0C593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CAE440-BFBF-4950-A99D-09B4EB5CE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64AA55-5622-46FE-9C6F-345D84999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374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98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98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83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83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98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8" dur="500"/>
                                        <p:tgtEl>
                                          <p:spTgt spid="98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8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8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8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8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8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8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36" grpId="0" animBg="1" autoUpdateAnimBg="0"/>
      <p:bldP spid="98337" grpId="0" animBg="1" autoUpdateAnimBg="0"/>
      <p:bldP spid="98338" grpId="0" animBg="1" autoUpdateAnimBg="0"/>
      <p:bldP spid="9833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F9F41A05-4608-C6A2-8B14-1E2E2E12C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2.4.2 </a:t>
            </a:r>
            <a:r>
              <a:rPr lang="zh-CN" altLang="en-US" dirty="0">
                <a:latin typeface="黑体" panose="02010609060101010101" pitchFamily="49" charset="-122"/>
              </a:rPr>
              <a:t>平面的投影特性</a:t>
            </a:r>
            <a:endParaRPr lang="zh-CN" alt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F3B053-0FF3-4470-918A-7DFA22020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9A80D-67C0-6E4F-9B61-C74C88E9BB6E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2EEB89-CCE9-4C4C-A9AB-1C46392D4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A012C-CCFC-48B8-A528-7E1030FA9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9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8DB13F6-264C-FCEE-201D-4E35B3B09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720088" y="2885543"/>
            <a:ext cx="1471858" cy="3131613"/>
          </a:xfrm>
          <a:prstGeom prst="rect">
            <a:avLst/>
          </a:prstGeom>
        </p:spPr>
      </p:pic>
      <p:sp>
        <p:nvSpPr>
          <p:cNvPr id="7" name="AutoShape 2">
            <a:extLst>
              <a:ext uri="{FF2B5EF4-FFF2-40B4-BE49-F238E27FC236}">
                <a16:creationId xmlns:a16="http://schemas.microsoft.com/office/drawing/2014/main" id="{2AB73455-4F7D-D33B-1111-2F6CA83C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5983" y="5365750"/>
            <a:ext cx="3181350" cy="990600"/>
          </a:xfrm>
          <a:prstGeom prst="rightArrow">
            <a:avLst>
              <a:gd name="adj1" fmla="val 50000"/>
              <a:gd name="adj2" fmla="val 71308"/>
            </a:avLst>
          </a:prstGeom>
          <a:solidFill>
            <a:srgbClr val="66CC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04C88EDC-2B8B-F82D-3794-BB3AB7461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6933" y="3613150"/>
            <a:ext cx="3352800" cy="1676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2117D77D-C285-0A53-60E5-C7D9D25E2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6933" y="1860550"/>
            <a:ext cx="3352800" cy="1676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FFC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04F010B6-9949-179F-A9F9-331874FE3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193" y="824212"/>
            <a:ext cx="56408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2400" b="1" i="0" dirty="0">
                <a:latin typeface="黑体" charset="-122"/>
                <a:ea typeface="黑体" charset="-122"/>
              </a:rPr>
              <a:t>⒉ </a:t>
            </a:r>
            <a:r>
              <a:rPr lang="zh-CN" altLang="en-US" sz="2400" b="1" i="0" dirty="0">
                <a:latin typeface="黑体" charset="-122"/>
                <a:ea typeface="黑体" charset="-122"/>
              </a:rPr>
              <a:t>平面在三投影面体系中的投影特性</a:t>
            </a:r>
            <a:endParaRPr lang="zh-CN" altLang="en-US" sz="2400" b="1" i="0" dirty="0">
              <a:latin typeface="Times New Roman" charset="0"/>
            </a:endParaRPr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497A3499-65EC-0CFF-C97A-0476956E3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4221" y="1321583"/>
            <a:ext cx="72199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800" b="1" i="0" dirty="0">
                <a:latin typeface="宋体" charset="-122"/>
              </a:rPr>
              <a:t>平面对于三投影面的位置可分为三类</a:t>
            </a:r>
            <a:r>
              <a:rPr lang="zh-CN" altLang="en-US" sz="2800" b="1" i="0" dirty="0">
                <a:latin typeface="黑体" charset="-122"/>
                <a:ea typeface="黑体" charset="-122"/>
              </a:rPr>
              <a:t>：</a:t>
            </a:r>
          </a:p>
        </p:txBody>
      </p:sp>
      <p:sp>
        <p:nvSpPr>
          <p:cNvPr id="12" name="Text Box 7">
            <a:extLst>
              <a:ext uri="{FF2B5EF4-FFF2-40B4-BE49-F238E27FC236}">
                <a16:creationId xmlns:a16="http://schemas.microsoft.com/office/drawing/2014/main" id="{22134FA9-75A6-168B-EA3E-6C986CA54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5458" y="2431117"/>
            <a:ext cx="23391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b="1" i="0">
                <a:latin typeface="Times New Roman" charset="0"/>
              </a:rPr>
              <a:t>投影面垂直面</a:t>
            </a: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B988F7EB-1DC0-26B2-94C6-DDAA8679A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3533" y="4220696"/>
            <a:ext cx="24384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2800" b="1" i="0">
                <a:latin typeface="Times New Roman" charset="0"/>
              </a:rPr>
              <a:t> </a:t>
            </a:r>
            <a:r>
              <a:rPr lang="zh-CN" altLang="en-US" sz="2800" b="1" i="0">
                <a:latin typeface="Times New Roman" charset="0"/>
              </a:rPr>
              <a:t>投影面平行面</a:t>
            </a:r>
          </a:p>
        </p:txBody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id="{31764C93-64C4-3EC1-BAFF-764A7EB40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9733" y="5622459"/>
            <a:ext cx="23391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800" b="1" i="0" dirty="0">
                <a:latin typeface="Times New Roman" charset="0"/>
              </a:rPr>
              <a:t>一般</a:t>
            </a:r>
            <a:r>
              <a:rPr lang="zh-CN" altLang="en-US" sz="2800" b="1" i="0" dirty="0">
                <a:solidFill>
                  <a:srgbClr val="FF6600"/>
                </a:solidFill>
                <a:latin typeface="Times New Roman" charset="0"/>
              </a:rPr>
              <a:t>位置</a:t>
            </a:r>
            <a:r>
              <a:rPr lang="zh-CN" altLang="en-US" sz="2800" b="1" i="0" dirty="0">
                <a:latin typeface="Times New Roman" charset="0"/>
              </a:rPr>
              <a:t>平面</a:t>
            </a:r>
          </a:p>
        </p:txBody>
      </p:sp>
      <p:grpSp>
        <p:nvGrpSpPr>
          <p:cNvPr id="15" name="Group 10">
            <a:extLst>
              <a:ext uri="{FF2B5EF4-FFF2-40B4-BE49-F238E27FC236}">
                <a16:creationId xmlns:a16="http://schemas.microsoft.com/office/drawing/2014/main" id="{41CE77CD-CED1-9C8F-2708-AED371C42B94}"/>
              </a:ext>
            </a:extLst>
          </p:cNvPr>
          <p:cNvGrpSpPr>
            <a:grpSpLocks/>
          </p:cNvGrpSpPr>
          <p:nvPr/>
        </p:nvGrpSpPr>
        <p:grpSpPr bwMode="auto">
          <a:xfrm>
            <a:off x="4841133" y="3079750"/>
            <a:ext cx="2819400" cy="914400"/>
            <a:chOff x="2400" y="1632"/>
            <a:chExt cx="1776" cy="576"/>
          </a:xfrm>
        </p:grpSpPr>
        <p:sp>
          <p:nvSpPr>
            <p:cNvPr id="16" name="AutoShape 11">
              <a:extLst>
                <a:ext uri="{FF2B5EF4-FFF2-40B4-BE49-F238E27FC236}">
                  <a16:creationId xmlns:a16="http://schemas.microsoft.com/office/drawing/2014/main" id="{1E6DC321-E0F9-7885-3C59-9A57633A2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632"/>
              <a:ext cx="1776" cy="576"/>
            </a:xfrm>
            <a:prstGeom prst="upDownArrowCallout">
              <a:avLst>
                <a:gd name="adj1" fmla="val 77083"/>
                <a:gd name="adj2" fmla="val 77083"/>
                <a:gd name="adj3" fmla="val 12500"/>
                <a:gd name="adj4" fmla="val 50000"/>
              </a:avLst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Text Box 12">
              <a:extLst>
                <a:ext uri="{FF2B5EF4-FFF2-40B4-BE49-F238E27FC236}">
                  <a16:creationId xmlns:a16="http://schemas.microsoft.com/office/drawing/2014/main" id="{2764AFF0-3693-3AA0-3318-7846E37A50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755"/>
              <a:ext cx="147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 sz="2800" b="1" i="0">
                  <a:latin typeface="Times New Roman" charset="0"/>
                </a:rPr>
                <a:t>特殊</a:t>
              </a:r>
              <a:r>
                <a:rPr lang="zh-CN" altLang="en-US" sz="2800" b="1" i="0">
                  <a:solidFill>
                    <a:srgbClr val="FF6600"/>
                  </a:solidFill>
                  <a:latin typeface="Times New Roman" charset="0"/>
                </a:rPr>
                <a:t>位置</a:t>
              </a:r>
              <a:r>
                <a:rPr lang="zh-CN" altLang="en-US" sz="2800" b="1" i="0">
                  <a:latin typeface="Times New Roman" charset="0"/>
                </a:rPr>
                <a:t>平面</a:t>
              </a:r>
              <a:endParaRPr lang="zh-CN" altLang="en-US" sz="2000" b="1" i="0">
                <a:latin typeface="Times New Roman" charset="0"/>
              </a:endParaRPr>
            </a:p>
          </p:txBody>
        </p:sp>
      </p:grpSp>
      <p:sp>
        <p:nvSpPr>
          <p:cNvPr id="18" name="Text Box 13">
            <a:extLst>
              <a:ext uri="{FF2B5EF4-FFF2-40B4-BE49-F238E27FC236}">
                <a16:creationId xmlns:a16="http://schemas.microsoft.com/office/drawing/2014/main" id="{02DDFDCD-F33E-4A24-F024-BD682811F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3772" y="2338784"/>
            <a:ext cx="272224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/>
            <a:r>
              <a:rPr lang="zh-CN" altLang="en-US" sz="2000" b="1" i="0">
                <a:latin typeface="Times New Roman" charset="0"/>
              </a:rPr>
              <a:t>垂直于某一投影面，倾斜于另两个投影面</a:t>
            </a:r>
          </a:p>
        </p:txBody>
      </p:sp>
      <p:sp>
        <p:nvSpPr>
          <p:cNvPr id="19" name="Text Box 14">
            <a:extLst>
              <a:ext uri="{FF2B5EF4-FFF2-40B4-BE49-F238E27FC236}">
                <a16:creationId xmlns:a16="http://schemas.microsoft.com/office/drawing/2014/main" id="{7070AA47-C955-5ABF-D887-F7B9197CF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9333" y="4070806"/>
            <a:ext cx="34290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000" b="1" i="0">
                <a:latin typeface="Times New Roman" charset="0"/>
              </a:rPr>
              <a:t>平行于某一投影面，</a:t>
            </a:r>
          </a:p>
          <a:p>
            <a:pPr algn="l" eaLnBrk="1" hangingPunct="1"/>
            <a:r>
              <a:rPr lang="zh-CN" altLang="en-US" sz="2000" b="1" i="0" dirty="0">
                <a:latin typeface="Times New Roman" charset="0"/>
              </a:rPr>
              <a:t>垂直于另两个投影面</a:t>
            </a:r>
          </a:p>
        </p:txBody>
      </p:sp>
      <p:sp>
        <p:nvSpPr>
          <p:cNvPr id="20" name="Text Box 15">
            <a:extLst>
              <a:ext uri="{FF2B5EF4-FFF2-40B4-BE49-F238E27FC236}">
                <a16:creationId xmlns:a16="http://schemas.microsoft.com/office/drawing/2014/main" id="{91DC1E6E-32B8-EC0F-06B6-C7F77FB3D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9333" y="5660995"/>
            <a:ext cx="24929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000" b="1" i="0">
                <a:latin typeface="Times New Roman" charset="0"/>
              </a:rPr>
              <a:t>与三个投影面都倾斜</a:t>
            </a:r>
          </a:p>
        </p:txBody>
      </p:sp>
      <p:grpSp>
        <p:nvGrpSpPr>
          <p:cNvPr id="21" name="Group 16">
            <a:extLst>
              <a:ext uri="{FF2B5EF4-FFF2-40B4-BE49-F238E27FC236}">
                <a16:creationId xmlns:a16="http://schemas.microsoft.com/office/drawing/2014/main" id="{5A541A3E-22D2-917A-94F8-812F9976CEEF}"/>
              </a:ext>
            </a:extLst>
          </p:cNvPr>
          <p:cNvGrpSpPr>
            <a:grpSpLocks/>
          </p:cNvGrpSpPr>
          <p:nvPr/>
        </p:nvGrpSpPr>
        <p:grpSpPr bwMode="auto">
          <a:xfrm>
            <a:off x="7736733" y="2043112"/>
            <a:ext cx="1447800" cy="1376363"/>
            <a:chOff x="4128" y="988"/>
            <a:chExt cx="912" cy="867"/>
          </a:xfrm>
        </p:grpSpPr>
        <p:sp>
          <p:nvSpPr>
            <p:cNvPr id="22" name="Text Box 17">
              <a:extLst>
                <a:ext uri="{FF2B5EF4-FFF2-40B4-BE49-F238E27FC236}">
                  <a16:creationId xmlns:a16="http://schemas.microsoft.com/office/drawing/2014/main" id="{4BE22CED-B1FB-BAA0-B925-A0F3E4B859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4" y="988"/>
              <a:ext cx="90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l" eaLnBrk="1" hangingPunct="1"/>
              <a:r>
                <a:rPr lang="en-US" altLang="zh-CN" sz="2400" b="1" i="0" dirty="0">
                  <a:latin typeface="Times New Roman" charset="0"/>
                </a:rPr>
                <a:t>  </a:t>
              </a:r>
              <a:r>
                <a:rPr lang="zh-CN" altLang="en-US" sz="2400" b="1" i="0" dirty="0">
                  <a:latin typeface="Times New Roman" charset="0"/>
                </a:rPr>
                <a:t>正垂面</a:t>
              </a:r>
            </a:p>
          </p:txBody>
        </p:sp>
        <p:sp>
          <p:nvSpPr>
            <p:cNvPr id="23" name="Text Box 18">
              <a:extLst>
                <a:ext uri="{FF2B5EF4-FFF2-40B4-BE49-F238E27FC236}">
                  <a16:creationId xmlns:a16="http://schemas.microsoft.com/office/drawing/2014/main" id="{30087247-B519-9850-D42C-C6140204B9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4" y="1276"/>
              <a:ext cx="79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l" eaLnBrk="1" hangingPunct="1"/>
              <a:r>
                <a:rPr lang="en-US" altLang="zh-CN" sz="2400" b="1" i="0" dirty="0">
                  <a:latin typeface="Times New Roman" charset="0"/>
                </a:rPr>
                <a:t>  </a:t>
              </a:r>
              <a:r>
                <a:rPr lang="zh-CN" altLang="en-US" sz="2400" b="1" i="0" dirty="0">
                  <a:latin typeface="Times New Roman" charset="0"/>
                </a:rPr>
                <a:t>侧垂面</a:t>
              </a:r>
            </a:p>
          </p:txBody>
        </p:sp>
        <p:sp>
          <p:nvSpPr>
            <p:cNvPr id="24" name="Text Box 19">
              <a:extLst>
                <a:ext uri="{FF2B5EF4-FFF2-40B4-BE49-F238E27FC236}">
                  <a16:creationId xmlns:a16="http://schemas.microsoft.com/office/drawing/2014/main" id="{8AD523FB-5B7B-F2AD-30F0-C55C78A0B6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9" y="1564"/>
              <a:ext cx="69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 sz="2400" b="1" i="0" dirty="0">
                  <a:latin typeface="Times New Roman" charset="0"/>
                </a:rPr>
                <a:t>铅垂面</a:t>
              </a:r>
            </a:p>
          </p:txBody>
        </p:sp>
        <p:sp>
          <p:nvSpPr>
            <p:cNvPr id="25" name="AutoShape 20">
              <a:extLst>
                <a:ext uri="{FF2B5EF4-FFF2-40B4-BE49-F238E27FC236}">
                  <a16:creationId xmlns:a16="http://schemas.microsoft.com/office/drawing/2014/main" id="{EF6A9919-258E-BD24-03AB-BC2CAA6AD4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1065"/>
              <a:ext cx="111" cy="722"/>
            </a:xfrm>
            <a:prstGeom prst="leftBrace">
              <a:avLst>
                <a:gd name="adj1" fmla="val 108333"/>
                <a:gd name="adj2" fmla="val 50000"/>
              </a:avLst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sp>
        <p:nvSpPr>
          <p:cNvPr id="26" name="AutoShape 21">
            <a:extLst>
              <a:ext uri="{FF2B5EF4-FFF2-40B4-BE49-F238E27FC236}">
                <a16:creationId xmlns:a16="http://schemas.microsoft.com/office/drawing/2014/main" id="{F4868BA5-877E-47E1-299A-F3C6F74E08BD}"/>
              </a:ext>
            </a:extLst>
          </p:cNvPr>
          <p:cNvSpPr>
            <a:spLocks/>
          </p:cNvSpPr>
          <p:nvPr/>
        </p:nvSpPr>
        <p:spPr bwMode="auto">
          <a:xfrm>
            <a:off x="7889133" y="4298950"/>
            <a:ext cx="76200" cy="990600"/>
          </a:xfrm>
          <a:prstGeom prst="leftBrace">
            <a:avLst>
              <a:gd name="adj1" fmla="val 108333"/>
              <a:gd name="adj2" fmla="val 5000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27" name="Group 22">
            <a:extLst>
              <a:ext uri="{FF2B5EF4-FFF2-40B4-BE49-F238E27FC236}">
                <a16:creationId xmlns:a16="http://schemas.microsoft.com/office/drawing/2014/main" id="{6B163992-CAB1-2BB5-7891-ADC9DAA86595}"/>
              </a:ext>
            </a:extLst>
          </p:cNvPr>
          <p:cNvGrpSpPr>
            <a:grpSpLocks/>
          </p:cNvGrpSpPr>
          <p:nvPr/>
        </p:nvGrpSpPr>
        <p:grpSpPr bwMode="auto">
          <a:xfrm>
            <a:off x="7736733" y="3768729"/>
            <a:ext cx="1641475" cy="1438276"/>
            <a:chOff x="4128" y="2114"/>
            <a:chExt cx="1034" cy="906"/>
          </a:xfrm>
        </p:grpSpPr>
        <p:sp>
          <p:nvSpPr>
            <p:cNvPr id="28" name="Text Box 23">
              <a:extLst>
                <a:ext uri="{FF2B5EF4-FFF2-40B4-BE49-F238E27FC236}">
                  <a16:creationId xmlns:a16="http://schemas.microsoft.com/office/drawing/2014/main" id="{086B4916-1AA3-62C6-9984-F52C636659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114"/>
              <a:ext cx="79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l" eaLnBrk="1" hangingPunct="1"/>
              <a:r>
                <a:rPr lang="en-US" altLang="zh-CN" sz="2400" b="1" i="0" dirty="0">
                  <a:latin typeface="Times New Roman" charset="0"/>
                </a:rPr>
                <a:t>  </a:t>
              </a:r>
              <a:r>
                <a:rPr lang="zh-CN" altLang="en-US" sz="2400" b="1" i="0" dirty="0">
                  <a:latin typeface="Times New Roman" charset="0"/>
                </a:rPr>
                <a:t>正平面</a:t>
              </a:r>
            </a:p>
          </p:txBody>
        </p:sp>
        <p:sp>
          <p:nvSpPr>
            <p:cNvPr id="29" name="Text Box 24">
              <a:extLst>
                <a:ext uri="{FF2B5EF4-FFF2-40B4-BE49-F238E27FC236}">
                  <a16:creationId xmlns:a16="http://schemas.microsoft.com/office/drawing/2014/main" id="{F47405A2-CBBD-E461-9E99-03627AA6EC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441"/>
              <a:ext cx="103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l" eaLnBrk="1" hangingPunct="1"/>
              <a:r>
                <a:rPr lang="en-US" altLang="zh-CN" sz="2400" b="1" i="0" dirty="0">
                  <a:latin typeface="Times New Roman" charset="0"/>
                </a:rPr>
                <a:t>  </a:t>
              </a:r>
              <a:r>
                <a:rPr lang="zh-CN" altLang="en-US" sz="2400" b="1" i="0" dirty="0">
                  <a:latin typeface="Times New Roman" charset="0"/>
                </a:rPr>
                <a:t>侧平面</a:t>
              </a:r>
            </a:p>
          </p:txBody>
        </p:sp>
        <p:sp>
          <p:nvSpPr>
            <p:cNvPr id="30" name="Text Box 25">
              <a:extLst>
                <a:ext uri="{FF2B5EF4-FFF2-40B4-BE49-F238E27FC236}">
                  <a16:creationId xmlns:a16="http://schemas.microsoft.com/office/drawing/2014/main" id="{BEBE9E49-4AF5-C889-9816-7E542BA2E5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729"/>
              <a:ext cx="79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l" eaLnBrk="1" hangingPunct="1"/>
              <a:r>
                <a:rPr lang="en-US" altLang="zh-CN" sz="2400" b="1" i="0">
                  <a:latin typeface="Times New Roman" charset="0"/>
                </a:rPr>
                <a:t>  </a:t>
              </a:r>
              <a:r>
                <a:rPr lang="zh-CN" altLang="en-US" sz="2400" b="1" i="0" dirty="0">
                  <a:latin typeface="Times New Roman" charset="0"/>
                </a:rPr>
                <a:t>水平面</a:t>
              </a:r>
            </a:p>
          </p:txBody>
        </p:sp>
        <p:sp>
          <p:nvSpPr>
            <p:cNvPr id="31" name="AutoShape 26">
              <a:extLst>
                <a:ext uri="{FF2B5EF4-FFF2-40B4-BE49-F238E27FC236}">
                  <a16:creationId xmlns:a16="http://schemas.microsoft.com/office/drawing/2014/main" id="{3D740E7B-B271-935D-2C8C-239397B9A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2225"/>
              <a:ext cx="111" cy="723"/>
            </a:xfrm>
            <a:prstGeom prst="leftBrace">
              <a:avLst>
                <a:gd name="adj1" fmla="val 116667"/>
                <a:gd name="adj2" fmla="val 50000"/>
              </a:avLst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1972080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75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75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75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75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utoUpdateAnimBg="0"/>
      <p:bldP spid="12" grpId="0" build="p" autoUpdateAnimBg="0" advAuto="0"/>
      <p:bldP spid="13" grpId="0" build="p" autoUpdateAnimBg="0" advAuto="0"/>
      <p:bldP spid="14" grpId="0" build="p" autoUpdateAnimBg="0" advAuto="0"/>
      <p:bldP spid="18" grpId="0" autoUpdateAnimBg="0"/>
      <p:bldP spid="19" grpId="0" autoUpdateAnimBg="0"/>
      <p:bldP spid="2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2BB06-6CAE-87D0-0C80-3981E5ED1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⑴ 投影面垂直面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85D87-2C8E-4006-A95D-8978AF821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354FB-D13D-A843-BF2D-E0DACF17549A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BCF16-0A6E-4BF5-ADA8-18CFB3E71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19F89-4A70-427E-A3E0-C920E9EE8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10</a:t>
            </a:fld>
            <a:endParaRPr lang="en-US"/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3C4B5D5F-6348-91DC-317A-FA9D4895F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9705" y="1956802"/>
            <a:ext cx="3754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c</a:t>
            </a:r>
            <a:r>
              <a:rPr lang="en-US" altLang="zh-CN" b="1" i="1">
                <a:latin typeface="Times New Roman" charset="0"/>
                <a:sym typeface="Symbol" charset="2"/>
              </a:rPr>
              <a:t>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D7718C2F-4CAD-1048-2B7A-6D32B7CAC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8242" y="1936165"/>
            <a:ext cx="3385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c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10" name="Line 4">
            <a:extLst>
              <a:ext uri="{FF2B5EF4-FFF2-40B4-BE49-F238E27FC236}">
                <a16:creationId xmlns:a16="http://schemas.microsoft.com/office/drawing/2014/main" id="{D57D8B9D-B430-E4C8-D81D-DFBE820178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7080" y="2738368"/>
            <a:ext cx="37195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" name="Line 5">
            <a:extLst>
              <a:ext uri="{FF2B5EF4-FFF2-40B4-BE49-F238E27FC236}">
                <a16:creationId xmlns:a16="http://schemas.microsoft.com/office/drawing/2014/main" id="{722D4877-A91B-F25F-05B5-380568F4CF9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3517" y="1138168"/>
            <a:ext cx="0" cy="294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" name="Text Box 7">
            <a:extLst>
              <a:ext uri="{FF2B5EF4-FFF2-40B4-BE49-F238E27FC236}">
                <a16:creationId xmlns:a16="http://schemas.microsoft.com/office/drawing/2014/main" id="{240F7542-812D-3D60-29C2-069B3FCAD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9493" y="5333813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400" b="1" i="0">
                <a:latin typeface="Times New Roman" charset="0"/>
              </a:rPr>
              <a:t>为什么？</a:t>
            </a:r>
          </a:p>
        </p:txBody>
      </p:sp>
      <p:grpSp>
        <p:nvGrpSpPr>
          <p:cNvPr id="13" name="Group 8">
            <a:extLst>
              <a:ext uri="{FF2B5EF4-FFF2-40B4-BE49-F238E27FC236}">
                <a16:creationId xmlns:a16="http://schemas.microsoft.com/office/drawing/2014/main" id="{582A368A-48C2-83F2-43B7-02A2178F1405}"/>
              </a:ext>
            </a:extLst>
          </p:cNvPr>
          <p:cNvGrpSpPr>
            <a:grpSpLocks/>
          </p:cNvGrpSpPr>
          <p:nvPr/>
        </p:nvGrpSpPr>
        <p:grpSpPr bwMode="auto">
          <a:xfrm>
            <a:off x="3232495" y="4487013"/>
            <a:ext cx="3379422" cy="2158209"/>
            <a:chOff x="0" y="1126"/>
            <a:chExt cx="1628" cy="820"/>
          </a:xfrm>
        </p:grpSpPr>
        <p:sp>
          <p:nvSpPr>
            <p:cNvPr id="14" name="Text Box 9">
              <a:extLst>
                <a:ext uri="{FF2B5EF4-FFF2-40B4-BE49-F238E27FC236}">
                  <a16:creationId xmlns:a16="http://schemas.microsoft.com/office/drawing/2014/main" id="{0C076A66-9093-97CE-592B-5128267559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126"/>
              <a:ext cx="1166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l" eaLnBrk="1" hangingPunct="1"/>
              <a:r>
                <a:rPr lang="zh-CN" altLang="en-US" sz="2400" b="1" i="0" dirty="0">
                  <a:latin typeface="Times New Roman" charset="0"/>
                </a:rPr>
                <a:t>是什么位置的平面？</a:t>
              </a:r>
              <a:endParaRPr lang="zh-CN" altLang="en-US" sz="1600" b="1" i="0" dirty="0">
                <a:latin typeface="Italic" charset="0"/>
              </a:endParaRPr>
            </a:p>
          </p:txBody>
        </p:sp>
        <p:grpSp>
          <p:nvGrpSpPr>
            <p:cNvPr id="15" name="Group 10">
              <a:extLst>
                <a:ext uri="{FF2B5EF4-FFF2-40B4-BE49-F238E27FC236}">
                  <a16:creationId xmlns:a16="http://schemas.microsoft.com/office/drawing/2014/main" id="{55DC166C-205A-FD4A-9B15-510708EBE7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183"/>
              <a:ext cx="575" cy="763"/>
              <a:chOff x="0" y="1183"/>
              <a:chExt cx="575" cy="763"/>
            </a:xfrm>
          </p:grpSpPr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5766A29F-1819-00F6-7B5F-17DDDE5AD9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" y="1226"/>
                <a:ext cx="225" cy="166"/>
              </a:xfrm>
              <a:custGeom>
                <a:avLst/>
                <a:gdLst>
                  <a:gd name="T0" fmla="*/ 261 w 501"/>
                  <a:gd name="T1" fmla="*/ 154 h 666"/>
                  <a:gd name="T2" fmla="*/ 217 w 501"/>
                  <a:gd name="T3" fmla="*/ 86 h 666"/>
                  <a:gd name="T4" fmla="*/ 155 w 501"/>
                  <a:gd name="T5" fmla="*/ 34 h 666"/>
                  <a:gd name="T6" fmla="*/ 101 w 501"/>
                  <a:gd name="T7" fmla="*/ 0 h 666"/>
                  <a:gd name="T8" fmla="*/ 57 w 501"/>
                  <a:gd name="T9" fmla="*/ 9 h 666"/>
                  <a:gd name="T10" fmla="*/ 25 w 501"/>
                  <a:gd name="T11" fmla="*/ 47 h 666"/>
                  <a:gd name="T12" fmla="*/ 0 w 501"/>
                  <a:gd name="T13" fmla="*/ 163 h 666"/>
                  <a:gd name="T14" fmla="*/ 10 w 501"/>
                  <a:gd name="T15" fmla="*/ 296 h 666"/>
                  <a:gd name="T16" fmla="*/ 36 w 501"/>
                  <a:gd name="T17" fmla="*/ 423 h 666"/>
                  <a:gd name="T18" fmla="*/ 64 w 501"/>
                  <a:gd name="T19" fmla="*/ 522 h 666"/>
                  <a:gd name="T20" fmla="*/ 119 w 501"/>
                  <a:gd name="T21" fmla="*/ 624 h 666"/>
                  <a:gd name="T22" fmla="*/ 166 w 501"/>
                  <a:gd name="T23" fmla="*/ 666 h 666"/>
                  <a:gd name="T24" fmla="*/ 231 w 501"/>
                  <a:gd name="T25" fmla="*/ 666 h 666"/>
                  <a:gd name="T26" fmla="*/ 297 w 501"/>
                  <a:gd name="T27" fmla="*/ 638 h 666"/>
                  <a:gd name="T28" fmla="*/ 330 w 501"/>
                  <a:gd name="T29" fmla="*/ 564 h 666"/>
                  <a:gd name="T30" fmla="*/ 347 w 501"/>
                  <a:gd name="T31" fmla="*/ 471 h 666"/>
                  <a:gd name="T32" fmla="*/ 341 w 501"/>
                  <a:gd name="T33" fmla="*/ 355 h 666"/>
                  <a:gd name="T34" fmla="*/ 493 w 501"/>
                  <a:gd name="T35" fmla="*/ 368 h 666"/>
                  <a:gd name="T36" fmla="*/ 501 w 501"/>
                  <a:gd name="T37" fmla="*/ 317 h 666"/>
                  <a:gd name="T38" fmla="*/ 326 w 501"/>
                  <a:gd name="T39" fmla="*/ 296 h 666"/>
                  <a:gd name="T40" fmla="*/ 282 w 501"/>
                  <a:gd name="T41" fmla="*/ 176 h 666"/>
                  <a:gd name="T42" fmla="*/ 261 w 501"/>
                  <a:gd name="T43" fmla="*/ 154 h 6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501" h="666">
                    <a:moveTo>
                      <a:pt x="261" y="154"/>
                    </a:moveTo>
                    <a:lnTo>
                      <a:pt x="217" y="86"/>
                    </a:lnTo>
                    <a:lnTo>
                      <a:pt x="155" y="34"/>
                    </a:lnTo>
                    <a:lnTo>
                      <a:pt x="101" y="0"/>
                    </a:lnTo>
                    <a:lnTo>
                      <a:pt x="57" y="9"/>
                    </a:lnTo>
                    <a:lnTo>
                      <a:pt x="25" y="47"/>
                    </a:lnTo>
                    <a:lnTo>
                      <a:pt x="0" y="163"/>
                    </a:lnTo>
                    <a:lnTo>
                      <a:pt x="10" y="296"/>
                    </a:lnTo>
                    <a:lnTo>
                      <a:pt x="36" y="423"/>
                    </a:lnTo>
                    <a:lnTo>
                      <a:pt x="64" y="522"/>
                    </a:lnTo>
                    <a:lnTo>
                      <a:pt x="119" y="624"/>
                    </a:lnTo>
                    <a:lnTo>
                      <a:pt x="166" y="666"/>
                    </a:lnTo>
                    <a:lnTo>
                      <a:pt x="231" y="666"/>
                    </a:lnTo>
                    <a:lnTo>
                      <a:pt x="297" y="638"/>
                    </a:lnTo>
                    <a:lnTo>
                      <a:pt x="330" y="564"/>
                    </a:lnTo>
                    <a:lnTo>
                      <a:pt x="347" y="471"/>
                    </a:lnTo>
                    <a:lnTo>
                      <a:pt x="341" y="355"/>
                    </a:lnTo>
                    <a:lnTo>
                      <a:pt x="493" y="368"/>
                    </a:lnTo>
                    <a:lnTo>
                      <a:pt x="501" y="317"/>
                    </a:lnTo>
                    <a:lnTo>
                      <a:pt x="326" y="296"/>
                    </a:lnTo>
                    <a:lnTo>
                      <a:pt x="282" y="176"/>
                    </a:lnTo>
                    <a:lnTo>
                      <a:pt x="261" y="1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600" b="1"/>
              </a:p>
            </p:txBody>
          </p:sp>
          <p:sp>
            <p:nvSpPr>
              <p:cNvPr id="17" name="Freeform 12">
                <a:extLst>
                  <a:ext uri="{FF2B5EF4-FFF2-40B4-BE49-F238E27FC236}">
                    <a16:creationId xmlns:a16="http://schemas.microsoft.com/office/drawing/2014/main" id="{CE2B35C2-703A-385E-251C-F53C958DE8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1183"/>
                <a:ext cx="259" cy="267"/>
              </a:xfrm>
              <a:custGeom>
                <a:avLst/>
                <a:gdLst>
                  <a:gd name="T0" fmla="*/ 337 w 577"/>
                  <a:gd name="T1" fmla="*/ 25 h 1069"/>
                  <a:gd name="T2" fmla="*/ 409 w 577"/>
                  <a:gd name="T3" fmla="*/ 0 h 1069"/>
                  <a:gd name="T4" fmla="*/ 467 w 577"/>
                  <a:gd name="T5" fmla="*/ 4 h 1069"/>
                  <a:gd name="T6" fmla="*/ 511 w 577"/>
                  <a:gd name="T7" fmla="*/ 42 h 1069"/>
                  <a:gd name="T8" fmla="*/ 540 w 577"/>
                  <a:gd name="T9" fmla="*/ 103 h 1069"/>
                  <a:gd name="T10" fmla="*/ 529 w 577"/>
                  <a:gd name="T11" fmla="*/ 166 h 1069"/>
                  <a:gd name="T12" fmla="*/ 489 w 577"/>
                  <a:gd name="T13" fmla="*/ 166 h 1069"/>
                  <a:gd name="T14" fmla="*/ 500 w 577"/>
                  <a:gd name="T15" fmla="*/ 115 h 1069"/>
                  <a:gd name="T16" fmla="*/ 467 w 577"/>
                  <a:gd name="T17" fmla="*/ 69 h 1069"/>
                  <a:gd name="T18" fmla="*/ 435 w 577"/>
                  <a:gd name="T19" fmla="*/ 52 h 1069"/>
                  <a:gd name="T20" fmla="*/ 380 w 577"/>
                  <a:gd name="T21" fmla="*/ 69 h 1069"/>
                  <a:gd name="T22" fmla="*/ 402 w 577"/>
                  <a:gd name="T23" fmla="*/ 120 h 1069"/>
                  <a:gd name="T24" fmla="*/ 409 w 577"/>
                  <a:gd name="T25" fmla="*/ 166 h 1069"/>
                  <a:gd name="T26" fmla="*/ 402 w 577"/>
                  <a:gd name="T27" fmla="*/ 205 h 1069"/>
                  <a:gd name="T28" fmla="*/ 348 w 577"/>
                  <a:gd name="T29" fmla="*/ 222 h 1069"/>
                  <a:gd name="T30" fmla="*/ 289 w 577"/>
                  <a:gd name="T31" fmla="*/ 209 h 1069"/>
                  <a:gd name="T32" fmla="*/ 279 w 577"/>
                  <a:gd name="T33" fmla="*/ 179 h 1069"/>
                  <a:gd name="T34" fmla="*/ 217 w 577"/>
                  <a:gd name="T35" fmla="*/ 261 h 1069"/>
                  <a:gd name="T36" fmla="*/ 181 w 577"/>
                  <a:gd name="T37" fmla="*/ 350 h 1069"/>
                  <a:gd name="T38" fmla="*/ 131 w 577"/>
                  <a:gd name="T39" fmla="*/ 466 h 1069"/>
                  <a:gd name="T40" fmla="*/ 98 w 577"/>
                  <a:gd name="T41" fmla="*/ 568 h 1069"/>
                  <a:gd name="T42" fmla="*/ 83 w 577"/>
                  <a:gd name="T43" fmla="*/ 667 h 1069"/>
                  <a:gd name="T44" fmla="*/ 94 w 577"/>
                  <a:gd name="T45" fmla="*/ 718 h 1069"/>
                  <a:gd name="T46" fmla="*/ 152 w 577"/>
                  <a:gd name="T47" fmla="*/ 782 h 1069"/>
                  <a:gd name="T48" fmla="*/ 272 w 577"/>
                  <a:gd name="T49" fmla="*/ 837 h 1069"/>
                  <a:gd name="T50" fmla="*/ 337 w 577"/>
                  <a:gd name="T51" fmla="*/ 862 h 1069"/>
                  <a:gd name="T52" fmla="*/ 402 w 577"/>
                  <a:gd name="T53" fmla="*/ 876 h 1069"/>
                  <a:gd name="T54" fmla="*/ 500 w 577"/>
                  <a:gd name="T55" fmla="*/ 923 h 1069"/>
                  <a:gd name="T56" fmla="*/ 572 w 577"/>
                  <a:gd name="T57" fmla="*/ 953 h 1069"/>
                  <a:gd name="T58" fmla="*/ 577 w 577"/>
                  <a:gd name="T59" fmla="*/ 1012 h 1069"/>
                  <a:gd name="T60" fmla="*/ 540 w 577"/>
                  <a:gd name="T61" fmla="*/ 1056 h 1069"/>
                  <a:gd name="T62" fmla="*/ 497 w 577"/>
                  <a:gd name="T63" fmla="*/ 1069 h 1069"/>
                  <a:gd name="T64" fmla="*/ 431 w 577"/>
                  <a:gd name="T65" fmla="*/ 1029 h 1069"/>
                  <a:gd name="T66" fmla="*/ 279 w 577"/>
                  <a:gd name="T67" fmla="*/ 936 h 1069"/>
                  <a:gd name="T68" fmla="*/ 152 w 577"/>
                  <a:gd name="T69" fmla="*/ 872 h 1069"/>
                  <a:gd name="T70" fmla="*/ 65 w 577"/>
                  <a:gd name="T71" fmla="*/ 799 h 1069"/>
                  <a:gd name="T72" fmla="*/ 7 w 577"/>
                  <a:gd name="T73" fmla="*/ 735 h 1069"/>
                  <a:gd name="T74" fmla="*/ 0 w 577"/>
                  <a:gd name="T75" fmla="*/ 657 h 1069"/>
                  <a:gd name="T76" fmla="*/ 32 w 577"/>
                  <a:gd name="T77" fmla="*/ 555 h 1069"/>
                  <a:gd name="T78" fmla="*/ 98 w 577"/>
                  <a:gd name="T79" fmla="*/ 401 h 1069"/>
                  <a:gd name="T80" fmla="*/ 159 w 577"/>
                  <a:gd name="T81" fmla="*/ 274 h 1069"/>
                  <a:gd name="T82" fmla="*/ 236 w 577"/>
                  <a:gd name="T83" fmla="*/ 141 h 1069"/>
                  <a:gd name="T84" fmla="*/ 294 w 577"/>
                  <a:gd name="T85" fmla="*/ 63 h 1069"/>
                  <a:gd name="T86" fmla="*/ 366 w 577"/>
                  <a:gd name="T87" fmla="*/ 25 h 1069"/>
                  <a:gd name="T88" fmla="*/ 337 w 577"/>
                  <a:gd name="T89" fmla="*/ 25 h 10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77" h="1069">
                    <a:moveTo>
                      <a:pt x="337" y="25"/>
                    </a:moveTo>
                    <a:lnTo>
                      <a:pt x="409" y="0"/>
                    </a:lnTo>
                    <a:lnTo>
                      <a:pt x="467" y="4"/>
                    </a:lnTo>
                    <a:lnTo>
                      <a:pt x="511" y="42"/>
                    </a:lnTo>
                    <a:lnTo>
                      <a:pt x="540" y="103"/>
                    </a:lnTo>
                    <a:lnTo>
                      <a:pt x="529" y="166"/>
                    </a:lnTo>
                    <a:lnTo>
                      <a:pt x="489" y="166"/>
                    </a:lnTo>
                    <a:lnTo>
                      <a:pt x="500" y="115"/>
                    </a:lnTo>
                    <a:lnTo>
                      <a:pt x="467" y="69"/>
                    </a:lnTo>
                    <a:lnTo>
                      <a:pt x="435" y="52"/>
                    </a:lnTo>
                    <a:lnTo>
                      <a:pt x="380" y="69"/>
                    </a:lnTo>
                    <a:lnTo>
                      <a:pt x="402" y="120"/>
                    </a:lnTo>
                    <a:lnTo>
                      <a:pt x="409" y="166"/>
                    </a:lnTo>
                    <a:lnTo>
                      <a:pt x="402" y="205"/>
                    </a:lnTo>
                    <a:lnTo>
                      <a:pt x="348" y="222"/>
                    </a:lnTo>
                    <a:lnTo>
                      <a:pt x="289" y="209"/>
                    </a:lnTo>
                    <a:lnTo>
                      <a:pt x="279" y="179"/>
                    </a:lnTo>
                    <a:lnTo>
                      <a:pt x="217" y="261"/>
                    </a:lnTo>
                    <a:lnTo>
                      <a:pt x="181" y="350"/>
                    </a:lnTo>
                    <a:lnTo>
                      <a:pt x="131" y="466"/>
                    </a:lnTo>
                    <a:lnTo>
                      <a:pt x="98" y="568"/>
                    </a:lnTo>
                    <a:lnTo>
                      <a:pt x="83" y="667"/>
                    </a:lnTo>
                    <a:lnTo>
                      <a:pt x="94" y="718"/>
                    </a:lnTo>
                    <a:lnTo>
                      <a:pt x="152" y="782"/>
                    </a:lnTo>
                    <a:lnTo>
                      <a:pt x="272" y="837"/>
                    </a:lnTo>
                    <a:lnTo>
                      <a:pt x="337" y="862"/>
                    </a:lnTo>
                    <a:lnTo>
                      <a:pt x="402" y="876"/>
                    </a:lnTo>
                    <a:lnTo>
                      <a:pt x="500" y="923"/>
                    </a:lnTo>
                    <a:lnTo>
                      <a:pt x="572" y="953"/>
                    </a:lnTo>
                    <a:lnTo>
                      <a:pt x="577" y="1012"/>
                    </a:lnTo>
                    <a:lnTo>
                      <a:pt x="540" y="1056"/>
                    </a:lnTo>
                    <a:lnTo>
                      <a:pt x="497" y="1069"/>
                    </a:lnTo>
                    <a:lnTo>
                      <a:pt x="431" y="1029"/>
                    </a:lnTo>
                    <a:lnTo>
                      <a:pt x="279" y="936"/>
                    </a:lnTo>
                    <a:lnTo>
                      <a:pt x="152" y="872"/>
                    </a:lnTo>
                    <a:lnTo>
                      <a:pt x="65" y="799"/>
                    </a:lnTo>
                    <a:lnTo>
                      <a:pt x="7" y="735"/>
                    </a:lnTo>
                    <a:lnTo>
                      <a:pt x="0" y="657"/>
                    </a:lnTo>
                    <a:lnTo>
                      <a:pt x="32" y="555"/>
                    </a:lnTo>
                    <a:lnTo>
                      <a:pt x="98" y="401"/>
                    </a:lnTo>
                    <a:lnTo>
                      <a:pt x="159" y="274"/>
                    </a:lnTo>
                    <a:lnTo>
                      <a:pt x="236" y="141"/>
                    </a:lnTo>
                    <a:lnTo>
                      <a:pt x="294" y="63"/>
                    </a:lnTo>
                    <a:lnTo>
                      <a:pt x="366" y="25"/>
                    </a:lnTo>
                    <a:lnTo>
                      <a:pt x="337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600" b="1"/>
              </a:p>
            </p:txBody>
          </p:sp>
          <p:sp>
            <p:nvSpPr>
              <p:cNvPr id="18" name="Freeform 13">
                <a:extLst>
                  <a:ext uri="{FF2B5EF4-FFF2-40B4-BE49-F238E27FC236}">
                    <a16:creationId xmlns:a16="http://schemas.microsoft.com/office/drawing/2014/main" id="{4E0C71DF-B1CA-D910-1734-B427AED525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" y="1411"/>
                <a:ext cx="208" cy="193"/>
              </a:xfrm>
              <a:custGeom>
                <a:avLst/>
                <a:gdLst>
                  <a:gd name="T0" fmla="*/ 25 w 460"/>
                  <a:gd name="T1" fmla="*/ 0 h 770"/>
                  <a:gd name="T2" fmla="*/ 119 w 460"/>
                  <a:gd name="T3" fmla="*/ 13 h 770"/>
                  <a:gd name="T4" fmla="*/ 217 w 460"/>
                  <a:gd name="T5" fmla="*/ 34 h 770"/>
                  <a:gd name="T6" fmla="*/ 319 w 460"/>
                  <a:gd name="T7" fmla="*/ 102 h 770"/>
                  <a:gd name="T8" fmla="*/ 391 w 460"/>
                  <a:gd name="T9" fmla="*/ 153 h 770"/>
                  <a:gd name="T10" fmla="*/ 438 w 460"/>
                  <a:gd name="T11" fmla="*/ 227 h 770"/>
                  <a:gd name="T12" fmla="*/ 460 w 460"/>
                  <a:gd name="T13" fmla="*/ 269 h 770"/>
                  <a:gd name="T14" fmla="*/ 416 w 460"/>
                  <a:gd name="T15" fmla="*/ 394 h 770"/>
                  <a:gd name="T16" fmla="*/ 347 w 460"/>
                  <a:gd name="T17" fmla="*/ 470 h 770"/>
                  <a:gd name="T18" fmla="*/ 264 w 460"/>
                  <a:gd name="T19" fmla="*/ 525 h 770"/>
                  <a:gd name="T20" fmla="*/ 220 w 460"/>
                  <a:gd name="T21" fmla="*/ 560 h 770"/>
                  <a:gd name="T22" fmla="*/ 144 w 460"/>
                  <a:gd name="T23" fmla="*/ 577 h 770"/>
                  <a:gd name="T24" fmla="*/ 141 w 460"/>
                  <a:gd name="T25" fmla="*/ 611 h 770"/>
                  <a:gd name="T26" fmla="*/ 199 w 460"/>
                  <a:gd name="T27" fmla="*/ 641 h 770"/>
                  <a:gd name="T28" fmla="*/ 283 w 460"/>
                  <a:gd name="T29" fmla="*/ 667 h 770"/>
                  <a:gd name="T30" fmla="*/ 361 w 460"/>
                  <a:gd name="T31" fmla="*/ 719 h 770"/>
                  <a:gd name="T32" fmla="*/ 330 w 460"/>
                  <a:gd name="T33" fmla="*/ 757 h 770"/>
                  <a:gd name="T34" fmla="*/ 297 w 460"/>
                  <a:gd name="T35" fmla="*/ 770 h 770"/>
                  <a:gd name="T36" fmla="*/ 250 w 460"/>
                  <a:gd name="T37" fmla="*/ 713 h 770"/>
                  <a:gd name="T38" fmla="*/ 177 w 460"/>
                  <a:gd name="T39" fmla="*/ 679 h 770"/>
                  <a:gd name="T40" fmla="*/ 119 w 460"/>
                  <a:gd name="T41" fmla="*/ 654 h 770"/>
                  <a:gd name="T42" fmla="*/ 119 w 460"/>
                  <a:gd name="T43" fmla="*/ 603 h 770"/>
                  <a:gd name="T44" fmla="*/ 130 w 460"/>
                  <a:gd name="T45" fmla="*/ 548 h 770"/>
                  <a:gd name="T46" fmla="*/ 166 w 460"/>
                  <a:gd name="T47" fmla="*/ 525 h 770"/>
                  <a:gd name="T48" fmla="*/ 283 w 460"/>
                  <a:gd name="T49" fmla="*/ 470 h 770"/>
                  <a:gd name="T50" fmla="*/ 347 w 460"/>
                  <a:gd name="T51" fmla="*/ 385 h 770"/>
                  <a:gd name="T52" fmla="*/ 394 w 460"/>
                  <a:gd name="T53" fmla="*/ 295 h 770"/>
                  <a:gd name="T54" fmla="*/ 383 w 460"/>
                  <a:gd name="T55" fmla="*/ 252 h 770"/>
                  <a:gd name="T56" fmla="*/ 347 w 460"/>
                  <a:gd name="T57" fmla="*/ 201 h 770"/>
                  <a:gd name="T58" fmla="*/ 261 w 460"/>
                  <a:gd name="T59" fmla="*/ 128 h 770"/>
                  <a:gd name="T60" fmla="*/ 155 w 460"/>
                  <a:gd name="T61" fmla="*/ 102 h 770"/>
                  <a:gd name="T62" fmla="*/ 86 w 460"/>
                  <a:gd name="T63" fmla="*/ 98 h 770"/>
                  <a:gd name="T64" fmla="*/ 25 w 460"/>
                  <a:gd name="T65" fmla="*/ 98 h 770"/>
                  <a:gd name="T66" fmla="*/ 0 w 460"/>
                  <a:gd name="T67" fmla="*/ 51 h 770"/>
                  <a:gd name="T68" fmla="*/ 25 w 460"/>
                  <a:gd name="T69" fmla="*/ 0 h 7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60" h="770">
                    <a:moveTo>
                      <a:pt x="25" y="0"/>
                    </a:moveTo>
                    <a:lnTo>
                      <a:pt x="119" y="13"/>
                    </a:lnTo>
                    <a:lnTo>
                      <a:pt x="217" y="34"/>
                    </a:lnTo>
                    <a:lnTo>
                      <a:pt x="319" y="102"/>
                    </a:lnTo>
                    <a:lnTo>
                      <a:pt x="391" y="153"/>
                    </a:lnTo>
                    <a:lnTo>
                      <a:pt x="438" y="227"/>
                    </a:lnTo>
                    <a:lnTo>
                      <a:pt x="460" y="269"/>
                    </a:lnTo>
                    <a:lnTo>
                      <a:pt x="416" y="394"/>
                    </a:lnTo>
                    <a:lnTo>
                      <a:pt x="347" y="470"/>
                    </a:lnTo>
                    <a:lnTo>
                      <a:pt x="264" y="525"/>
                    </a:lnTo>
                    <a:lnTo>
                      <a:pt x="220" y="560"/>
                    </a:lnTo>
                    <a:lnTo>
                      <a:pt x="144" y="577"/>
                    </a:lnTo>
                    <a:lnTo>
                      <a:pt x="141" y="611"/>
                    </a:lnTo>
                    <a:lnTo>
                      <a:pt x="199" y="641"/>
                    </a:lnTo>
                    <a:lnTo>
                      <a:pt x="283" y="667"/>
                    </a:lnTo>
                    <a:lnTo>
                      <a:pt x="361" y="719"/>
                    </a:lnTo>
                    <a:lnTo>
                      <a:pt x="330" y="757"/>
                    </a:lnTo>
                    <a:lnTo>
                      <a:pt x="297" y="770"/>
                    </a:lnTo>
                    <a:lnTo>
                      <a:pt x="250" y="713"/>
                    </a:lnTo>
                    <a:lnTo>
                      <a:pt x="177" y="679"/>
                    </a:lnTo>
                    <a:lnTo>
                      <a:pt x="119" y="654"/>
                    </a:lnTo>
                    <a:lnTo>
                      <a:pt x="119" y="603"/>
                    </a:lnTo>
                    <a:lnTo>
                      <a:pt x="130" y="548"/>
                    </a:lnTo>
                    <a:lnTo>
                      <a:pt x="166" y="525"/>
                    </a:lnTo>
                    <a:lnTo>
                      <a:pt x="283" y="470"/>
                    </a:lnTo>
                    <a:lnTo>
                      <a:pt x="347" y="385"/>
                    </a:lnTo>
                    <a:lnTo>
                      <a:pt x="394" y="295"/>
                    </a:lnTo>
                    <a:lnTo>
                      <a:pt x="383" y="252"/>
                    </a:lnTo>
                    <a:lnTo>
                      <a:pt x="347" y="201"/>
                    </a:lnTo>
                    <a:lnTo>
                      <a:pt x="261" y="128"/>
                    </a:lnTo>
                    <a:lnTo>
                      <a:pt x="155" y="102"/>
                    </a:lnTo>
                    <a:lnTo>
                      <a:pt x="86" y="98"/>
                    </a:lnTo>
                    <a:lnTo>
                      <a:pt x="25" y="98"/>
                    </a:lnTo>
                    <a:lnTo>
                      <a:pt x="0" y="51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600" b="1"/>
              </a:p>
            </p:txBody>
          </p:sp>
          <p:sp>
            <p:nvSpPr>
              <p:cNvPr id="19" name="Freeform 14">
                <a:extLst>
                  <a:ext uri="{FF2B5EF4-FFF2-40B4-BE49-F238E27FC236}">
                    <a16:creationId xmlns:a16="http://schemas.microsoft.com/office/drawing/2014/main" id="{B9581AD2-97F1-000F-ECB3-EB00D58D8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" y="1630"/>
                <a:ext cx="252" cy="311"/>
              </a:xfrm>
              <a:custGeom>
                <a:avLst/>
                <a:gdLst>
                  <a:gd name="T0" fmla="*/ 65 w 560"/>
                  <a:gd name="T1" fmla="*/ 0 h 1245"/>
                  <a:gd name="T2" fmla="*/ 14 w 560"/>
                  <a:gd name="T3" fmla="*/ 0 h 1245"/>
                  <a:gd name="T4" fmla="*/ 0 w 560"/>
                  <a:gd name="T5" fmla="*/ 90 h 1245"/>
                  <a:gd name="T6" fmla="*/ 36 w 560"/>
                  <a:gd name="T7" fmla="*/ 142 h 1245"/>
                  <a:gd name="T8" fmla="*/ 152 w 560"/>
                  <a:gd name="T9" fmla="*/ 266 h 1245"/>
                  <a:gd name="T10" fmla="*/ 254 w 560"/>
                  <a:gd name="T11" fmla="*/ 424 h 1245"/>
                  <a:gd name="T12" fmla="*/ 320 w 560"/>
                  <a:gd name="T13" fmla="*/ 587 h 1245"/>
                  <a:gd name="T14" fmla="*/ 330 w 560"/>
                  <a:gd name="T15" fmla="*/ 693 h 1245"/>
                  <a:gd name="T16" fmla="*/ 327 w 560"/>
                  <a:gd name="T17" fmla="*/ 771 h 1245"/>
                  <a:gd name="T18" fmla="*/ 298 w 560"/>
                  <a:gd name="T19" fmla="*/ 945 h 1245"/>
                  <a:gd name="T20" fmla="*/ 261 w 560"/>
                  <a:gd name="T21" fmla="*/ 1087 h 1245"/>
                  <a:gd name="T22" fmla="*/ 229 w 560"/>
                  <a:gd name="T23" fmla="*/ 1169 h 1245"/>
                  <a:gd name="T24" fmla="*/ 221 w 560"/>
                  <a:gd name="T25" fmla="*/ 1220 h 1245"/>
                  <a:gd name="T26" fmla="*/ 254 w 560"/>
                  <a:gd name="T27" fmla="*/ 1220 h 1245"/>
                  <a:gd name="T28" fmla="*/ 305 w 560"/>
                  <a:gd name="T29" fmla="*/ 1203 h 1245"/>
                  <a:gd name="T30" fmla="*/ 320 w 560"/>
                  <a:gd name="T31" fmla="*/ 1207 h 1245"/>
                  <a:gd name="T32" fmla="*/ 425 w 560"/>
                  <a:gd name="T33" fmla="*/ 1215 h 1245"/>
                  <a:gd name="T34" fmla="*/ 505 w 560"/>
                  <a:gd name="T35" fmla="*/ 1245 h 1245"/>
                  <a:gd name="T36" fmla="*/ 534 w 560"/>
                  <a:gd name="T37" fmla="*/ 1228 h 1245"/>
                  <a:gd name="T38" fmla="*/ 560 w 560"/>
                  <a:gd name="T39" fmla="*/ 1163 h 1245"/>
                  <a:gd name="T40" fmla="*/ 534 w 560"/>
                  <a:gd name="T41" fmla="*/ 1129 h 1245"/>
                  <a:gd name="T42" fmla="*/ 414 w 560"/>
                  <a:gd name="T43" fmla="*/ 1125 h 1245"/>
                  <a:gd name="T44" fmla="*/ 330 w 560"/>
                  <a:gd name="T45" fmla="*/ 1139 h 1245"/>
                  <a:gd name="T46" fmla="*/ 287 w 560"/>
                  <a:gd name="T47" fmla="*/ 1163 h 1245"/>
                  <a:gd name="T48" fmla="*/ 294 w 560"/>
                  <a:gd name="T49" fmla="*/ 1104 h 1245"/>
                  <a:gd name="T50" fmla="*/ 337 w 560"/>
                  <a:gd name="T51" fmla="*/ 1014 h 1245"/>
                  <a:gd name="T52" fmla="*/ 374 w 560"/>
                  <a:gd name="T53" fmla="*/ 873 h 1245"/>
                  <a:gd name="T54" fmla="*/ 403 w 560"/>
                  <a:gd name="T55" fmla="*/ 753 h 1245"/>
                  <a:gd name="T56" fmla="*/ 381 w 560"/>
                  <a:gd name="T57" fmla="*/ 617 h 1245"/>
                  <a:gd name="T58" fmla="*/ 348 w 560"/>
                  <a:gd name="T59" fmla="*/ 471 h 1245"/>
                  <a:gd name="T60" fmla="*/ 283 w 560"/>
                  <a:gd name="T61" fmla="*/ 304 h 1245"/>
                  <a:gd name="T62" fmla="*/ 188 w 560"/>
                  <a:gd name="T63" fmla="*/ 150 h 1245"/>
                  <a:gd name="T64" fmla="*/ 108 w 560"/>
                  <a:gd name="T65" fmla="*/ 38 h 1245"/>
                  <a:gd name="T66" fmla="*/ 65 w 560"/>
                  <a:gd name="T67" fmla="*/ 0 h 1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560" h="1245">
                    <a:moveTo>
                      <a:pt x="65" y="0"/>
                    </a:moveTo>
                    <a:lnTo>
                      <a:pt x="14" y="0"/>
                    </a:lnTo>
                    <a:lnTo>
                      <a:pt x="0" y="90"/>
                    </a:lnTo>
                    <a:lnTo>
                      <a:pt x="36" y="142"/>
                    </a:lnTo>
                    <a:lnTo>
                      <a:pt x="152" y="266"/>
                    </a:lnTo>
                    <a:lnTo>
                      <a:pt x="254" y="424"/>
                    </a:lnTo>
                    <a:lnTo>
                      <a:pt x="320" y="587"/>
                    </a:lnTo>
                    <a:lnTo>
                      <a:pt x="330" y="693"/>
                    </a:lnTo>
                    <a:lnTo>
                      <a:pt x="327" y="771"/>
                    </a:lnTo>
                    <a:lnTo>
                      <a:pt x="298" y="945"/>
                    </a:lnTo>
                    <a:lnTo>
                      <a:pt x="261" y="1087"/>
                    </a:lnTo>
                    <a:lnTo>
                      <a:pt x="229" y="1169"/>
                    </a:lnTo>
                    <a:lnTo>
                      <a:pt x="221" y="1220"/>
                    </a:lnTo>
                    <a:lnTo>
                      <a:pt x="254" y="1220"/>
                    </a:lnTo>
                    <a:lnTo>
                      <a:pt x="305" y="1203"/>
                    </a:lnTo>
                    <a:lnTo>
                      <a:pt x="320" y="1207"/>
                    </a:lnTo>
                    <a:lnTo>
                      <a:pt x="425" y="1215"/>
                    </a:lnTo>
                    <a:lnTo>
                      <a:pt x="505" y="1245"/>
                    </a:lnTo>
                    <a:lnTo>
                      <a:pt x="534" y="1228"/>
                    </a:lnTo>
                    <a:lnTo>
                      <a:pt x="560" y="1163"/>
                    </a:lnTo>
                    <a:lnTo>
                      <a:pt x="534" y="1129"/>
                    </a:lnTo>
                    <a:lnTo>
                      <a:pt x="414" y="1125"/>
                    </a:lnTo>
                    <a:lnTo>
                      <a:pt x="330" y="1139"/>
                    </a:lnTo>
                    <a:lnTo>
                      <a:pt x="287" y="1163"/>
                    </a:lnTo>
                    <a:lnTo>
                      <a:pt x="294" y="1104"/>
                    </a:lnTo>
                    <a:lnTo>
                      <a:pt x="337" y="1014"/>
                    </a:lnTo>
                    <a:lnTo>
                      <a:pt x="374" y="873"/>
                    </a:lnTo>
                    <a:lnTo>
                      <a:pt x="403" y="753"/>
                    </a:lnTo>
                    <a:lnTo>
                      <a:pt x="381" y="617"/>
                    </a:lnTo>
                    <a:lnTo>
                      <a:pt x="348" y="471"/>
                    </a:lnTo>
                    <a:lnTo>
                      <a:pt x="283" y="304"/>
                    </a:lnTo>
                    <a:lnTo>
                      <a:pt x="188" y="150"/>
                    </a:lnTo>
                    <a:lnTo>
                      <a:pt x="108" y="38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600" b="1"/>
              </a:p>
            </p:txBody>
          </p:sp>
          <p:sp>
            <p:nvSpPr>
              <p:cNvPr id="20" name="Freeform 15">
                <a:extLst>
                  <a:ext uri="{FF2B5EF4-FFF2-40B4-BE49-F238E27FC236}">
                    <a16:creationId xmlns:a16="http://schemas.microsoft.com/office/drawing/2014/main" id="{DAE8B7CE-DCCF-78E3-A564-EB088AD5F5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" y="1629"/>
                <a:ext cx="169" cy="317"/>
              </a:xfrm>
              <a:custGeom>
                <a:avLst/>
                <a:gdLst>
                  <a:gd name="T0" fmla="*/ 261 w 377"/>
                  <a:gd name="T1" fmla="*/ 0 h 1268"/>
                  <a:gd name="T2" fmla="*/ 214 w 377"/>
                  <a:gd name="T3" fmla="*/ 119 h 1268"/>
                  <a:gd name="T4" fmla="*/ 181 w 377"/>
                  <a:gd name="T5" fmla="*/ 294 h 1268"/>
                  <a:gd name="T6" fmla="*/ 142 w 377"/>
                  <a:gd name="T7" fmla="*/ 487 h 1268"/>
                  <a:gd name="T8" fmla="*/ 105 w 377"/>
                  <a:gd name="T9" fmla="*/ 683 h 1268"/>
                  <a:gd name="T10" fmla="*/ 105 w 377"/>
                  <a:gd name="T11" fmla="*/ 755 h 1268"/>
                  <a:gd name="T12" fmla="*/ 142 w 377"/>
                  <a:gd name="T13" fmla="*/ 884 h 1268"/>
                  <a:gd name="T14" fmla="*/ 192 w 377"/>
                  <a:gd name="T15" fmla="*/ 953 h 1268"/>
                  <a:gd name="T16" fmla="*/ 239 w 377"/>
                  <a:gd name="T17" fmla="*/ 1038 h 1268"/>
                  <a:gd name="T18" fmla="*/ 272 w 377"/>
                  <a:gd name="T19" fmla="*/ 1101 h 1268"/>
                  <a:gd name="T20" fmla="*/ 258 w 377"/>
                  <a:gd name="T21" fmla="*/ 1131 h 1268"/>
                  <a:gd name="T22" fmla="*/ 174 w 377"/>
                  <a:gd name="T23" fmla="*/ 1144 h 1268"/>
                  <a:gd name="T24" fmla="*/ 40 w 377"/>
                  <a:gd name="T25" fmla="*/ 1169 h 1268"/>
                  <a:gd name="T26" fmla="*/ 0 w 377"/>
                  <a:gd name="T27" fmla="*/ 1209 h 1268"/>
                  <a:gd name="T28" fmla="*/ 33 w 377"/>
                  <a:gd name="T29" fmla="*/ 1243 h 1268"/>
                  <a:gd name="T30" fmla="*/ 109 w 377"/>
                  <a:gd name="T31" fmla="*/ 1268 h 1268"/>
                  <a:gd name="T32" fmla="*/ 196 w 377"/>
                  <a:gd name="T33" fmla="*/ 1217 h 1268"/>
                  <a:gd name="T34" fmla="*/ 261 w 377"/>
                  <a:gd name="T35" fmla="*/ 1183 h 1268"/>
                  <a:gd name="T36" fmla="*/ 344 w 377"/>
                  <a:gd name="T37" fmla="*/ 1169 h 1268"/>
                  <a:gd name="T38" fmla="*/ 377 w 377"/>
                  <a:gd name="T39" fmla="*/ 1158 h 1268"/>
                  <a:gd name="T40" fmla="*/ 366 w 377"/>
                  <a:gd name="T41" fmla="*/ 1114 h 1268"/>
                  <a:gd name="T42" fmla="*/ 272 w 377"/>
                  <a:gd name="T43" fmla="*/ 1004 h 1268"/>
                  <a:gd name="T44" fmla="*/ 217 w 377"/>
                  <a:gd name="T45" fmla="*/ 888 h 1268"/>
                  <a:gd name="T46" fmla="*/ 170 w 377"/>
                  <a:gd name="T47" fmla="*/ 811 h 1268"/>
                  <a:gd name="T48" fmla="*/ 164 w 377"/>
                  <a:gd name="T49" fmla="*/ 734 h 1268"/>
                  <a:gd name="T50" fmla="*/ 185 w 377"/>
                  <a:gd name="T51" fmla="*/ 607 h 1268"/>
                  <a:gd name="T52" fmla="*/ 236 w 377"/>
                  <a:gd name="T53" fmla="*/ 474 h 1268"/>
                  <a:gd name="T54" fmla="*/ 291 w 377"/>
                  <a:gd name="T55" fmla="*/ 248 h 1268"/>
                  <a:gd name="T56" fmla="*/ 338 w 377"/>
                  <a:gd name="T57" fmla="*/ 115 h 1268"/>
                  <a:gd name="T58" fmla="*/ 333 w 377"/>
                  <a:gd name="T59" fmla="*/ 38 h 1268"/>
                  <a:gd name="T60" fmla="*/ 291 w 377"/>
                  <a:gd name="T61" fmla="*/ 0 h 1268"/>
                  <a:gd name="T62" fmla="*/ 261 w 377"/>
                  <a:gd name="T63" fmla="*/ 0 h 1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77" h="1268">
                    <a:moveTo>
                      <a:pt x="261" y="0"/>
                    </a:moveTo>
                    <a:lnTo>
                      <a:pt x="214" y="119"/>
                    </a:lnTo>
                    <a:lnTo>
                      <a:pt x="181" y="294"/>
                    </a:lnTo>
                    <a:lnTo>
                      <a:pt x="142" y="487"/>
                    </a:lnTo>
                    <a:lnTo>
                      <a:pt x="105" y="683"/>
                    </a:lnTo>
                    <a:lnTo>
                      <a:pt x="105" y="755"/>
                    </a:lnTo>
                    <a:lnTo>
                      <a:pt x="142" y="884"/>
                    </a:lnTo>
                    <a:lnTo>
                      <a:pt x="192" y="953"/>
                    </a:lnTo>
                    <a:lnTo>
                      <a:pt x="239" y="1038"/>
                    </a:lnTo>
                    <a:lnTo>
                      <a:pt x="272" y="1101"/>
                    </a:lnTo>
                    <a:lnTo>
                      <a:pt x="258" y="1131"/>
                    </a:lnTo>
                    <a:lnTo>
                      <a:pt x="174" y="1144"/>
                    </a:lnTo>
                    <a:lnTo>
                      <a:pt x="40" y="1169"/>
                    </a:lnTo>
                    <a:lnTo>
                      <a:pt x="0" y="1209"/>
                    </a:lnTo>
                    <a:lnTo>
                      <a:pt x="33" y="1243"/>
                    </a:lnTo>
                    <a:lnTo>
                      <a:pt x="109" y="1268"/>
                    </a:lnTo>
                    <a:lnTo>
                      <a:pt x="196" y="1217"/>
                    </a:lnTo>
                    <a:lnTo>
                      <a:pt x="261" y="1183"/>
                    </a:lnTo>
                    <a:lnTo>
                      <a:pt x="344" y="1169"/>
                    </a:lnTo>
                    <a:lnTo>
                      <a:pt x="377" y="1158"/>
                    </a:lnTo>
                    <a:lnTo>
                      <a:pt x="366" y="1114"/>
                    </a:lnTo>
                    <a:lnTo>
                      <a:pt x="272" y="1004"/>
                    </a:lnTo>
                    <a:lnTo>
                      <a:pt x="217" y="888"/>
                    </a:lnTo>
                    <a:lnTo>
                      <a:pt x="170" y="811"/>
                    </a:lnTo>
                    <a:lnTo>
                      <a:pt x="164" y="734"/>
                    </a:lnTo>
                    <a:lnTo>
                      <a:pt x="185" y="607"/>
                    </a:lnTo>
                    <a:lnTo>
                      <a:pt x="236" y="474"/>
                    </a:lnTo>
                    <a:lnTo>
                      <a:pt x="291" y="248"/>
                    </a:lnTo>
                    <a:lnTo>
                      <a:pt x="338" y="115"/>
                    </a:lnTo>
                    <a:lnTo>
                      <a:pt x="333" y="38"/>
                    </a:lnTo>
                    <a:lnTo>
                      <a:pt x="291" y="0"/>
                    </a:lnTo>
                    <a:lnTo>
                      <a:pt x="26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600" b="1"/>
              </a:p>
            </p:txBody>
          </p:sp>
          <p:sp>
            <p:nvSpPr>
              <p:cNvPr id="21" name="Freeform 16">
                <a:extLst>
                  <a:ext uri="{FF2B5EF4-FFF2-40B4-BE49-F238E27FC236}">
                    <a16:creationId xmlns:a16="http://schemas.microsoft.com/office/drawing/2014/main" id="{E6D61F2A-1C25-FEA6-7312-A82944E854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" y="1405"/>
                <a:ext cx="135" cy="250"/>
              </a:xfrm>
              <a:custGeom>
                <a:avLst/>
                <a:gdLst>
                  <a:gd name="T0" fmla="*/ 18 w 301"/>
                  <a:gd name="T1" fmla="*/ 78 h 1003"/>
                  <a:gd name="T2" fmla="*/ 29 w 301"/>
                  <a:gd name="T3" fmla="*/ 26 h 1003"/>
                  <a:gd name="T4" fmla="*/ 76 w 301"/>
                  <a:gd name="T5" fmla="*/ 0 h 1003"/>
                  <a:gd name="T6" fmla="*/ 119 w 301"/>
                  <a:gd name="T7" fmla="*/ 0 h 1003"/>
                  <a:gd name="T8" fmla="*/ 174 w 301"/>
                  <a:gd name="T9" fmla="*/ 38 h 1003"/>
                  <a:gd name="T10" fmla="*/ 225 w 301"/>
                  <a:gd name="T11" fmla="*/ 129 h 1003"/>
                  <a:gd name="T12" fmla="*/ 262 w 301"/>
                  <a:gd name="T13" fmla="*/ 222 h 1003"/>
                  <a:gd name="T14" fmla="*/ 279 w 301"/>
                  <a:gd name="T15" fmla="*/ 350 h 1003"/>
                  <a:gd name="T16" fmla="*/ 294 w 301"/>
                  <a:gd name="T17" fmla="*/ 500 h 1003"/>
                  <a:gd name="T18" fmla="*/ 301 w 301"/>
                  <a:gd name="T19" fmla="*/ 644 h 1003"/>
                  <a:gd name="T20" fmla="*/ 301 w 301"/>
                  <a:gd name="T21" fmla="*/ 832 h 1003"/>
                  <a:gd name="T22" fmla="*/ 279 w 301"/>
                  <a:gd name="T23" fmla="*/ 948 h 1003"/>
                  <a:gd name="T24" fmla="*/ 240 w 301"/>
                  <a:gd name="T25" fmla="*/ 990 h 1003"/>
                  <a:gd name="T26" fmla="*/ 171 w 301"/>
                  <a:gd name="T27" fmla="*/ 1003 h 1003"/>
                  <a:gd name="T28" fmla="*/ 98 w 301"/>
                  <a:gd name="T29" fmla="*/ 999 h 1003"/>
                  <a:gd name="T30" fmla="*/ 61 w 301"/>
                  <a:gd name="T31" fmla="*/ 948 h 1003"/>
                  <a:gd name="T32" fmla="*/ 40 w 301"/>
                  <a:gd name="T33" fmla="*/ 858 h 1003"/>
                  <a:gd name="T34" fmla="*/ 22 w 301"/>
                  <a:gd name="T35" fmla="*/ 769 h 1003"/>
                  <a:gd name="T36" fmla="*/ 7 w 301"/>
                  <a:gd name="T37" fmla="*/ 606 h 1003"/>
                  <a:gd name="T38" fmla="*/ 0 w 301"/>
                  <a:gd name="T39" fmla="*/ 423 h 1003"/>
                  <a:gd name="T40" fmla="*/ 0 w 301"/>
                  <a:gd name="T41" fmla="*/ 209 h 1003"/>
                  <a:gd name="T42" fmla="*/ 18 w 301"/>
                  <a:gd name="T43" fmla="*/ 116 h 1003"/>
                  <a:gd name="T44" fmla="*/ 18 w 301"/>
                  <a:gd name="T45" fmla="*/ 78 h 10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01" h="1003">
                    <a:moveTo>
                      <a:pt x="18" y="78"/>
                    </a:moveTo>
                    <a:lnTo>
                      <a:pt x="29" y="26"/>
                    </a:lnTo>
                    <a:lnTo>
                      <a:pt x="76" y="0"/>
                    </a:lnTo>
                    <a:lnTo>
                      <a:pt x="119" y="0"/>
                    </a:lnTo>
                    <a:lnTo>
                      <a:pt x="174" y="38"/>
                    </a:lnTo>
                    <a:lnTo>
                      <a:pt x="225" y="129"/>
                    </a:lnTo>
                    <a:lnTo>
                      <a:pt x="262" y="222"/>
                    </a:lnTo>
                    <a:lnTo>
                      <a:pt x="279" y="350"/>
                    </a:lnTo>
                    <a:lnTo>
                      <a:pt x="294" y="500"/>
                    </a:lnTo>
                    <a:lnTo>
                      <a:pt x="301" y="644"/>
                    </a:lnTo>
                    <a:lnTo>
                      <a:pt x="301" y="832"/>
                    </a:lnTo>
                    <a:lnTo>
                      <a:pt x="279" y="948"/>
                    </a:lnTo>
                    <a:lnTo>
                      <a:pt x="240" y="990"/>
                    </a:lnTo>
                    <a:lnTo>
                      <a:pt x="171" y="1003"/>
                    </a:lnTo>
                    <a:lnTo>
                      <a:pt x="98" y="999"/>
                    </a:lnTo>
                    <a:lnTo>
                      <a:pt x="61" y="948"/>
                    </a:lnTo>
                    <a:lnTo>
                      <a:pt x="40" y="858"/>
                    </a:lnTo>
                    <a:lnTo>
                      <a:pt x="22" y="769"/>
                    </a:lnTo>
                    <a:lnTo>
                      <a:pt x="7" y="606"/>
                    </a:lnTo>
                    <a:lnTo>
                      <a:pt x="0" y="423"/>
                    </a:lnTo>
                    <a:lnTo>
                      <a:pt x="0" y="209"/>
                    </a:lnTo>
                    <a:lnTo>
                      <a:pt x="18" y="116"/>
                    </a:lnTo>
                    <a:lnTo>
                      <a:pt x="18" y="78"/>
                    </a:lnTo>
                    <a:close/>
                  </a:path>
                </a:pathLst>
              </a:custGeom>
              <a:solidFill>
                <a:srgbClr val="FF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600" b="1"/>
              </a:p>
            </p:txBody>
          </p:sp>
        </p:grpSp>
      </p:grpSp>
      <p:sp>
        <p:nvSpPr>
          <p:cNvPr id="22" name="Line 17">
            <a:extLst>
              <a:ext uri="{FF2B5EF4-FFF2-40B4-BE49-F238E27FC236}">
                <a16:creationId xmlns:a16="http://schemas.microsoft.com/office/drawing/2014/main" id="{26DB6296-B87D-9D8E-FB99-0C1F0194199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5555" y="2290693"/>
            <a:ext cx="5429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Freeform 18">
            <a:extLst>
              <a:ext uri="{FF2B5EF4-FFF2-40B4-BE49-F238E27FC236}">
                <a16:creationId xmlns:a16="http://schemas.microsoft.com/office/drawing/2014/main" id="{91D9F57A-D234-32B5-45E0-994EA8B8CA59}"/>
              </a:ext>
            </a:extLst>
          </p:cNvPr>
          <p:cNvSpPr>
            <a:spLocks/>
          </p:cNvSpPr>
          <p:nvPr/>
        </p:nvSpPr>
        <p:spPr bwMode="auto">
          <a:xfrm>
            <a:off x="5059155" y="1417568"/>
            <a:ext cx="403225" cy="863600"/>
          </a:xfrm>
          <a:custGeom>
            <a:avLst/>
            <a:gdLst>
              <a:gd name="T0" fmla="*/ 254 w 254"/>
              <a:gd name="T1" fmla="*/ 544 h 544"/>
              <a:gd name="T2" fmla="*/ 0 w 254"/>
              <a:gd name="T3" fmla="*/ 0 h 54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54" h="544">
                <a:moveTo>
                  <a:pt x="254" y="544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Freeform 19">
            <a:extLst>
              <a:ext uri="{FF2B5EF4-FFF2-40B4-BE49-F238E27FC236}">
                <a16:creationId xmlns:a16="http://schemas.microsoft.com/office/drawing/2014/main" id="{D1FEA01A-5755-6FFF-E40B-7A03FC40D7D6}"/>
              </a:ext>
            </a:extLst>
          </p:cNvPr>
          <p:cNvSpPr>
            <a:spLocks/>
          </p:cNvSpPr>
          <p:nvPr/>
        </p:nvSpPr>
        <p:spPr bwMode="auto">
          <a:xfrm>
            <a:off x="6264067" y="1412806"/>
            <a:ext cx="763588" cy="1060450"/>
          </a:xfrm>
          <a:custGeom>
            <a:avLst/>
            <a:gdLst>
              <a:gd name="T0" fmla="*/ 0 w 539"/>
              <a:gd name="T1" fmla="*/ 0 h 771"/>
              <a:gd name="T2" fmla="*/ 539 w 539"/>
              <a:gd name="T3" fmla="*/ 771 h 77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39" h="771">
                <a:moveTo>
                  <a:pt x="0" y="0"/>
                </a:moveTo>
                <a:lnTo>
                  <a:pt x="539" y="771"/>
                </a:lnTo>
              </a:path>
            </a:pathLst>
          </a:custGeom>
          <a:noFill/>
          <a:ln w="38100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Freeform 20">
            <a:extLst>
              <a:ext uri="{FF2B5EF4-FFF2-40B4-BE49-F238E27FC236}">
                <a16:creationId xmlns:a16="http://schemas.microsoft.com/office/drawing/2014/main" id="{1E863263-B9ED-411A-0CB1-8C86E2587740}"/>
              </a:ext>
            </a:extLst>
          </p:cNvPr>
          <p:cNvSpPr>
            <a:spLocks/>
          </p:cNvSpPr>
          <p:nvPr/>
        </p:nvSpPr>
        <p:spPr bwMode="auto">
          <a:xfrm>
            <a:off x="5992605" y="2292281"/>
            <a:ext cx="1035050" cy="180975"/>
          </a:xfrm>
          <a:custGeom>
            <a:avLst/>
            <a:gdLst>
              <a:gd name="T0" fmla="*/ 0 w 652"/>
              <a:gd name="T1" fmla="*/ 0 h 114"/>
              <a:gd name="T2" fmla="*/ 652 w 652"/>
              <a:gd name="T3" fmla="*/ 114 h 1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52" h="114">
                <a:moveTo>
                  <a:pt x="0" y="0"/>
                </a:moveTo>
                <a:lnTo>
                  <a:pt x="652" y="114"/>
                </a:lnTo>
              </a:path>
            </a:pathLst>
          </a:custGeom>
          <a:noFill/>
          <a:ln w="38100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Freeform 21">
            <a:extLst>
              <a:ext uri="{FF2B5EF4-FFF2-40B4-BE49-F238E27FC236}">
                <a16:creationId xmlns:a16="http://schemas.microsoft.com/office/drawing/2014/main" id="{A586D985-4BBE-C7A5-F42F-BBD043B6C10D}"/>
              </a:ext>
            </a:extLst>
          </p:cNvPr>
          <p:cNvSpPr>
            <a:spLocks/>
          </p:cNvSpPr>
          <p:nvPr/>
        </p:nvSpPr>
        <p:spPr bwMode="auto">
          <a:xfrm>
            <a:off x="5976730" y="1414393"/>
            <a:ext cx="293687" cy="890588"/>
          </a:xfrm>
          <a:custGeom>
            <a:avLst/>
            <a:gdLst>
              <a:gd name="T0" fmla="*/ 0 w 185"/>
              <a:gd name="T1" fmla="*/ 561 h 561"/>
              <a:gd name="T2" fmla="*/ 185 w 185"/>
              <a:gd name="T3" fmla="*/ 0 h 56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85" h="561">
                <a:moveTo>
                  <a:pt x="0" y="561"/>
                </a:moveTo>
                <a:lnTo>
                  <a:pt x="185" y="0"/>
                </a:lnTo>
              </a:path>
            </a:pathLst>
          </a:custGeom>
          <a:noFill/>
          <a:ln w="38100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Freeform 22">
            <a:extLst>
              <a:ext uri="{FF2B5EF4-FFF2-40B4-BE49-F238E27FC236}">
                <a16:creationId xmlns:a16="http://schemas.microsoft.com/office/drawing/2014/main" id="{F5D38037-B4EA-0721-0457-429148D97FD8}"/>
              </a:ext>
            </a:extLst>
          </p:cNvPr>
          <p:cNvSpPr>
            <a:spLocks/>
          </p:cNvSpPr>
          <p:nvPr/>
        </p:nvSpPr>
        <p:spPr bwMode="auto">
          <a:xfrm>
            <a:off x="3970130" y="2292281"/>
            <a:ext cx="1492250" cy="182562"/>
          </a:xfrm>
          <a:custGeom>
            <a:avLst/>
            <a:gdLst>
              <a:gd name="T0" fmla="*/ 0 w 940"/>
              <a:gd name="T1" fmla="*/ 115 h 115"/>
              <a:gd name="T2" fmla="*/ 940 w 940"/>
              <a:gd name="T3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40" h="115">
                <a:moveTo>
                  <a:pt x="0" y="115"/>
                </a:moveTo>
                <a:lnTo>
                  <a:pt x="940" y="0"/>
                </a:ln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Text Box 23">
            <a:extLst>
              <a:ext uri="{FF2B5EF4-FFF2-40B4-BE49-F238E27FC236}">
                <a16:creationId xmlns:a16="http://schemas.microsoft.com/office/drawing/2014/main" id="{F185D8C9-796C-1E89-1D0D-60B1BB10E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0255" y="3742740"/>
            <a:ext cx="3032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a</a:t>
            </a:r>
            <a:endParaRPr lang="en-US" altLang="zh-CN" b="1" i="1">
              <a:latin typeface="Times New Roman" charset="0"/>
            </a:endParaRPr>
          </a:p>
        </p:txBody>
      </p:sp>
      <p:sp>
        <p:nvSpPr>
          <p:cNvPr id="29" name="Text Box 24">
            <a:extLst>
              <a:ext uri="{FF2B5EF4-FFF2-40B4-BE49-F238E27FC236}">
                <a16:creationId xmlns:a16="http://schemas.microsoft.com/office/drawing/2014/main" id="{B9058F8E-0055-BD7E-AD2C-3F90AFE99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1842" y="3214102"/>
            <a:ext cx="3032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b</a:t>
            </a:r>
            <a:endParaRPr lang="en-US" altLang="zh-CN" b="1" i="1">
              <a:latin typeface="Times New Roman" charset="0"/>
            </a:endParaRPr>
          </a:p>
        </p:txBody>
      </p:sp>
      <p:sp>
        <p:nvSpPr>
          <p:cNvPr id="30" name="Text Box 25">
            <a:extLst>
              <a:ext uri="{FF2B5EF4-FFF2-40B4-BE49-F238E27FC236}">
                <a16:creationId xmlns:a16="http://schemas.microsoft.com/office/drawing/2014/main" id="{07E66F39-8DA1-72E5-6471-226AFE8D47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7130" y="2839968"/>
            <a:ext cx="319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/>
              <a:t>c</a:t>
            </a:r>
            <a:endParaRPr lang="en-US" altLang="zh-CN" b="1" i="0">
              <a:latin typeface="Times New Roman" charset="0"/>
            </a:endParaRPr>
          </a:p>
        </p:txBody>
      </p:sp>
      <p:sp>
        <p:nvSpPr>
          <p:cNvPr id="31" name="Text Box 26">
            <a:extLst>
              <a:ext uri="{FF2B5EF4-FFF2-40B4-BE49-F238E27FC236}">
                <a16:creationId xmlns:a16="http://schemas.microsoft.com/office/drawing/2014/main" id="{6B17A322-0A1B-CED6-B7B0-51D2558D9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5805" y="2225090"/>
            <a:ext cx="360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a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32" name="Text Box 27">
            <a:extLst>
              <a:ext uri="{FF2B5EF4-FFF2-40B4-BE49-F238E27FC236}">
                <a16:creationId xmlns:a16="http://schemas.microsoft.com/office/drawing/2014/main" id="{CF522C01-38AA-E281-9CE4-F2206DEAD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4992" y="1110665"/>
            <a:ext cx="360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b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33" name="Text Box 28">
            <a:extLst>
              <a:ext uri="{FF2B5EF4-FFF2-40B4-BE49-F238E27FC236}">
                <a16:creationId xmlns:a16="http://schemas.microsoft.com/office/drawing/2014/main" id="{732B1341-AADC-4FA8-DC75-71C1B425F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3267" y="1080502"/>
            <a:ext cx="3978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b</a:t>
            </a:r>
            <a:r>
              <a:rPr lang="en-US" altLang="zh-CN" b="1" i="1">
                <a:latin typeface="Times New Roman" charset="0"/>
                <a:sym typeface="Symbol" charset="2"/>
              </a:rPr>
              <a:t></a:t>
            </a:r>
            <a:endParaRPr lang="en-US" altLang="zh-CN" b="1" i="1">
              <a:latin typeface="Times New Roman" charset="0"/>
              <a:sym typeface="CommercialPi BT" charset="0"/>
            </a:endParaRPr>
          </a:p>
        </p:txBody>
      </p:sp>
      <p:sp>
        <p:nvSpPr>
          <p:cNvPr id="34" name="Text Box 29">
            <a:extLst>
              <a:ext uri="{FF2B5EF4-FFF2-40B4-BE49-F238E27FC236}">
                <a16:creationId xmlns:a16="http://schemas.microsoft.com/office/drawing/2014/main" id="{2ED45C76-23C9-1053-8431-D12DC9672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2255" y="2287002"/>
            <a:ext cx="3978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a</a:t>
            </a:r>
            <a:r>
              <a:rPr lang="en-US" altLang="zh-CN" b="1" i="1">
                <a:latin typeface="Times New Roman" charset="0"/>
                <a:sym typeface="Symbol" charset="2"/>
              </a:rPr>
              <a:t></a:t>
            </a:r>
          </a:p>
        </p:txBody>
      </p:sp>
      <p:sp>
        <p:nvSpPr>
          <p:cNvPr id="35" name="Line 30">
            <a:extLst>
              <a:ext uri="{FF2B5EF4-FFF2-40B4-BE49-F238E27FC236}">
                <a16:creationId xmlns:a16="http://schemas.microsoft.com/office/drawing/2014/main" id="{066C73B5-0C23-8294-04DE-F97FD20F02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70130" y="3001893"/>
            <a:ext cx="1495425" cy="9239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Line 31">
            <a:extLst>
              <a:ext uri="{FF2B5EF4-FFF2-40B4-BE49-F238E27FC236}">
                <a16:creationId xmlns:a16="http://schemas.microsoft.com/office/drawing/2014/main" id="{41EC7C34-956C-3603-FEBB-ED72885C8D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70130" y="1417568"/>
            <a:ext cx="1087437" cy="10556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Line 32">
            <a:extLst>
              <a:ext uri="{FF2B5EF4-FFF2-40B4-BE49-F238E27FC236}">
                <a16:creationId xmlns:a16="http://schemas.microsoft.com/office/drawing/2014/main" id="{A8127839-0965-69B2-4654-143C293C5D9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0130" y="2489131"/>
            <a:ext cx="0" cy="14525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Line 33">
            <a:extLst>
              <a:ext uri="{FF2B5EF4-FFF2-40B4-BE49-F238E27FC236}">
                <a16:creationId xmlns:a16="http://schemas.microsoft.com/office/drawing/2014/main" id="{968E71A7-8EEB-0D7F-A7A9-5DBA5A2349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7567" y="1431856"/>
            <a:ext cx="0" cy="184943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AutoShape 34">
            <a:extLst>
              <a:ext uri="{FF2B5EF4-FFF2-40B4-BE49-F238E27FC236}">
                <a16:creationId xmlns:a16="http://schemas.microsoft.com/office/drawing/2014/main" id="{EF4C8BA5-7967-A5FF-A958-49DF29BD2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1942" y="1139756"/>
            <a:ext cx="1735138" cy="654050"/>
          </a:xfrm>
          <a:prstGeom prst="cloudCallout">
            <a:avLst>
              <a:gd name="adj1" fmla="val 75162"/>
              <a:gd name="adj2" fmla="val 81310"/>
            </a:avLst>
          </a:prstGeom>
          <a:solidFill>
            <a:srgbClr val="CCECFF"/>
          </a:solidFill>
          <a:ln w="38100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zh-CN" altLang="en-US" sz="2400" b="1" i="0" dirty="0">
                <a:latin typeface="Times New Roman" charset="0"/>
              </a:rPr>
              <a:t>类似性</a:t>
            </a:r>
            <a:endParaRPr lang="zh-CN" altLang="en-US" sz="2800" b="1" i="0" dirty="0">
              <a:latin typeface="Times New Roman" charset="0"/>
            </a:endParaRPr>
          </a:p>
        </p:txBody>
      </p:sp>
      <p:sp>
        <p:nvSpPr>
          <p:cNvPr id="40" name="AutoShape 35">
            <a:extLst>
              <a:ext uri="{FF2B5EF4-FFF2-40B4-BE49-F238E27FC236}">
                <a16:creationId xmlns:a16="http://schemas.microsoft.com/office/drawing/2014/main" id="{092369EF-F798-2325-9DEC-3F0369319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3255" y="1036568"/>
            <a:ext cx="1397000" cy="757238"/>
          </a:xfrm>
          <a:prstGeom prst="cloudCallout">
            <a:avLst>
              <a:gd name="adj1" fmla="val -83181"/>
              <a:gd name="adj2" fmla="val 77046"/>
            </a:avLst>
          </a:prstGeom>
          <a:solidFill>
            <a:srgbClr val="CCECFF"/>
          </a:solidFill>
          <a:ln w="38100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zh-CN" altLang="en-US" sz="2400" b="1" i="0" dirty="0">
                <a:latin typeface="Times New Roman" charset="0"/>
              </a:rPr>
              <a:t>类似性</a:t>
            </a:r>
            <a:endParaRPr lang="zh-CN" altLang="en-US" sz="2800" b="1" i="0" dirty="0">
              <a:latin typeface="Times New Roman" charset="0"/>
            </a:endParaRPr>
          </a:p>
        </p:txBody>
      </p:sp>
      <p:sp>
        <p:nvSpPr>
          <p:cNvPr id="41" name="AutoShape 36">
            <a:extLst>
              <a:ext uri="{FF2B5EF4-FFF2-40B4-BE49-F238E27FC236}">
                <a16:creationId xmlns:a16="http://schemas.microsoft.com/office/drawing/2014/main" id="{580D9B9E-1822-1B3E-D2A5-FD80812C9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1468" y="2449856"/>
            <a:ext cx="1371600" cy="685800"/>
          </a:xfrm>
          <a:prstGeom prst="wedgeEllipseCallout">
            <a:avLst>
              <a:gd name="adj1" fmla="val 101852"/>
              <a:gd name="adj2" fmla="val 51389"/>
            </a:avLst>
          </a:prstGeom>
          <a:solidFill>
            <a:srgbClr val="FFFFFF"/>
          </a:solidFill>
          <a:ln w="38100">
            <a:solidFill>
              <a:srgbClr val="FF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zh-CN" altLang="en-US" sz="2400" b="1" i="0" dirty="0">
                <a:solidFill>
                  <a:srgbClr val="FF0000"/>
                </a:solidFill>
                <a:latin typeface="Times New Roman" charset="0"/>
              </a:rPr>
              <a:t>积聚性</a:t>
            </a:r>
          </a:p>
        </p:txBody>
      </p:sp>
      <p:sp>
        <p:nvSpPr>
          <p:cNvPr id="42" name="AutoShape 37">
            <a:extLst>
              <a:ext uri="{FF2B5EF4-FFF2-40B4-BE49-F238E27FC236}">
                <a16:creationId xmlns:a16="http://schemas.microsoft.com/office/drawing/2014/main" id="{296F25D3-E784-80C8-743E-A645FE68D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6380" y="3394006"/>
            <a:ext cx="1447800" cy="609600"/>
          </a:xfrm>
          <a:prstGeom prst="wedgeEllipseCallout">
            <a:avLst>
              <a:gd name="adj1" fmla="val -112282"/>
              <a:gd name="adj2" fmla="val -120051"/>
            </a:avLst>
          </a:prstGeom>
          <a:solidFill>
            <a:srgbClr val="FFFFFF"/>
          </a:solidFill>
          <a:ln w="38100">
            <a:solidFill>
              <a:srgbClr val="FF993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zh-CN" altLang="en-US" sz="2400" b="1" i="0" dirty="0">
                <a:latin typeface="Times New Roman" charset="0"/>
              </a:rPr>
              <a:t>铅垂面</a:t>
            </a:r>
          </a:p>
        </p:txBody>
      </p:sp>
      <p:sp>
        <p:nvSpPr>
          <p:cNvPr id="43" name="Text Box 38">
            <a:extLst>
              <a:ext uri="{FF2B5EF4-FFF2-40B4-BE49-F238E27FC236}">
                <a16:creationId xmlns:a16="http://schemas.microsoft.com/office/drawing/2014/main" id="{090D6C96-CB7D-2232-DEE0-348325BD8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3008" y="3256835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000" b="1" i="0" dirty="0">
                <a:latin typeface="Times New Roman" charset="0"/>
              </a:rPr>
              <a:t>γ</a:t>
            </a:r>
            <a:endParaRPr lang="en-US" altLang="zh-CN" b="1" i="0" dirty="0">
              <a:latin typeface="Times New Roman" charset="0"/>
            </a:endParaRPr>
          </a:p>
        </p:txBody>
      </p:sp>
      <p:sp>
        <p:nvSpPr>
          <p:cNvPr id="44" name="Text Box 39">
            <a:extLst>
              <a:ext uri="{FF2B5EF4-FFF2-40B4-BE49-F238E27FC236}">
                <a16:creationId xmlns:a16="http://schemas.microsoft.com/office/drawing/2014/main" id="{E96F9CBE-FEE9-B56B-78B7-000F69DA6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9892" y="2986018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1800" b="1" i="0" dirty="0">
                <a:latin typeface="ISOCPEUR" charset="0"/>
              </a:rPr>
              <a:t>β</a:t>
            </a:r>
            <a:endParaRPr lang="en-US" altLang="zh-CN" b="1" i="0" dirty="0">
              <a:latin typeface="ISOCPEUR" charset="0"/>
            </a:endParaRPr>
          </a:p>
        </p:txBody>
      </p:sp>
      <p:grpSp>
        <p:nvGrpSpPr>
          <p:cNvPr id="45" name="Group 40">
            <a:extLst>
              <a:ext uri="{FF2B5EF4-FFF2-40B4-BE49-F238E27FC236}">
                <a16:creationId xmlns:a16="http://schemas.microsoft.com/office/drawing/2014/main" id="{3BDD495F-6598-9BBA-501B-3670E680280D}"/>
              </a:ext>
            </a:extLst>
          </p:cNvPr>
          <p:cNvGrpSpPr>
            <a:grpSpLocks/>
          </p:cNvGrpSpPr>
          <p:nvPr/>
        </p:nvGrpSpPr>
        <p:grpSpPr bwMode="auto">
          <a:xfrm>
            <a:off x="4854367" y="2993956"/>
            <a:ext cx="611188" cy="300037"/>
            <a:chOff x="2439" y="1620"/>
            <a:chExt cx="385" cy="189"/>
          </a:xfrm>
        </p:grpSpPr>
        <p:sp>
          <p:nvSpPr>
            <p:cNvPr id="46" name="Line 41">
              <a:extLst>
                <a:ext uri="{FF2B5EF4-FFF2-40B4-BE49-F238E27FC236}">
                  <a16:creationId xmlns:a16="http://schemas.microsoft.com/office/drawing/2014/main" id="{8B11714B-1117-74F2-7407-8A0A5BDC64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39" y="1625"/>
              <a:ext cx="3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0962583E-EEAE-D47C-247A-A82A849F8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" y="1620"/>
              <a:ext cx="68" cy="189"/>
            </a:xfrm>
            <a:custGeom>
              <a:avLst/>
              <a:gdLst>
                <a:gd name="T0" fmla="*/ 10 w 68"/>
                <a:gd name="T1" fmla="*/ 0 h 189"/>
                <a:gd name="T2" fmla="*/ 3 w 68"/>
                <a:gd name="T3" fmla="*/ 80 h 189"/>
                <a:gd name="T4" fmla="*/ 25 w 68"/>
                <a:gd name="T5" fmla="*/ 146 h 189"/>
                <a:gd name="T6" fmla="*/ 68 w 68"/>
                <a:gd name="T7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189">
                  <a:moveTo>
                    <a:pt x="10" y="0"/>
                  </a:moveTo>
                  <a:cubicBezTo>
                    <a:pt x="10" y="13"/>
                    <a:pt x="0" y="56"/>
                    <a:pt x="3" y="80"/>
                  </a:cubicBezTo>
                  <a:cubicBezTo>
                    <a:pt x="6" y="104"/>
                    <a:pt x="14" y="128"/>
                    <a:pt x="25" y="146"/>
                  </a:cubicBezTo>
                  <a:cubicBezTo>
                    <a:pt x="36" y="164"/>
                    <a:pt x="59" y="180"/>
                    <a:pt x="68" y="189"/>
                  </a:cubicBezTo>
                </a:path>
              </a:pathLst>
            </a:custGeom>
            <a:noFill/>
            <a:ln w="9525" cap="flat" cmpd="sng">
              <a:solidFill>
                <a:schemeClr val="tx2"/>
              </a:solidFill>
              <a:prstDash val="solid"/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48" name="Freeform 43">
            <a:extLst>
              <a:ext uri="{FF2B5EF4-FFF2-40B4-BE49-F238E27FC236}">
                <a16:creationId xmlns:a16="http://schemas.microsoft.com/office/drawing/2014/main" id="{BAA3FDD2-F10B-3A46-4AF7-2A60E2D04CB6}"/>
              </a:ext>
            </a:extLst>
          </p:cNvPr>
          <p:cNvSpPr>
            <a:spLocks/>
          </p:cNvSpPr>
          <p:nvPr/>
        </p:nvSpPr>
        <p:spPr bwMode="auto">
          <a:xfrm>
            <a:off x="3971717" y="3598793"/>
            <a:ext cx="288925" cy="160338"/>
          </a:xfrm>
          <a:custGeom>
            <a:avLst/>
            <a:gdLst>
              <a:gd name="T0" fmla="*/ 0 w 182"/>
              <a:gd name="T1" fmla="*/ 6 h 101"/>
              <a:gd name="T2" fmla="*/ 51 w 182"/>
              <a:gd name="T3" fmla="*/ 6 h 101"/>
              <a:gd name="T4" fmla="*/ 146 w 182"/>
              <a:gd name="T5" fmla="*/ 43 h 101"/>
              <a:gd name="T6" fmla="*/ 182 w 182"/>
              <a:gd name="T7" fmla="*/ 101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2" h="101">
                <a:moveTo>
                  <a:pt x="0" y="6"/>
                </a:moveTo>
                <a:cubicBezTo>
                  <a:pt x="13" y="3"/>
                  <a:pt x="27" y="0"/>
                  <a:pt x="51" y="6"/>
                </a:cubicBezTo>
                <a:cubicBezTo>
                  <a:pt x="75" y="12"/>
                  <a:pt x="124" y="27"/>
                  <a:pt x="146" y="43"/>
                </a:cubicBezTo>
                <a:cubicBezTo>
                  <a:pt x="168" y="59"/>
                  <a:pt x="175" y="80"/>
                  <a:pt x="182" y="101"/>
                </a:cubicBezTo>
              </a:path>
            </a:pathLst>
          </a:custGeom>
          <a:noFill/>
          <a:ln w="9525" cap="flat" cmpd="sng">
            <a:solidFill>
              <a:schemeClr val="tx2"/>
            </a:solidFill>
            <a:prstDash val="solid"/>
            <a:round/>
            <a:headEnd type="triangl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" name="Line 44">
            <a:extLst>
              <a:ext uri="{FF2B5EF4-FFF2-40B4-BE49-F238E27FC236}">
                <a16:creationId xmlns:a16="http://schemas.microsoft.com/office/drawing/2014/main" id="{E29147F2-9477-D0FB-E66D-F3DCFEF717C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7567" y="1414393"/>
            <a:ext cx="1212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0" name="Line 45">
            <a:extLst>
              <a:ext uri="{FF2B5EF4-FFF2-40B4-BE49-F238E27FC236}">
                <a16:creationId xmlns:a16="http://schemas.microsoft.com/office/drawing/2014/main" id="{AB063D8C-F9B4-1C8C-AAEF-D610839FDC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70130" y="2473256"/>
            <a:ext cx="3016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" name="Line 46">
            <a:extLst>
              <a:ext uri="{FF2B5EF4-FFF2-40B4-BE49-F238E27FC236}">
                <a16:creationId xmlns:a16="http://schemas.microsoft.com/office/drawing/2014/main" id="{10007314-63D1-585D-5904-CBF32C5BB44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5555" y="2290693"/>
            <a:ext cx="0" cy="711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" name="Text Box 47" descr="编织物">
            <a:extLst>
              <a:ext uri="{FF2B5EF4-FFF2-40B4-BE49-F238E27FC236}">
                <a16:creationId xmlns:a16="http://schemas.microsoft.com/office/drawing/2014/main" id="{575A17F1-7B5C-2334-0DEC-39BFE311E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3440" y="4616401"/>
            <a:ext cx="198002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weave">
                  <a:fgClr>
                    <a:srgbClr val="FF99FF"/>
                  </a:fgClr>
                  <a:bgClr>
                    <a:schemeClr val="bg1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b="1" i="0" dirty="0">
                <a:solidFill>
                  <a:srgbClr val="A50021"/>
                </a:solidFill>
                <a:latin typeface="Times New Roman" charset="0"/>
              </a:rPr>
              <a:t>投影特性：</a:t>
            </a:r>
          </a:p>
        </p:txBody>
      </p:sp>
      <p:sp>
        <p:nvSpPr>
          <p:cNvPr id="53" name="Text Box 48">
            <a:extLst>
              <a:ext uri="{FF2B5EF4-FFF2-40B4-BE49-F238E27FC236}">
                <a16:creationId xmlns:a16="http://schemas.microsoft.com/office/drawing/2014/main" id="{CF2D8627-E129-88FB-517E-21D5E6AC3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492" y="5143063"/>
            <a:ext cx="1017008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2400" b="1" i="0" dirty="0">
                <a:solidFill>
                  <a:srgbClr val="003399"/>
                </a:solidFill>
                <a:latin typeface="宋体" charset="-122"/>
              </a:rPr>
              <a:t>    </a:t>
            </a:r>
            <a:r>
              <a:rPr lang="zh-CN" altLang="en-US" sz="2400" b="1" i="0" dirty="0">
                <a:solidFill>
                  <a:srgbClr val="003399"/>
                </a:solidFill>
                <a:latin typeface="宋体" charset="-122"/>
              </a:rPr>
              <a:t>在它垂直的投影面上的投影积聚成直线。该直线与投影轴的夹角反映空间平面与另外两投影面夹角的大小。</a:t>
            </a:r>
          </a:p>
        </p:txBody>
      </p:sp>
      <p:sp>
        <p:nvSpPr>
          <p:cNvPr id="54" name="Text Box 49">
            <a:extLst>
              <a:ext uri="{FF2B5EF4-FFF2-40B4-BE49-F238E27FC236}">
                <a16:creationId xmlns:a16="http://schemas.microsoft.com/office/drawing/2014/main" id="{505AA814-839B-7DA6-8FAE-7E3104584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2123" y="5985379"/>
            <a:ext cx="74596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400" b="1" i="0" dirty="0">
                <a:solidFill>
                  <a:srgbClr val="003399"/>
                </a:solidFill>
                <a:latin typeface="宋体" charset="-122"/>
              </a:rPr>
              <a:t>另外两个投影面上的投影为类似形。</a:t>
            </a:r>
          </a:p>
        </p:txBody>
      </p:sp>
      <p:sp>
        <p:nvSpPr>
          <p:cNvPr id="55" name="TextBox 1">
            <a:extLst>
              <a:ext uri="{FF2B5EF4-FFF2-40B4-BE49-F238E27FC236}">
                <a16:creationId xmlns:a16="http://schemas.microsoft.com/office/drawing/2014/main" id="{3A9DF6BB-3D69-EFFF-018B-1DCE43C53B5E}"/>
              </a:ext>
            </a:extLst>
          </p:cNvPr>
          <p:cNvSpPr txBox="1"/>
          <p:nvPr/>
        </p:nvSpPr>
        <p:spPr>
          <a:xfrm>
            <a:off x="3725507" y="865415"/>
            <a:ext cx="654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P49</a:t>
            </a:r>
          </a:p>
        </p:txBody>
      </p:sp>
    </p:spTree>
    <p:extLst>
      <p:ext uri="{BB962C8B-B14F-4D97-AF65-F5344CB8AC3E}">
        <p14:creationId xmlns:p14="http://schemas.microsoft.com/office/powerpoint/2010/main" val="493985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75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39" grpId="0" animBg="1" autoUpdateAnimBg="0"/>
      <p:bldP spid="40" grpId="0" animBg="1" autoUpdateAnimBg="0"/>
      <p:bldP spid="41" grpId="0" animBg="1" autoUpdateAnimBg="0"/>
      <p:bldP spid="42" grpId="0" animBg="1" autoUpdateAnimBg="0"/>
      <p:bldP spid="43" grpId="0" autoUpdateAnimBg="0"/>
      <p:bldP spid="44" grpId="0" autoUpdateAnimBg="0"/>
      <p:bldP spid="48" grpId="0" animBg="1"/>
      <p:bldP spid="52" grpId="0"/>
      <p:bldP spid="53" grpId="0"/>
      <p:bldP spid="5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E405D-93D3-34C6-ECCD-4A66BECC3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用迹线表示的铅锤面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FAD189-148A-C138-1AAD-71FE15CED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746ED-E144-0D47-A87A-0A6ACFF2E6FF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3C1E1F-7408-E4BC-558D-F8E4A686A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17E075-AC5B-2EBA-E0DF-29E702FBE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8" name="Picture 7" descr="A drawing of a hexagon and a hexagon&#10;&#10;Description automatically generated">
            <a:extLst>
              <a:ext uri="{FF2B5EF4-FFF2-40B4-BE49-F238E27FC236}">
                <a16:creationId xmlns:a16="http://schemas.microsoft.com/office/drawing/2014/main" id="{B15BFFE6-85F8-4E65-D282-AFFF96D5D9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900" y="1174750"/>
            <a:ext cx="7772400" cy="44076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E82B2D8-6E9D-BE02-50EB-5CFDA3507819}"/>
              </a:ext>
            </a:extLst>
          </p:cNvPr>
          <p:cNvSpPr txBox="1"/>
          <p:nvPr/>
        </p:nvSpPr>
        <p:spPr>
          <a:xfrm>
            <a:off x="1400368" y="5707775"/>
            <a:ext cx="4493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800" b="1" dirty="0">
                <a:solidFill>
                  <a:schemeClr val="accent1">
                    <a:lumMod val="75000"/>
                  </a:schemeClr>
                </a:solidFill>
              </a:rPr>
              <a:t>迹线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</a:rPr>
              <a:t>：</a:t>
            </a:r>
            <a:r>
              <a:rPr lang="en-CN" sz="2800" dirty="0">
                <a:solidFill>
                  <a:schemeClr val="accent1">
                    <a:lumMod val="75000"/>
                  </a:schemeClr>
                </a:solidFill>
              </a:rPr>
              <a:t>平面和投影面的交线</a:t>
            </a:r>
          </a:p>
        </p:txBody>
      </p:sp>
    </p:spTree>
    <p:extLst>
      <p:ext uri="{BB962C8B-B14F-4D97-AF65-F5344CB8AC3E}">
        <p14:creationId xmlns:p14="http://schemas.microsoft.com/office/powerpoint/2010/main" val="2883329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378" name="Group 2"/>
          <p:cNvGrpSpPr>
            <a:grpSpLocks/>
          </p:cNvGrpSpPr>
          <p:nvPr/>
        </p:nvGrpSpPr>
        <p:grpSpPr bwMode="auto">
          <a:xfrm>
            <a:off x="4262439" y="1215785"/>
            <a:ext cx="3890963" cy="3200400"/>
            <a:chOff x="1629" y="624"/>
            <a:chExt cx="2451" cy="2016"/>
          </a:xfrm>
        </p:grpSpPr>
        <p:sp>
          <p:nvSpPr>
            <p:cNvPr id="101379" name="Line 3"/>
            <p:cNvSpPr>
              <a:spLocks noChangeShapeType="1"/>
            </p:cNvSpPr>
            <p:nvPr/>
          </p:nvSpPr>
          <p:spPr bwMode="auto">
            <a:xfrm>
              <a:off x="1629" y="1584"/>
              <a:ext cx="240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01380" name="Line 4"/>
            <p:cNvSpPr>
              <a:spLocks noChangeShapeType="1"/>
            </p:cNvSpPr>
            <p:nvPr/>
          </p:nvSpPr>
          <p:spPr bwMode="auto">
            <a:xfrm>
              <a:off x="3024" y="624"/>
              <a:ext cx="0" cy="20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01381" name="Line 5"/>
            <p:cNvSpPr>
              <a:spLocks noChangeShapeType="1"/>
            </p:cNvSpPr>
            <p:nvPr/>
          </p:nvSpPr>
          <p:spPr bwMode="auto">
            <a:xfrm>
              <a:off x="1824" y="1824"/>
              <a:ext cx="1104" cy="24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01382" name="Line 6"/>
            <p:cNvSpPr>
              <a:spLocks noChangeShapeType="1"/>
            </p:cNvSpPr>
            <p:nvPr/>
          </p:nvSpPr>
          <p:spPr bwMode="auto">
            <a:xfrm>
              <a:off x="1824" y="1824"/>
              <a:ext cx="480" cy="6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01383" name="Line 7"/>
            <p:cNvSpPr>
              <a:spLocks noChangeShapeType="1"/>
            </p:cNvSpPr>
            <p:nvPr/>
          </p:nvSpPr>
          <p:spPr bwMode="auto">
            <a:xfrm flipV="1">
              <a:off x="2304" y="2064"/>
              <a:ext cx="624" cy="38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01384" name="Line 8"/>
            <p:cNvSpPr>
              <a:spLocks noChangeShapeType="1"/>
            </p:cNvSpPr>
            <p:nvPr/>
          </p:nvSpPr>
          <p:spPr bwMode="auto">
            <a:xfrm flipV="1">
              <a:off x="1824" y="960"/>
              <a:ext cx="0" cy="8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01385" name="Line 9"/>
            <p:cNvSpPr>
              <a:spLocks noChangeShapeType="1"/>
            </p:cNvSpPr>
            <p:nvPr/>
          </p:nvSpPr>
          <p:spPr bwMode="auto">
            <a:xfrm flipV="1">
              <a:off x="2928" y="960"/>
              <a:ext cx="0" cy="11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01386" name="Line 10"/>
            <p:cNvSpPr>
              <a:spLocks noChangeShapeType="1"/>
            </p:cNvSpPr>
            <p:nvPr/>
          </p:nvSpPr>
          <p:spPr bwMode="auto">
            <a:xfrm>
              <a:off x="1824" y="960"/>
              <a:ext cx="110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01387" name="Line 11"/>
            <p:cNvSpPr>
              <a:spLocks noChangeShapeType="1"/>
            </p:cNvSpPr>
            <p:nvPr/>
          </p:nvSpPr>
          <p:spPr bwMode="auto">
            <a:xfrm flipV="1">
              <a:off x="2304" y="960"/>
              <a:ext cx="0" cy="14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01388" name="Line 12"/>
            <p:cNvSpPr>
              <a:spLocks noChangeShapeType="1"/>
            </p:cNvSpPr>
            <p:nvPr/>
          </p:nvSpPr>
          <p:spPr bwMode="auto">
            <a:xfrm>
              <a:off x="3024" y="1584"/>
              <a:ext cx="864" cy="8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01389" name="Line 13"/>
            <p:cNvSpPr>
              <a:spLocks noChangeShapeType="1"/>
            </p:cNvSpPr>
            <p:nvPr/>
          </p:nvSpPr>
          <p:spPr bwMode="auto">
            <a:xfrm>
              <a:off x="2928" y="2064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01390" name="Line 14"/>
            <p:cNvSpPr>
              <a:spLocks noChangeShapeType="1"/>
            </p:cNvSpPr>
            <p:nvPr/>
          </p:nvSpPr>
          <p:spPr bwMode="auto">
            <a:xfrm flipV="1">
              <a:off x="3504" y="960"/>
              <a:ext cx="0" cy="11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01391" name="Line 15"/>
            <p:cNvSpPr>
              <a:spLocks noChangeShapeType="1"/>
            </p:cNvSpPr>
            <p:nvPr/>
          </p:nvSpPr>
          <p:spPr bwMode="auto">
            <a:xfrm>
              <a:off x="2304" y="2448"/>
              <a:ext cx="15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01392" name="Line 16"/>
            <p:cNvSpPr>
              <a:spLocks noChangeShapeType="1"/>
            </p:cNvSpPr>
            <p:nvPr/>
          </p:nvSpPr>
          <p:spPr bwMode="auto">
            <a:xfrm flipV="1">
              <a:off x="3888" y="960"/>
              <a:ext cx="0" cy="14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01393" name="Line 17"/>
            <p:cNvSpPr>
              <a:spLocks noChangeShapeType="1"/>
            </p:cNvSpPr>
            <p:nvPr/>
          </p:nvSpPr>
          <p:spPr bwMode="auto">
            <a:xfrm>
              <a:off x="1824" y="1824"/>
              <a:ext cx="14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01394" name="Line 18"/>
            <p:cNvSpPr>
              <a:spLocks noChangeShapeType="1"/>
            </p:cNvSpPr>
            <p:nvPr/>
          </p:nvSpPr>
          <p:spPr bwMode="auto">
            <a:xfrm flipV="1">
              <a:off x="3264" y="960"/>
              <a:ext cx="0" cy="8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01395" name="Line 19"/>
            <p:cNvSpPr>
              <a:spLocks noChangeShapeType="1"/>
            </p:cNvSpPr>
            <p:nvPr/>
          </p:nvSpPr>
          <p:spPr bwMode="auto">
            <a:xfrm>
              <a:off x="2928" y="96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01396" name="Line 20"/>
            <p:cNvSpPr>
              <a:spLocks noChangeShapeType="1"/>
            </p:cNvSpPr>
            <p:nvPr/>
          </p:nvSpPr>
          <p:spPr bwMode="auto">
            <a:xfrm>
              <a:off x="3264" y="960"/>
              <a:ext cx="62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01397" name="Text Box 21"/>
            <p:cNvSpPr txBox="1">
              <a:spLocks noChangeArrowheads="1"/>
            </p:cNvSpPr>
            <p:nvPr/>
          </p:nvSpPr>
          <p:spPr bwMode="auto">
            <a:xfrm>
              <a:off x="1639" y="805"/>
              <a:ext cx="215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600" i="1"/>
                <a:t>a</a:t>
              </a:r>
              <a:r>
                <a:rPr lang="en-US" altLang="zh-CN" sz="1600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01398" name="Text Box 22"/>
            <p:cNvSpPr txBox="1">
              <a:spLocks noChangeArrowheads="1"/>
            </p:cNvSpPr>
            <p:nvPr/>
          </p:nvSpPr>
          <p:spPr bwMode="auto">
            <a:xfrm>
              <a:off x="2228" y="757"/>
              <a:ext cx="21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600" i="1"/>
                <a:t>b</a:t>
              </a:r>
              <a:r>
                <a:rPr lang="en-US" altLang="zh-CN" sz="1600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01399" name="Text Box 23"/>
            <p:cNvSpPr txBox="1">
              <a:spLocks noChangeArrowheads="1"/>
            </p:cNvSpPr>
            <p:nvPr/>
          </p:nvSpPr>
          <p:spPr bwMode="auto">
            <a:xfrm>
              <a:off x="2804" y="739"/>
              <a:ext cx="203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600" i="1"/>
                <a:t>c</a:t>
              </a:r>
              <a:r>
                <a:rPr lang="en-US" altLang="zh-CN" sz="1600" b="1" i="1">
                  <a:latin typeface="Times New Roman" charset="0"/>
                  <a:sym typeface="Symbol" charset="2"/>
                </a:rPr>
                <a:t></a:t>
              </a:r>
              <a:endParaRPr lang="en-US" altLang="zh-CN" sz="1600" b="1" i="1">
                <a:latin typeface="Times New Roman" charset="0"/>
                <a:sym typeface="CommercialPi BT" charset="0"/>
              </a:endParaRPr>
            </a:p>
          </p:txBody>
        </p:sp>
        <p:sp>
          <p:nvSpPr>
            <p:cNvPr id="101400" name="Text Box 24"/>
            <p:cNvSpPr txBox="1">
              <a:spLocks noChangeArrowheads="1"/>
            </p:cNvSpPr>
            <p:nvPr/>
          </p:nvSpPr>
          <p:spPr bwMode="auto">
            <a:xfrm>
              <a:off x="3117" y="757"/>
              <a:ext cx="23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600" i="1"/>
                <a:t>a</a:t>
              </a:r>
              <a:r>
                <a:rPr lang="en-US" altLang="zh-CN" sz="1600" b="1" i="1">
                  <a:latin typeface="Times New Roman" charset="0"/>
                  <a:sym typeface="Symbol" charset="2"/>
                </a:rPr>
                <a:t></a:t>
              </a:r>
            </a:p>
          </p:txBody>
        </p:sp>
        <p:sp>
          <p:nvSpPr>
            <p:cNvPr id="101401" name="Text Box 25"/>
            <p:cNvSpPr txBox="1">
              <a:spLocks noChangeArrowheads="1"/>
            </p:cNvSpPr>
            <p:nvPr/>
          </p:nvSpPr>
          <p:spPr bwMode="auto">
            <a:xfrm>
              <a:off x="3843" y="757"/>
              <a:ext cx="237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600" i="1"/>
                <a:t>b</a:t>
              </a:r>
              <a:r>
                <a:rPr lang="en-US" altLang="zh-CN" sz="1600" b="1" i="1">
                  <a:latin typeface="Times New Roman" charset="0"/>
                  <a:sym typeface="Symbol" charset="2"/>
                </a:rPr>
                <a:t></a:t>
              </a:r>
            </a:p>
          </p:txBody>
        </p:sp>
        <p:sp>
          <p:nvSpPr>
            <p:cNvPr id="101402" name="Text Box 26"/>
            <p:cNvSpPr txBox="1">
              <a:spLocks noChangeArrowheads="1"/>
            </p:cNvSpPr>
            <p:nvPr/>
          </p:nvSpPr>
          <p:spPr bwMode="auto">
            <a:xfrm>
              <a:off x="3412" y="757"/>
              <a:ext cx="22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600" i="1"/>
                <a:t>c</a:t>
              </a:r>
              <a:r>
                <a:rPr lang="en-US" altLang="zh-CN" sz="1600" b="1" i="1">
                  <a:latin typeface="Times New Roman" charset="0"/>
                  <a:sym typeface="Symbol" charset="2"/>
                </a:rPr>
                <a:t></a:t>
              </a:r>
            </a:p>
          </p:txBody>
        </p:sp>
        <p:sp>
          <p:nvSpPr>
            <p:cNvPr id="101403" name="Text Box 27"/>
            <p:cNvSpPr txBox="1">
              <a:spLocks noChangeArrowheads="1"/>
            </p:cNvSpPr>
            <p:nvPr/>
          </p:nvSpPr>
          <p:spPr bwMode="auto">
            <a:xfrm>
              <a:off x="1629" y="1717"/>
              <a:ext cx="183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600" i="1"/>
                <a:t>a</a:t>
              </a:r>
              <a:endParaRPr lang="en-US" altLang="zh-CN" sz="1600" b="1" i="1">
                <a:latin typeface="Times New Roman" charset="0"/>
              </a:endParaRPr>
            </a:p>
          </p:txBody>
        </p:sp>
        <p:sp>
          <p:nvSpPr>
            <p:cNvPr id="101404" name="Text Box 28"/>
            <p:cNvSpPr txBox="1">
              <a:spLocks noChangeArrowheads="1"/>
            </p:cNvSpPr>
            <p:nvPr/>
          </p:nvSpPr>
          <p:spPr bwMode="auto">
            <a:xfrm>
              <a:off x="2140" y="2389"/>
              <a:ext cx="18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600" i="1"/>
                <a:t>b</a:t>
              </a:r>
              <a:endParaRPr lang="en-US" altLang="zh-CN" sz="1600" b="1" i="1">
                <a:latin typeface="Times New Roman" charset="0"/>
              </a:endParaRPr>
            </a:p>
          </p:txBody>
        </p:sp>
        <p:sp>
          <p:nvSpPr>
            <p:cNvPr id="101405" name="Text Box 29"/>
            <p:cNvSpPr txBox="1">
              <a:spLocks noChangeArrowheads="1"/>
            </p:cNvSpPr>
            <p:nvPr/>
          </p:nvSpPr>
          <p:spPr bwMode="auto">
            <a:xfrm>
              <a:off x="2832" y="2053"/>
              <a:ext cx="171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600" i="1"/>
                <a:t>c</a:t>
              </a:r>
              <a:endParaRPr lang="en-US" altLang="zh-CN" sz="1600" b="1" i="1">
                <a:latin typeface="Times New Roman" charset="0"/>
              </a:endParaRPr>
            </a:p>
          </p:txBody>
        </p:sp>
      </p:grpSp>
      <p:sp>
        <p:nvSpPr>
          <p:cNvPr id="101407" name="AutoShape 31"/>
          <p:cNvSpPr>
            <a:spLocks noChangeArrowheads="1"/>
          </p:cNvSpPr>
          <p:nvPr/>
        </p:nvSpPr>
        <p:spPr bwMode="auto">
          <a:xfrm>
            <a:off x="2133600" y="1215785"/>
            <a:ext cx="1676400" cy="990600"/>
          </a:xfrm>
          <a:prstGeom prst="cloudCallout">
            <a:avLst>
              <a:gd name="adj1" fmla="val 84468"/>
              <a:gd name="adj2" fmla="val 50963"/>
            </a:avLst>
          </a:prstGeom>
          <a:solidFill>
            <a:srgbClr val="CCECFF"/>
          </a:solidFill>
          <a:ln w="38100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zh-CN" altLang="en-US" sz="2400" b="1">
                <a:latin typeface="Times New Roman" charset="0"/>
              </a:rPr>
              <a:t>积聚性</a:t>
            </a:r>
          </a:p>
        </p:txBody>
      </p:sp>
      <p:sp>
        <p:nvSpPr>
          <p:cNvPr id="101408" name="AutoShape 32"/>
          <p:cNvSpPr>
            <a:spLocks noChangeArrowheads="1"/>
          </p:cNvSpPr>
          <p:nvPr/>
        </p:nvSpPr>
        <p:spPr bwMode="auto">
          <a:xfrm>
            <a:off x="8458200" y="990361"/>
            <a:ext cx="1676400" cy="911225"/>
          </a:xfrm>
          <a:prstGeom prst="cloudCallout">
            <a:avLst>
              <a:gd name="adj1" fmla="val -76042"/>
              <a:gd name="adj2" fmla="val 87977"/>
            </a:avLst>
          </a:prstGeom>
          <a:solidFill>
            <a:srgbClr val="CCECFF"/>
          </a:solidFill>
          <a:ln w="38100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zh-CN" altLang="en-US" sz="2400" b="1">
                <a:latin typeface="Times New Roman" charset="0"/>
              </a:rPr>
              <a:t>积聚性</a:t>
            </a:r>
          </a:p>
        </p:txBody>
      </p:sp>
      <p:sp>
        <p:nvSpPr>
          <p:cNvPr id="101409" name="AutoShape 33"/>
          <p:cNvSpPr>
            <a:spLocks noChangeArrowheads="1"/>
          </p:cNvSpPr>
          <p:nvPr/>
        </p:nvSpPr>
        <p:spPr bwMode="auto">
          <a:xfrm>
            <a:off x="2286000" y="3501785"/>
            <a:ext cx="1752600" cy="609600"/>
          </a:xfrm>
          <a:prstGeom prst="wedgeEllipseCallout">
            <a:avLst>
              <a:gd name="adj1" fmla="val 81250"/>
              <a:gd name="adj2" fmla="val -67968"/>
            </a:avLst>
          </a:prstGeom>
          <a:solidFill>
            <a:srgbClr val="FFFFFF"/>
          </a:solidFill>
          <a:ln w="38100">
            <a:solidFill>
              <a:srgbClr val="FF993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zh-CN" altLang="en-US" sz="2400" b="1">
                <a:latin typeface="Times New Roman" charset="0"/>
              </a:rPr>
              <a:t>实形性</a:t>
            </a:r>
          </a:p>
        </p:txBody>
      </p:sp>
      <p:sp>
        <p:nvSpPr>
          <p:cNvPr id="101410" name="AutoShape 34"/>
          <p:cNvSpPr>
            <a:spLocks noChangeArrowheads="1"/>
          </p:cNvSpPr>
          <p:nvPr/>
        </p:nvSpPr>
        <p:spPr bwMode="auto">
          <a:xfrm>
            <a:off x="8458200" y="3577985"/>
            <a:ext cx="1600200" cy="533400"/>
          </a:xfrm>
          <a:prstGeom prst="wedgeEllipseCallout">
            <a:avLst>
              <a:gd name="adj1" fmla="val -75991"/>
              <a:gd name="adj2" fmla="val -131847"/>
            </a:avLst>
          </a:prstGeom>
          <a:solidFill>
            <a:srgbClr val="FFFFFF"/>
          </a:solidFill>
          <a:ln w="38100">
            <a:solidFill>
              <a:srgbClr val="FF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zh-CN" altLang="en-US" sz="2400" b="1">
                <a:latin typeface="Times New Roman" charset="0"/>
              </a:rPr>
              <a:t>水平面</a:t>
            </a:r>
          </a:p>
        </p:txBody>
      </p:sp>
      <p:sp>
        <p:nvSpPr>
          <p:cNvPr id="101411" name="Text Box 35" descr="30%"/>
          <p:cNvSpPr txBox="1">
            <a:spLocks noChangeArrowheads="1"/>
          </p:cNvSpPr>
          <p:nvPr/>
        </p:nvSpPr>
        <p:spPr bwMode="auto">
          <a:xfrm>
            <a:off x="2086452" y="4716520"/>
            <a:ext cx="17235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pct30">
                  <a:fgClr>
                    <a:schemeClr val="bg1"/>
                  </a:fgClr>
                  <a:bgClr>
                    <a:srgbClr val="FFCC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 b="1" dirty="0">
                <a:solidFill>
                  <a:srgbClr val="A50021"/>
                </a:solidFill>
                <a:latin typeface="Times New Roman" charset="0"/>
              </a:rPr>
              <a:t>投影特性：</a:t>
            </a:r>
            <a:endParaRPr lang="zh-CN" altLang="en-US" sz="2400" b="1" dirty="0">
              <a:latin typeface="Times New Roman" charset="0"/>
            </a:endParaRPr>
          </a:p>
        </p:txBody>
      </p:sp>
      <p:sp>
        <p:nvSpPr>
          <p:cNvPr id="101412" name="Text Box 36"/>
          <p:cNvSpPr txBox="1">
            <a:spLocks noChangeArrowheads="1"/>
          </p:cNvSpPr>
          <p:nvPr/>
        </p:nvSpPr>
        <p:spPr bwMode="auto">
          <a:xfrm>
            <a:off x="2743538" y="5174975"/>
            <a:ext cx="57246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 b="1" dirty="0">
                <a:solidFill>
                  <a:srgbClr val="003399"/>
                </a:solidFill>
                <a:latin typeface="Times New Roman" charset="0"/>
              </a:rPr>
              <a:t>在它所平行的投影面上的投影反映实形。</a:t>
            </a:r>
          </a:p>
        </p:txBody>
      </p:sp>
      <p:sp>
        <p:nvSpPr>
          <p:cNvPr id="101413" name="Text Box 37"/>
          <p:cNvSpPr txBox="1">
            <a:spLocks noChangeArrowheads="1"/>
          </p:cNvSpPr>
          <p:nvPr/>
        </p:nvSpPr>
        <p:spPr bwMode="auto">
          <a:xfrm>
            <a:off x="2123579" y="5614267"/>
            <a:ext cx="753637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2400" b="1" dirty="0">
                <a:solidFill>
                  <a:srgbClr val="003399"/>
                </a:solidFill>
                <a:latin typeface="宋体" charset="-122"/>
              </a:rPr>
              <a:t>    </a:t>
            </a:r>
            <a:r>
              <a:rPr lang="zh-CN" altLang="en-US" sz="2400" b="1" dirty="0">
                <a:solidFill>
                  <a:srgbClr val="003399"/>
                </a:solidFill>
                <a:latin typeface="宋体" charset="-122"/>
              </a:rPr>
              <a:t>另两个投影面上的投影分别积聚成与相应的投影轴平行的直线。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F41A06-1030-4869-823F-2F4D779374BB}"/>
              </a:ext>
            </a:extLst>
          </p:cNvPr>
          <p:cNvSpPr txBox="1"/>
          <p:nvPr/>
        </p:nvSpPr>
        <p:spPr>
          <a:xfrm>
            <a:off x="818775" y="1555754"/>
            <a:ext cx="654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P51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A732A0-DE7F-4B05-B3FA-073E7FF78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421" y="368442"/>
            <a:ext cx="7886700" cy="626276"/>
          </a:xfrm>
        </p:spPr>
        <p:txBody>
          <a:bodyPr>
            <a:normAutofit/>
          </a:bodyPr>
          <a:lstStyle/>
          <a:p>
            <a:r>
              <a:rPr lang="en-US" altLang="zh-CN" dirty="0"/>
              <a:t>⑵ </a:t>
            </a:r>
            <a:r>
              <a:rPr lang="zh-CN" altLang="en-US" dirty="0"/>
              <a:t>投影面平行面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C68BE-BC56-4378-9AB4-188EC1174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360E-9F19-EE49-B5CA-968A14F7A650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48CEF-1BFE-414A-B5E5-88ECA5F7F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FB014-EB5E-418B-9143-19BB1BA5B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48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101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1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1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1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1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75" fill="hold"/>
                                        <p:tgtEl>
                                          <p:spTgt spid="101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" fill="hold"/>
                                        <p:tgtEl>
                                          <p:spTgt spid="101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75"/>
                                        <p:tgtEl>
                                          <p:spTgt spid="101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75"/>
                                        <p:tgtEl>
                                          <p:spTgt spid="101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07" grpId="0" animBg="1" autoUpdateAnimBg="0"/>
      <p:bldP spid="101408" grpId="0" animBg="1" autoUpdateAnimBg="0"/>
      <p:bldP spid="101409" grpId="0" animBg="1" autoUpdateAnimBg="0"/>
      <p:bldP spid="101410" grpId="0" animBg="1" autoUpdateAnimBg="0"/>
      <p:bldP spid="101411" grpId="0" autoUpdateAnimBg="0"/>
      <p:bldP spid="101412" grpId="0" build="p" autoUpdateAnimBg="0"/>
      <p:bldP spid="101413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Line 2"/>
          <p:cNvSpPr>
            <a:spLocks noChangeShapeType="1"/>
          </p:cNvSpPr>
          <p:nvPr/>
        </p:nvSpPr>
        <p:spPr bwMode="auto">
          <a:xfrm>
            <a:off x="2301406" y="3892044"/>
            <a:ext cx="39766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102403" name="Group 3"/>
          <p:cNvGrpSpPr>
            <a:grpSpLocks/>
          </p:cNvGrpSpPr>
          <p:nvPr/>
        </p:nvGrpSpPr>
        <p:grpSpPr bwMode="auto">
          <a:xfrm>
            <a:off x="2222031" y="1879094"/>
            <a:ext cx="4162425" cy="3841750"/>
            <a:chOff x="503" y="633"/>
            <a:chExt cx="2622" cy="2420"/>
          </a:xfrm>
        </p:grpSpPr>
        <p:sp>
          <p:nvSpPr>
            <p:cNvPr id="102404" name="Line 4"/>
            <p:cNvSpPr>
              <a:spLocks noChangeShapeType="1"/>
            </p:cNvSpPr>
            <p:nvPr/>
          </p:nvSpPr>
          <p:spPr bwMode="auto">
            <a:xfrm>
              <a:off x="1945" y="653"/>
              <a:ext cx="0" cy="235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05" name="Line 5"/>
            <p:cNvSpPr>
              <a:spLocks noChangeShapeType="1"/>
            </p:cNvSpPr>
            <p:nvPr/>
          </p:nvSpPr>
          <p:spPr bwMode="auto">
            <a:xfrm flipV="1">
              <a:off x="697" y="2093"/>
              <a:ext cx="912" cy="38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06" name="Line 6"/>
            <p:cNvSpPr>
              <a:spLocks noChangeShapeType="1"/>
            </p:cNvSpPr>
            <p:nvPr/>
          </p:nvSpPr>
          <p:spPr bwMode="auto">
            <a:xfrm>
              <a:off x="1609" y="2093"/>
              <a:ext cx="192" cy="76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07" name="Line 7"/>
            <p:cNvSpPr>
              <a:spLocks noChangeShapeType="1"/>
            </p:cNvSpPr>
            <p:nvPr/>
          </p:nvSpPr>
          <p:spPr bwMode="auto">
            <a:xfrm flipH="1" flipV="1">
              <a:off x="697" y="2477"/>
              <a:ext cx="1104" cy="38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08" name="Line 8"/>
            <p:cNvSpPr>
              <a:spLocks noChangeShapeType="1"/>
            </p:cNvSpPr>
            <p:nvPr/>
          </p:nvSpPr>
          <p:spPr bwMode="auto">
            <a:xfrm flipV="1">
              <a:off x="697" y="1709"/>
              <a:ext cx="0" cy="76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09" name="Line 9"/>
            <p:cNvSpPr>
              <a:spLocks noChangeShapeType="1"/>
            </p:cNvSpPr>
            <p:nvPr/>
          </p:nvSpPr>
          <p:spPr bwMode="auto">
            <a:xfrm flipV="1">
              <a:off x="1609" y="845"/>
              <a:ext cx="0" cy="124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10" name="Line 10"/>
            <p:cNvSpPr>
              <a:spLocks noChangeShapeType="1"/>
            </p:cNvSpPr>
            <p:nvPr/>
          </p:nvSpPr>
          <p:spPr bwMode="auto">
            <a:xfrm flipV="1">
              <a:off x="1801" y="1469"/>
              <a:ext cx="0" cy="139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11" name="Line 11"/>
            <p:cNvSpPr>
              <a:spLocks noChangeShapeType="1"/>
            </p:cNvSpPr>
            <p:nvPr/>
          </p:nvSpPr>
          <p:spPr bwMode="auto">
            <a:xfrm flipH="1">
              <a:off x="697" y="1469"/>
              <a:ext cx="1104" cy="24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12" name="Line 12"/>
            <p:cNvSpPr>
              <a:spLocks noChangeShapeType="1"/>
            </p:cNvSpPr>
            <p:nvPr/>
          </p:nvSpPr>
          <p:spPr bwMode="auto">
            <a:xfrm flipV="1">
              <a:off x="697" y="845"/>
              <a:ext cx="912" cy="86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13" name="Line 13"/>
            <p:cNvSpPr>
              <a:spLocks noChangeShapeType="1"/>
            </p:cNvSpPr>
            <p:nvPr/>
          </p:nvSpPr>
          <p:spPr bwMode="auto">
            <a:xfrm>
              <a:off x="1609" y="845"/>
              <a:ext cx="192" cy="6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14" name="Line 14"/>
            <p:cNvSpPr>
              <a:spLocks noChangeShapeType="1"/>
            </p:cNvSpPr>
            <p:nvPr/>
          </p:nvSpPr>
          <p:spPr bwMode="auto">
            <a:xfrm>
              <a:off x="1945" y="1901"/>
              <a:ext cx="1008" cy="100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15" name="Line 15"/>
            <p:cNvSpPr>
              <a:spLocks noChangeShapeType="1"/>
            </p:cNvSpPr>
            <p:nvPr/>
          </p:nvSpPr>
          <p:spPr bwMode="auto">
            <a:xfrm>
              <a:off x="1609" y="2093"/>
              <a:ext cx="52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16" name="Line 16"/>
            <p:cNvSpPr>
              <a:spLocks noChangeShapeType="1"/>
            </p:cNvSpPr>
            <p:nvPr/>
          </p:nvSpPr>
          <p:spPr bwMode="auto">
            <a:xfrm flipV="1">
              <a:off x="2137" y="845"/>
              <a:ext cx="0" cy="124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17" name="Line 17"/>
            <p:cNvSpPr>
              <a:spLocks noChangeShapeType="1"/>
            </p:cNvSpPr>
            <p:nvPr/>
          </p:nvSpPr>
          <p:spPr bwMode="auto">
            <a:xfrm>
              <a:off x="1609" y="845"/>
              <a:ext cx="52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18" name="Line 18"/>
            <p:cNvSpPr>
              <a:spLocks noChangeShapeType="1"/>
            </p:cNvSpPr>
            <p:nvPr/>
          </p:nvSpPr>
          <p:spPr bwMode="auto">
            <a:xfrm>
              <a:off x="697" y="2477"/>
              <a:ext cx="182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19" name="Line 19"/>
            <p:cNvSpPr>
              <a:spLocks noChangeShapeType="1"/>
            </p:cNvSpPr>
            <p:nvPr/>
          </p:nvSpPr>
          <p:spPr bwMode="auto">
            <a:xfrm>
              <a:off x="697" y="1709"/>
              <a:ext cx="182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20" name="Line 20"/>
            <p:cNvSpPr>
              <a:spLocks noChangeShapeType="1"/>
            </p:cNvSpPr>
            <p:nvPr/>
          </p:nvSpPr>
          <p:spPr bwMode="auto">
            <a:xfrm flipV="1">
              <a:off x="2521" y="1709"/>
              <a:ext cx="0" cy="76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21" name="Line 21"/>
            <p:cNvSpPr>
              <a:spLocks noChangeShapeType="1"/>
            </p:cNvSpPr>
            <p:nvPr/>
          </p:nvSpPr>
          <p:spPr bwMode="auto">
            <a:xfrm>
              <a:off x="1801" y="2861"/>
              <a:ext cx="110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22" name="Line 22"/>
            <p:cNvSpPr>
              <a:spLocks noChangeShapeType="1"/>
            </p:cNvSpPr>
            <p:nvPr/>
          </p:nvSpPr>
          <p:spPr bwMode="auto">
            <a:xfrm>
              <a:off x="1801" y="1469"/>
              <a:ext cx="110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23" name="Line 23"/>
            <p:cNvSpPr>
              <a:spLocks noChangeShapeType="1"/>
            </p:cNvSpPr>
            <p:nvPr/>
          </p:nvSpPr>
          <p:spPr bwMode="auto">
            <a:xfrm flipV="1">
              <a:off x="2905" y="1469"/>
              <a:ext cx="0" cy="139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24" name="Line 24"/>
            <p:cNvSpPr>
              <a:spLocks noChangeShapeType="1"/>
            </p:cNvSpPr>
            <p:nvPr/>
          </p:nvSpPr>
          <p:spPr bwMode="auto">
            <a:xfrm flipH="1">
              <a:off x="2521" y="1469"/>
              <a:ext cx="384" cy="24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25" name="Line 25"/>
            <p:cNvSpPr>
              <a:spLocks noChangeShapeType="1"/>
            </p:cNvSpPr>
            <p:nvPr/>
          </p:nvSpPr>
          <p:spPr bwMode="auto">
            <a:xfrm>
              <a:off x="2137" y="845"/>
              <a:ext cx="768" cy="6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26" name="Line 26"/>
            <p:cNvSpPr>
              <a:spLocks noChangeShapeType="1"/>
            </p:cNvSpPr>
            <p:nvPr/>
          </p:nvSpPr>
          <p:spPr bwMode="auto">
            <a:xfrm>
              <a:off x="2137" y="845"/>
              <a:ext cx="384" cy="86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27" name="Text Box 27"/>
            <p:cNvSpPr txBox="1">
              <a:spLocks noChangeArrowheads="1"/>
            </p:cNvSpPr>
            <p:nvPr/>
          </p:nvSpPr>
          <p:spPr bwMode="auto">
            <a:xfrm>
              <a:off x="503" y="1545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02428" name="Text Box 28"/>
            <p:cNvSpPr txBox="1">
              <a:spLocks noChangeArrowheads="1"/>
            </p:cNvSpPr>
            <p:nvPr/>
          </p:nvSpPr>
          <p:spPr bwMode="auto">
            <a:xfrm>
              <a:off x="1437" y="633"/>
              <a:ext cx="22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/>
                <a:t>b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02429" name="Text Box 29"/>
            <p:cNvSpPr txBox="1">
              <a:spLocks noChangeArrowheads="1"/>
            </p:cNvSpPr>
            <p:nvPr/>
          </p:nvSpPr>
          <p:spPr bwMode="auto">
            <a:xfrm>
              <a:off x="1754" y="1248"/>
              <a:ext cx="21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/>
                <a:t>c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02430" name="Text Box 30"/>
            <p:cNvSpPr txBox="1">
              <a:spLocks noChangeArrowheads="1"/>
            </p:cNvSpPr>
            <p:nvPr/>
          </p:nvSpPr>
          <p:spPr bwMode="auto">
            <a:xfrm>
              <a:off x="2520" y="1641"/>
              <a:ext cx="25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</a:t>
              </a:r>
            </a:p>
          </p:txBody>
        </p:sp>
        <p:sp>
          <p:nvSpPr>
            <p:cNvPr id="102431" name="Text Box 31"/>
            <p:cNvSpPr txBox="1">
              <a:spLocks noChangeArrowheads="1"/>
            </p:cNvSpPr>
            <p:nvPr/>
          </p:nvSpPr>
          <p:spPr bwMode="auto">
            <a:xfrm>
              <a:off x="2888" y="1305"/>
              <a:ext cx="23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</a:t>
              </a:r>
            </a:p>
          </p:txBody>
        </p:sp>
        <p:sp>
          <p:nvSpPr>
            <p:cNvPr id="102432" name="Text Box 32"/>
            <p:cNvSpPr txBox="1">
              <a:spLocks noChangeArrowheads="1"/>
            </p:cNvSpPr>
            <p:nvPr/>
          </p:nvSpPr>
          <p:spPr bwMode="auto">
            <a:xfrm>
              <a:off x="2092" y="633"/>
              <a:ext cx="25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</a:t>
              </a:r>
            </a:p>
          </p:txBody>
        </p:sp>
        <p:sp>
          <p:nvSpPr>
            <p:cNvPr id="102433" name="Text Box 33"/>
            <p:cNvSpPr txBox="1">
              <a:spLocks noChangeArrowheads="1"/>
            </p:cNvSpPr>
            <p:nvPr/>
          </p:nvSpPr>
          <p:spPr bwMode="auto">
            <a:xfrm>
              <a:off x="520" y="2313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102434" name="Text Box 34"/>
            <p:cNvSpPr txBox="1">
              <a:spLocks noChangeArrowheads="1"/>
            </p:cNvSpPr>
            <p:nvPr/>
          </p:nvSpPr>
          <p:spPr bwMode="auto">
            <a:xfrm>
              <a:off x="1417" y="1929"/>
              <a:ext cx="19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102435" name="Text Box 35"/>
            <p:cNvSpPr txBox="1">
              <a:spLocks noChangeArrowheads="1"/>
            </p:cNvSpPr>
            <p:nvPr/>
          </p:nvSpPr>
          <p:spPr bwMode="auto">
            <a:xfrm>
              <a:off x="1657" y="2820"/>
              <a:ext cx="1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endParaRPr lang="en-US" altLang="zh-CN" b="1" i="1">
                <a:latin typeface="Times New Roman" charset="0"/>
              </a:endParaRPr>
            </a:p>
          </p:txBody>
        </p:sp>
      </p:grpSp>
      <p:sp>
        <p:nvSpPr>
          <p:cNvPr id="102437" name="Text Box 37"/>
          <p:cNvSpPr txBox="1">
            <a:spLocks noChangeArrowheads="1"/>
          </p:cNvSpPr>
          <p:nvPr/>
        </p:nvSpPr>
        <p:spPr bwMode="auto">
          <a:xfrm>
            <a:off x="7059281" y="3417530"/>
            <a:ext cx="26468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400" b="1">
                <a:solidFill>
                  <a:srgbClr val="003399"/>
                </a:solidFill>
                <a:latin typeface="Times New Roman" charset="0"/>
              </a:rPr>
              <a:t>三个投影都类似。</a:t>
            </a:r>
            <a:endParaRPr lang="zh-CN" altLang="en-US" sz="2400" b="1">
              <a:latin typeface="Times New Roman" charset="0"/>
            </a:endParaRPr>
          </a:p>
        </p:txBody>
      </p:sp>
      <p:sp>
        <p:nvSpPr>
          <p:cNvPr id="102438" name="Text Box 38" descr="30%"/>
          <p:cNvSpPr txBox="1">
            <a:spLocks noChangeArrowheads="1"/>
          </p:cNvSpPr>
          <p:nvPr/>
        </p:nvSpPr>
        <p:spPr bwMode="auto">
          <a:xfrm>
            <a:off x="6892456" y="2746990"/>
            <a:ext cx="198002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pct30">
                  <a:fgClr>
                    <a:srgbClr val="FFCCFF"/>
                  </a:fgClr>
                  <a:bgClr>
                    <a:schemeClr val="bg1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b="1">
                <a:solidFill>
                  <a:srgbClr val="CC0000"/>
                </a:solidFill>
                <a:latin typeface="Times New Roman" charset="0"/>
              </a:rPr>
              <a:t>投影特性：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C3F5B6-1AB4-4EF6-A61D-B5B5B475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⑶ </a:t>
            </a:r>
            <a:r>
              <a:rPr lang="zh-CN" altLang="en-US" dirty="0"/>
              <a:t>一般位置平面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20EF2-6012-453A-A877-55695DD7A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12E71-5C44-644B-A7D4-DB319F85C008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5CB11-6736-4034-90A4-E95FD8B18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0D76A4-48F3-435C-9BCC-6DF5083AD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13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23A3446-C21C-7CB6-525D-9C121FD1E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735" y="3225295"/>
            <a:ext cx="1423927" cy="306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058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0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7" grpId="0" autoUpdateAnimBg="0"/>
      <p:bldP spid="102438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41F21A-C28A-44C7-AC92-8F29B5230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C11C2-D13B-9542-A76D-A3FABA2905E1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579E61-8D16-4830-A091-48718F1C3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2E88E-6331-4B97-9AFA-0052DF21A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14</a:t>
            </a:fld>
            <a:endParaRPr lang="en-US"/>
          </a:p>
        </p:txBody>
      </p:sp>
      <p:sp>
        <p:nvSpPr>
          <p:cNvPr id="5" name="Line 2">
            <a:extLst>
              <a:ext uri="{FF2B5EF4-FFF2-40B4-BE49-F238E27FC236}">
                <a16:creationId xmlns:a16="http://schemas.microsoft.com/office/drawing/2014/main" id="{6973F081-16CB-B52F-CA72-854A4AB758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00312" y="2136537"/>
            <a:ext cx="1524000" cy="152400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" name="Line 25">
            <a:extLst>
              <a:ext uri="{FF2B5EF4-FFF2-40B4-BE49-F238E27FC236}">
                <a16:creationId xmlns:a16="http://schemas.microsoft.com/office/drawing/2014/main" id="{F7EAA0F3-BBE1-27E4-7DB1-CA6DAAD9F1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25712" y="2136537"/>
            <a:ext cx="1498600" cy="1501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A737324D-C306-528D-D60B-B7879FF6DD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4487" y="2615962"/>
            <a:ext cx="360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zh-CN" i="1"/>
              <a:t>a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03BDF5DD-E3BE-E436-E234-46AA62A4E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55549"/>
            <a:ext cx="395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zh-CN"/>
              <a:t>c</a:t>
            </a:r>
            <a:r>
              <a:rPr lang="en-US" altLang="zh-CN" b="1" i="0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A82C1F5D-CE4E-F13D-B288-CAA6BB83C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0400" y="3431937"/>
            <a:ext cx="463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zh-CN"/>
              <a:t>b</a:t>
            </a:r>
            <a:r>
              <a:rPr lang="en-US" altLang="zh-CN" b="1" i="0">
                <a:latin typeface="Times New Roman" charset="0"/>
                <a:sym typeface="Symbol" charset="2"/>
              </a:rPr>
              <a:t></a:t>
            </a:r>
            <a:endParaRPr lang="en-US" altLang="zh-CN" sz="2000" b="1" i="0">
              <a:latin typeface="Italic" charset="0"/>
            </a:endParaRP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7B1BE7D8-6980-DD09-E5A0-D7CF95F34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287" y="1765062"/>
            <a:ext cx="444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zh-CN"/>
              <a:t>c</a:t>
            </a:r>
            <a:r>
              <a:rPr lang="en-US" altLang="zh-CN" b="1" i="0">
                <a:latin typeface="Times New Roman" charset="0"/>
                <a:sym typeface="Symbol" charset="2"/>
              </a:rPr>
              <a:t></a:t>
            </a: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A3D9DE2E-F5DD-069A-23EE-D8BDBC7F6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4825" y="2501662"/>
            <a:ext cx="465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zh-CN"/>
              <a:t>a</a:t>
            </a:r>
            <a:r>
              <a:rPr lang="en-US" altLang="zh-CN" b="1" i="0">
                <a:latin typeface="Times New Roman" charset="0"/>
                <a:sym typeface="Symbol" charset="2"/>
              </a:rPr>
              <a:t></a:t>
            </a:r>
          </a:p>
        </p:txBody>
      </p:sp>
      <p:sp>
        <p:nvSpPr>
          <p:cNvPr id="12" name="Line 8">
            <a:extLst>
              <a:ext uri="{FF2B5EF4-FFF2-40B4-BE49-F238E27FC236}">
                <a16:creationId xmlns:a16="http://schemas.microsoft.com/office/drawing/2014/main" id="{A003C8EC-EE7F-9C5E-EA3B-F0110A8FE5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911237"/>
            <a:ext cx="0" cy="13446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30C72747-F1B1-5DD4-5733-1D30317E6A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2136537"/>
            <a:ext cx="0" cy="28813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" name="Line 11">
            <a:extLst>
              <a:ext uri="{FF2B5EF4-FFF2-40B4-BE49-F238E27FC236}">
                <a16:creationId xmlns:a16="http://schemas.microsoft.com/office/drawing/2014/main" id="{08AE1594-F83B-2D02-F2C8-34BA2C029A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2962" y="3978037"/>
            <a:ext cx="41163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3A21EA4F-D87C-DE82-DD0C-FBC48DBF8F2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7687" y="1869837"/>
            <a:ext cx="0" cy="3730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6" name="Line 13">
            <a:extLst>
              <a:ext uri="{FF2B5EF4-FFF2-40B4-BE49-F238E27FC236}">
                <a16:creationId xmlns:a16="http://schemas.microsoft.com/office/drawing/2014/main" id="{AAEC85B2-B952-70B0-4120-DEEDF6D47D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4255849"/>
            <a:ext cx="762000" cy="1093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F2070FD7-577A-87F6-4CF0-93D132E1C4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255849"/>
            <a:ext cx="7620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09CA3B77-E243-15B1-7F4A-3C60475CF7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4600" y="5017849"/>
            <a:ext cx="1524000" cy="331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C256294C-1933-91D7-7836-775A5E773A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3660537"/>
            <a:ext cx="0" cy="16891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352AC349-2F4C-5FAD-64C5-0114C6ADD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3535124"/>
            <a:ext cx="287337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zh-CN" sz="800" b="1" i="0">
                <a:latin typeface="Italic" charset="0"/>
              </a:rPr>
              <a:t>●</a:t>
            </a:r>
          </a:p>
        </p:txBody>
      </p:sp>
      <p:sp>
        <p:nvSpPr>
          <p:cNvPr id="21" name="Text Box 18">
            <a:extLst>
              <a:ext uri="{FF2B5EF4-FFF2-40B4-BE49-F238E27FC236}">
                <a16:creationId xmlns:a16="http://schemas.microsoft.com/office/drawing/2014/main" id="{5017B237-2E5D-A6DC-8089-4F1B10B3B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350" y="4006612"/>
            <a:ext cx="381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en-US" altLang="zh-CN" i="1"/>
              <a:t>a</a:t>
            </a:r>
            <a:endParaRPr lang="en-US" altLang="zh-CN" sz="2000" b="1" i="1">
              <a:latin typeface="Italic" charset="0"/>
            </a:endParaRPr>
          </a:p>
        </p:txBody>
      </p:sp>
      <p:sp>
        <p:nvSpPr>
          <p:cNvPr id="22" name="Text Box 19">
            <a:extLst>
              <a:ext uri="{FF2B5EF4-FFF2-40B4-BE49-F238E27FC236}">
                <a16:creationId xmlns:a16="http://schemas.microsoft.com/office/drawing/2014/main" id="{15E16E7D-055D-AF6D-31DD-CA22AAB36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9637" y="5201999"/>
            <a:ext cx="363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en-US" altLang="zh-CN"/>
              <a:t>b</a:t>
            </a:r>
            <a:endParaRPr lang="en-US" altLang="zh-CN" sz="2000" b="1" i="0">
              <a:latin typeface="Italic" charset="0"/>
            </a:endParaRPr>
          </a:p>
        </p:txBody>
      </p:sp>
      <p:sp>
        <p:nvSpPr>
          <p:cNvPr id="23" name="Text Box 20">
            <a:extLst>
              <a:ext uri="{FF2B5EF4-FFF2-40B4-BE49-F238E27FC236}">
                <a16:creationId xmlns:a16="http://schemas.microsoft.com/office/drawing/2014/main" id="{168B081F-C516-3D0A-49CB-C1EEE4F8E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5262" y="4854337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zh-CN"/>
              <a:t>c</a:t>
            </a:r>
            <a:endParaRPr lang="en-US" altLang="zh-CN" sz="2000" b="1" i="0">
              <a:latin typeface="Italic" charset="0"/>
            </a:endParaRPr>
          </a:p>
        </p:txBody>
      </p:sp>
      <p:sp>
        <p:nvSpPr>
          <p:cNvPr id="24" name="Text Box 21">
            <a:extLst>
              <a:ext uri="{FF2B5EF4-FFF2-40B4-BE49-F238E27FC236}">
                <a16:creationId xmlns:a16="http://schemas.microsoft.com/office/drawing/2014/main" id="{BD0181EE-ACC4-3F09-7D01-A0EA5CFF9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0575" y="3474799"/>
            <a:ext cx="414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zh-CN"/>
              <a:t>b</a:t>
            </a:r>
            <a:r>
              <a:rPr lang="en-US" altLang="zh-CN" b="1" i="0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ABAD34D2-BEC8-60AA-E47C-D9821B1B3E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7687" y="3978037"/>
            <a:ext cx="1454150" cy="1454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6" name="Line 23">
            <a:extLst>
              <a:ext uri="{FF2B5EF4-FFF2-40B4-BE49-F238E27FC236}">
                <a16:creationId xmlns:a16="http://schemas.microsoft.com/office/drawing/2014/main" id="{C54A1AE1-A433-48F6-BADA-3420A3DA44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255849"/>
            <a:ext cx="13620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6F495F8F-96A9-ED1E-C0DF-71614A66369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9137" y="2900124"/>
            <a:ext cx="13906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841CF674-15F7-553E-F7B5-147F9C4A5A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38675" y="2882662"/>
            <a:ext cx="0" cy="13731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DE1688F4-B665-A4CA-0013-7728066127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4312" y="5017849"/>
            <a:ext cx="13731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F6DF0563-1A6F-EC03-F19B-AF1E33721F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97500" y="2136537"/>
            <a:ext cx="0" cy="28813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1" name="Line 29">
            <a:extLst>
              <a:ext uri="{FF2B5EF4-FFF2-40B4-BE49-F238E27FC236}">
                <a16:creationId xmlns:a16="http://schemas.microsoft.com/office/drawing/2014/main" id="{3B273174-B0CC-D004-DF3E-3C1F6BBB38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136537"/>
            <a:ext cx="13589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" name="Line 30">
            <a:extLst>
              <a:ext uri="{FF2B5EF4-FFF2-40B4-BE49-F238E27FC236}">
                <a16:creationId xmlns:a16="http://schemas.microsoft.com/office/drawing/2014/main" id="{F1F3A0BA-E9DC-845F-1E90-A677628761C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0312" y="3660537"/>
            <a:ext cx="3225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" name="Line 31">
            <a:extLst>
              <a:ext uri="{FF2B5EF4-FFF2-40B4-BE49-F238E27FC236}">
                <a16:creationId xmlns:a16="http://schemas.microsoft.com/office/drawing/2014/main" id="{FA22CCF5-C75F-3EA1-E022-4A2E3BFBC92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5349637"/>
            <a:ext cx="32115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4" name="Line 32">
            <a:extLst>
              <a:ext uri="{FF2B5EF4-FFF2-40B4-BE49-F238E27FC236}">
                <a16:creationId xmlns:a16="http://schemas.microsoft.com/office/drawing/2014/main" id="{66F56234-47BC-014E-1077-46EFB4ACDB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26112" y="3660537"/>
            <a:ext cx="0" cy="16891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5" name="Line 33">
            <a:extLst>
              <a:ext uri="{FF2B5EF4-FFF2-40B4-BE49-F238E27FC236}">
                <a16:creationId xmlns:a16="http://schemas.microsoft.com/office/drawing/2014/main" id="{C6A78E19-3D09-A250-DC0D-DC0B431BB38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8675" y="2900124"/>
            <a:ext cx="1087437" cy="7604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" name="Line 34">
            <a:extLst>
              <a:ext uri="{FF2B5EF4-FFF2-40B4-BE49-F238E27FC236}">
                <a16:creationId xmlns:a16="http://schemas.microsoft.com/office/drawing/2014/main" id="{5140A8EF-0E42-6B13-6611-25B07E3E287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397500" y="2136537"/>
            <a:ext cx="328612" cy="1524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" name="Line 35">
            <a:extLst>
              <a:ext uri="{FF2B5EF4-FFF2-40B4-BE49-F238E27FC236}">
                <a16:creationId xmlns:a16="http://schemas.microsoft.com/office/drawing/2014/main" id="{4650277C-CD9D-213B-AC80-95A4C30915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38675" y="2136537"/>
            <a:ext cx="758825" cy="746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" name="Text Box 36">
            <a:extLst>
              <a:ext uri="{FF2B5EF4-FFF2-40B4-BE49-F238E27FC236}">
                <a16:creationId xmlns:a16="http://schemas.microsoft.com/office/drawing/2014/main" id="{E52C1673-26B3-A4C6-09AD-D774D3A92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191" y="654477"/>
            <a:ext cx="1057661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1" hangingPunct="1"/>
            <a:r>
              <a:rPr lang="zh-CN" altLang="en-US" sz="2400" b="1" i="0" dirty="0"/>
              <a:t>例</a:t>
            </a:r>
            <a:r>
              <a:rPr lang="en-US" altLang="zh-CN" sz="2400" b="1" i="0" dirty="0"/>
              <a:t>5.1</a:t>
            </a:r>
            <a:r>
              <a:rPr lang="zh-CN" altLang="en-US" sz="2400" dirty="0">
                <a:solidFill>
                  <a:srgbClr val="C00000"/>
                </a:solidFill>
                <a:sym typeface="Wingdings" panose="05000000000000000000" pitchFamily="2" charset="2"/>
              </a:rPr>
              <a:t> </a:t>
            </a:r>
            <a:r>
              <a:rPr lang="zh-CN" altLang="en-US" sz="2400" b="1" i="0" dirty="0"/>
              <a:t>：正垂面</a:t>
            </a:r>
            <a:r>
              <a:rPr lang="en-US" altLang="zh-CN" sz="2400" b="1" i="0" dirty="0"/>
              <a:t>ABC</a:t>
            </a:r>
            <a:r>
              <a:rPr lang="zh-CN" altLang="en-US" sz="2400" b="1" i="0" dirty="0"/>
              <a:t>与</a:t>
            </a:r>
            <a:r>
              <a:rPr lang="en-US" altLang="zh-CN" sz="2400" b="1" i="0" dirty="0"/>
              <a:t>H</a:t>
            </a:r>
            <a:r>
              <a:rPr lang="zh-CN" altLang="zh-CN" sz="2400" b="1" i="0" dirty="0"/>
              <a:t>面的夹角为45°</a:t>
            </a:r>
            <a:r>
              <a:rPr lang="zh-CN" altLang="en-US" sz="2400" b="1" i="0" dirty="0"/>
              <a:t>，已知其水平投影及顶点</a:t>
            </a:r>
            <a:r>
              <a:rPr lang="en-US" altLang="zh-CN" sz="2400" b="1" i="0" dirty="0"/>
              <a:t>B</a:t>
            </a:r>
            <a:r>
              <a:rPr lang="zh-CN" altLang="en-US" sz="2400" b="1" i="0" dirty="0"/>
              <a:t>的正面投影，求△</a:t>
            </a:r>
            <a:r>
              <a:rPr lang="en-US" altLang="zh-CN" sz="2400" b="1" i="0" dirty="0"/>
              <a:t>ABC</a:t>
            </a:r>
            <a:r>
              <a:rPr lang="zh-CN" altLang="en-US" sz="2400" b="1" i="0" dirty="0"/>
              <a:t>的正面投影及侧面投影。</a:t>
            </a:r>
          </a:p>
        </p:txBody>
      </p:sp>
      <p:grpSp>
        <p:nvGrpSpPr>
          <p:cNvPr id="40" name="Group 42">
            <a:extLst>
              <a:ext uri="{FF2B5EF4-FFF2-40B4-BE49-F238E27FC236}">
                <a16:creationId xmlns:a16="http://schemas.microsoft.com/office/drawing/2014/main" id="{6E9C4F9D-75B4-AC0C-2CD9-ECB11913E8A6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3111262"/>
            <a:ext cx="868362" cy="647700"/>
            <a:chOff x="1735" y="1844"/>
            <a:chExt cx="547" cy="408"/>
          </a:xfrm>
        </p:grpSpPr>
        <p:sp>
          <p:nvSpPr>
            <p:cNvPr id="41" name="Arc 39">
              <a:extLst>
                <a:ext uri="{FF2B5EF4-FFF2-40B4-BE49-F238E27FC236}">
                  <a16:creationId xmlns:a16="http://schemas.microsoft.com/office/drawing/2014/main" id="{404BA026-05A3-6F81-D41B-A026E6D349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5" y="1844"/>
              <a:ext cx="441" cy="349"/>
            </a:xfrm>
            <a:custGeom>
              <a:avLst/>
              <a:gdLst>
                <a:gd name="G0" fmla="+- 0 0 0"/>
                <a:gd name="G1" fmla="+- 14212 0 0"/>
                <a:gd name="G2" fmla="+- 21600 0 0"/>
                <a:gd name="T0" fmla="*/ 16266 w 21600"/>
                <a:gd name="T1" fmla="*/ 0 h 14212"/>
                <a:gd name="T2" fmla="*/ 21600 w 21600"/>
                <a:gd name="T3" fmla="*/ 14212 h 14212"/>
                <a:gd name="T4" fmla="*/ 0 w 21600"/>
                <a:gd name="T5" fmla="*/ 14212 h 14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4212" fill="none" extrusionOk="0">
                  <a:moveTo>
                    <a:pt x="16265" y="0"/>
                  </a:moveTo>
                  <a:cubicBezTo>
                    <a:pt x="19704" y="3935"/>
                    <a:pt x="21600" y="8985"/>
                    <a:pt x="21600" y="14212"/>
                  </a:cubicBezTo>
                </a:path>
                <a:path w="21600" h="14212" stroke="0" extrusionOk="0">
                  <a:moveTo>
                    <a:pt x="16265" y="0"/>
                  </a:moveTo>
                  <a:cubicBezTo>
                    <a:pt x="19704" y="3935"/>
                    <a:pt x="21600" y="8985"/>
                    <a:pt x="21600" y="14212"/>
                  </a:cubicBezTo>
                  <a:lnTo>
                    <a:pt x="0" y="14212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" name="Text Box 40">
              <a:extLst>
                <a:ext uri="{FF2B5EF4-FFF2-40B4-BE49-F238E27FC236}">
                  <a16:creationId xmlns:a16="http://schemas.microsoft.com/office/drawing/2014/main" id="{319872F4-CDF8-F898-EBC6-BC76E2B1C1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1" y="1964"/>
              <a:ext cx="4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b="1">
                  <a:latin typeface="ISOCPEUR" charset="0"/>
                </a:rPr>
                <a:t>45</a:t>
              </a:r>
              <a:r>
                <a:rPr lang="en-US" altLang="zh-CN" b="1">
                  <a:latin typeface="ISOCPEUR" charset="0"/>
                </a:rPr>
                <a:t>°</a:t>
              </a:r>
            </a:p>
          </p:txBody>
        </p:sp>
        <p:sp>
          <p:nvSpPr>
            <p:cNvPr id="43" name="Line 41">
              <a:extLst>
                <a:ext uri="{FF2B5EF4-FFF2-40B4-BE49-F238E27FC236}">
                  <a16:creationId xmlns:a16="http://schemas.microsoft.com/office/drawing/2014/main" id="{969941EF-918C-42FD-D0C2-57F80EBC54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5" y="2190"/>
              <a:ext cx="5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5E51F572-7FD4-EDE0-0646-3176D0691A2B}"/>
              </a:ext>
            </a:extLst>
          </p:cNvPr>
          <p:cNvGrpSpPr/>
          <p:nvPr/>
        </p:nvGrpSpPr>
        <p:grpSpPr>
          <a:xfrm>
            <a:off x="6594474" y="2574450"/>
            <a:ext cx="4417578" cy="3287225"/>
            <a:chOff x="6594474" y="2574450"/>
            <a:chExt cx="4417578" cy="3287225"/>
          </a:xfrm>
        </p:grpSpPr>
        <p:sp>
          <p:nvSpPr>
            <p:cNvPr id="39" name="Text Box 37">
              <a:extLst>
                <a:ext uri="{FF2B5EF4-FFF2-40B4-BE49-F238E27FC236}">
                  <a16:creationId xmlns:a16="http://schemas.microsoft.com/office/drawing/2014/main" id="{7CA7C918-0C68-1AE8-F15C-8DB2BCDA4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94474" y="2574450"/>
              <a:ext cx="377539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zh-CN" altLang="en-US" sz="2800" b="1" i="0" dirty="0">
                  <a:solidFill>
                    <a:srgbClr val="3333CC"/>
                  </a:solidFill>
                  <a:latin typeface="RomanS" charset="0"/>
                </a:rPr>
                <a:t>思考：此题有几个解？</a:t>
              </a:r>
            </a:p>
          </p:txBody>
        </p:sp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D4240A63-1EAB-F4C9-2917-EDE34F3DE3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9601200" y="3148499"/>
              <a:ext cx="1410852" cy="27131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55469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nimBg="1"/>
      <p:bldP spid="1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Text Box 3"/>
          <p:cNvSpPr txBox="1">
            <a:spLocks noChangeArrowheads="1"/>
          </p:cNvSpPr>
          <p:nvPr/>
        </p:nvSpPr>
        <p:spPr bwMode="auto">
          <a:xfrm>
            <a:off x="2037866" y="2736385"/>
            <a:ext cx="48013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 b="1" dirty="0">
                <a:latin typeface="Times New Roman" charset="0"/>
              </a:rPr>
              <a:t>位于平面上的直线应满足的条件：</a:t>
            </a:r>
          </a:p>
        </p:txBody>
      </p:sp>
      <p:sp>
        <p:nvSpPr>
          <p:cNvPr id="104452" name="Text Box 4"/>
          <p:cNvSpPr txBox="1">
            <a:spLocks noChangeArrowheads="1"/>
          </p:cNvSpPr>
          <p:nvPr/>
        </p:nvSpPr>
        <p:spPr bwMode="auto">
          <a:xfrm>
            <a:off x="1386342" y="1951783"/>
            <a:ext cx="31245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2400" b="1" dirty="0">
                <a:solidFill>
                  <a:schemeClr val="accent2">
                    <a:lumMod val="50000"/>
                  </a:schemeClr>
                </a:solidFill>
                <a:latin typeface="黑体" charset="-122"/>
                <a:ea typeface="黑体" charset="-122"/>
              </a:rPr>
              <a:t>⒈ </a:t>
            </a:r>
            <a:r>
              <a:rPr lang="zh-CN" altLang="en-US" sz="2400" b="1" dirty="0">
                <a:solidFill>
                  <a:schemeClr val="accent2">
                    <a:lumMod val="50000"/>
                  </a:schemeClr>
                </a:solidFill>
                <a:latin typeface="黑体" charset="-122"/>
                <a:ea typeface="黑体" charset="-122"/>
              </a:rPr>
              <a:t>平面上取任意直线</a:t>
            </a:r>
          </a:p>
        </p:txBody>
      </p:sp>
      <p:grpSp>
        <p:nvGrpSpPr>
          <p:cNvPr id="104453" name="Group 5"/>
          <p:cNvGrpSpPr>
            <a:grpSpLocks/>
          </p:cNvGrpSpPr>
          <p:nvPr/>
        </p:nvGrpSpPr>
        <p:grpSpPr bwMode="auto">
          <a:xfrm>
            <a:off x="6900103" y="3198051"/>
            <a:ext cx="3116263" cy="957263"/>
            <a:chOff x="969" y="1448"/>
            <a:chExt cx="1963" cy="603"/>
          </a:xfrm>
        </p:grpSpPr>
        <p:sp>
          <p:nvSpPr>
            <p:cNvPr id="104454" name="AutoShape 6"/>
            <p:cNvSpPr>
              <a:spLocks noChangeArrowheads="1"/>
            </p:cNvSpPr>
            <p:nvPr/>
          </p:nvSpPr>
          <p:spPr bwMode="auto">
            <a:xfrm>
              <a:off x="969" y="1741"/>
              <a:ext cx="1963" cy="305"/>
            </a:xfrm>
            <a:prstGeom prst="parallelogram">
              <a:avLst>
                <a:gd name="adj" fmla="val 56214"/>
              </a:avLst>
            </a:prstGeom>
            <a:solidFill>
              <a:srgbClr val="66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4455" name="Line 7"/>
            <p:cNvSpPr>
              <a:spLocks noChangeShapeType="1"/>
            </p:cNvSpPr>
            <p:nvPr/>
          </p:nvSpPr>
          <p:spPr bwMode="auto">
            <a:xfrm flipV="1">
              <a:off x="1510" y="1667"/>
              <a:ext cx="899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456" name="Text Box 8"/>
            <p:cNvSpPr txBox="1">
              <a:spLocks noChangeArrowheads="1"/>
            </p:cNvSpPr>
            <p:nvPr/>
          </p:nvSpPr>
          <p:spPr bwMode="auto">
            <a:xfrm>
              <a:off x="2128" y="1662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>
                  <a:solidFill>
                    <a:srgbClr val="FF3300"/>
                  </a:solidFill>
                  <a:latin typeface="RomanS" charset="0"/>
                </a:rPr>
                <a:t>●</a:t>
              </a:r>
            </a:p>
          </p:txBody>
        </p:sp>
        <p:sp>
          <p:nvSpPr>
            <p:cNvPr id="104457" name="Text Box 9"/>
            <p:cNvSpPr txBox="1">
              <a:spLocks noChangeArrowheads="1"/>
            </p:cNvSpPr>
            <p:nvPr/>
          </p:nvSpPr>
          <p:spPr bwMode="auto">
            <a:xfrm>
              <a:off x="1635" y="1879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>
                  <a:solidFill>
                    <a:srgbClr val="FF3300"/>
                  </a:solidFill>
                  <a:latin typeface="RomanS" charset="0"/>
                </a:rPr>
                <a:t>●</a:t>
              </a:r>
            </a:p>
          </p:txBody>
        </p:sp>
        <p:sp>
          <p:nvSpPr>
            <p:cNvPr id="104458" name="Text Box 10"/>
            <p:cNvSpPr txBox="1">
              <a:spLocks noChangeArrowheads="1"/>
            </p:cNvSpPr>
            <p:nvPr/>
          </p:nvSpPr>
          <p:spPr bwMode="auto">
            <a:xfrm>
              <a:off x="1555" y="1665"/>
              <a:ext cx="19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b="1">
                  <a:solidFill>
                    <a:srgbClr val="FF3300"/>
                  </a:solidFill>
                  <a:latin typeface="宋体" charset="-122"/>
                </a:rPr>
                <a:t>M</a:t>
              </a:r>
              <a:endParaRPr lang="en-US" altLang="zh-CN" b="1">
                <a:solidFill>
                  <a:srgbClr val="FF3300"/>
                </a:solidFill>
                <a:latin typeface="RomanS" charset="0"/>
              </a:endParaRPr>
            </a:p>
          </p:txBody>
        </p:sp>
        <p:sp>
          <p:nvSpPr>
            <p:cNvPr id="104459" name="Text Box 11"/>
            <p:cNvSpPr txBox="1">
              <a:spLocks noChangeArrowheads="1"/>
            </p:cNvSpPr>
            <p:nvPr/>
          </p:nvSpPr>
          <p:spPr bwMode="auto">
            <a:xfrm>
              <a:off x="2057" y="1448"/>
              <a:ext cx="19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b="1">
                  <a:solidFill>
                    <a:srgbClr val="FF3300"/>
                  </a:solidFill>
                  <a:latin typeface="宋体" charset="-122"/>
                </a:rPr>
                <a:t>N</a:t>
              </a:r>
              <a:endParaRPr lang="en-US" altLang="zh-CN" b="1">
                <a:solidFill>
                  <a:srgbClr val="FF3300"/>
                </a:solidFill>
                <a:latin typeface="RomanS" charset="0"/>
              </a:endParaRPr>
            </a:p>
          </p:txBody>
        </p:sp>
      </p:grpSp>
      <p:grpSp>
        <p:nvGrpSpPr>
          <p:cNvPr id="104460" name="Group 12"/>
          <p:cNvGrpSpPr>
            <a:grpSpLocks/>
          </p:cNvGrpSpPr>
          <p:nvPr/>
        </p:nvGrpSpPr>
        <p:grpSpPr bwMode="auto">
          <a:xfrm>
            <a:off x="7050916" y="4681676"/>
            <a:ext cx="3116262" cy="1416050"/>
            <a:chOff x="3142" y="1425"/>
            <a:chExt cx="1963" cy="892"/>
          </a:xfrm>
        </p:grpSpPr>
        <p:sp>
          <p:nvSpPr>
            <p:cNvPr id="104461" name="AutoShape 13"/>
            <p:cNvSpPr>
              <a:spLocks noChangeArrowheads="1"/>
            </p:cNvSpPr>
            <p:nvPr/>
          </p:nvSpPr>
          <p:spPr bwMode="auto">
            <a:xfrm>
              <a:off x="3142" y="1758"/>
              <a:ext cx="1963" cy="305"/>
            </a:xfrm>
            <a:prstGeom prst="parallelogram">
              <a:avLst>
                <a:gd name="adj" fmla="val 56214"/>
              </a:avLst>
            </a:prstGeom>
            <a:solidFill>
              <a:srgbClr val="66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4462" name="Line 14"/>
            <p:cNvSpPr>
              <a:spLocks noChangeShapeType="1"/>
            </p:cNvSpPr>
            <p:nvPr/>
          </p:nvSpPr>
          <p:spPr bwMode="auto">
            <a:xfrm flipV="1">
              <a:off x="3517" y="1568"/>
              <a:ext cx="899" cy="384"/>
            </a:xfrm>
            <a:prstGeom prst="line">
              <a:avLst/>
            </a:prstGeom>
            <a:noFill/>
            <a:ln w="381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463" name="Text Box 15"/>
            <p:cNvSpPr txBox="1">
              <a:spLocks noChangeArrowheads="1"/>
            </p:cNvSpPr>
            <p:nvPr/>
          </p:nvSpPr>
          <p:spPr bwMode="auto">
            <a:xfrm>
              <a:off x="3331" y="1790"/>
              <a:ext cx="19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b="1">
                  <a:solidFill>
                    <a:srgbClr val="FF3300"/>
                  </a:solidFill>
                  <a:latin typeface="宋体" charset="-122"/>
                </a:rPr>
                <a:t>A</a:t>
              </a:r>
              <a:endParaRPr lang="en-US" altLang="zh-CN" b="1">
                <a:solidFill>
                  <a:srgbClr val="3333CC"/>
                </a:solidFill>
                <a:latin typeface="RomanS" charset="0"/>
              </a:endParaRPr>
            </a:p>
          </p:txBody>
        </p:sp>
        <p:sp>
          <p:nvSpPr>
            <p:cNvPr id="104464" name="Text Box 16"/>
            <p:cNvSpPr txBox="1">
              <a:spLocks noChangeArrowheads="1"/>
            </p:cNvSpPr>
            <p:nvPr/>
          </p:nvSpPr>
          <p:spPr bwMode="auto">
            <a:xfrm>
              <a:off x="4398" y="1425"/>
              <a:ext cx="19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b="1">
                  <a:solidFill>
                    <a:srgbClr val="FF3300"/>
                  </a:solidFill>
                  <a:latin typeface="宋体" charset="-122"/>
                </a:rPr>
                <a:t>B</a:t>
              </a:r>
              <a:endParaRPr lang="en-US" altLang="zh-CN" b="1">
                <a:solidFill>
                  <a:srgbClr val="3333CC"/>
                </a:solidFill>
                <a:latin typeface="RomanS" charset="0"/>
              </a:endParaRPr>
            </a:p>
          </p:txBody>
        </p:sp>
        <p:sp>
          <p:nvSpPr>
            <p:cNvPr id="104465" name="Text Box 17"/>
            <p:cNvSpPr txBox="1">
              <a:spLocks noChangeArrowheads="1"/>
            </p:cNvSpPr>
            <p:nvPr/>
          </p:nvSpPr>
          <p:spPr bwMode="auto">
            <a:xfrm>
              <a:off x="3773" y="2163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>
                  <a:solidFill>
                    <a:srgbClr val="FF3300"/>
                  </a:solidFill>
                  <a:latin typeface="RomanS" charset="0"/>
                </a:rPr>
                <a:t>●</a:t>
              </a:r>
            </a:p>
          </p:txBody>
        </p:sp>
        <p:sp>
          <p:nvSpPr>
            <p:cNvPr id="104466" name="Text Box 18"/>
            <p:cNvSpPr txBox="1">
              <a:spLocks noChangeArrowheads="1"/>
            </p:cNvSpPr>
            <p:nvPr/>
          </p:nvSpPr>
          <p:spPr bwMode="auto">
            <a:xfrm>
              <a:off x="3693" y="1949"/>
              <a:ext cx="19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b="1">
                  <a:solidFill>
                    <a:srgbClr val="FF3300"/>
                  </a:solidFill>
                  <a:latin typeface="宋体" charset="-122"/>
                </a:rPr>
                <a:t>M</a:t>
              </a:r>
              <a:endParaRPr lang="en-US" altLang="zh-CN" b="1">
                <a:solidFill>
                  <a:srgbClr val="FF3300"/>
                </a:solidFill>
                <a:latin typeface="RomanS" charset="0"/>
              </a:endParaRPr>
            </a:p>
          </p:txBody>
        </p:sp>
        <p:sp>
          <p:nvSpPr>
            <p:cNvPr id="104467" name="Line 19"/>
            <p:cNvSpPr>
              <a:spLocks noChangeShapeType="1"/>
            </p:cNvSpPr>
            <p:nvPr/>
          </p:nvSpPr>
          <p:spPr bwMode="auto">
            <a:xfrm flipV="1">
              <a:off x="3786" y="1897"/>
              <a:ext cx="899" cy="38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04468" name="AutoShape 20"/>
          <p:cNvSpPr>
            <a:spLocks noChangeArrowheads="1"/>
          </p:cNvSpPr>
          <p:nvPr/>
        </p:nvSpPr>
        <p:spPr bwMode="auto">
          <a:xfrm>
            <a:off x="2121728" y="3359219"/>
            <a:ext cx="4778375" cy="1107996"/>
          </a:xfrm>
          <a:prstGeom prst="rightArrowCallout">
            <a:avLst>
              <a:gd name="adj1" fmla="val 31009"/>
              <a:gd name="adj2" fmla="val 35389"/>
              <a:gd name="adj3" fmla="val 41888"/>
              <a:gd name="adj4" fmla="val 76787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400" b="1" dirty="0">
                <a:latin typeface="Times New Roman" charset="0"/>
              </a:rPr>
              <a:t>若一直线过平面上的两点，则此直线必在该平面内。</a:t>
            </a:r>
          </a:p>
          <a:p>
            <a:pPr eaLnBrk="1" hangingPunct="1"/>
            <a:endParaRPr lang="zh-CN" altLang="en-US" sz="1600" dirty="0">
              <a:latin typeface="RomanS" charset="0"/>
            </a:endParaRPr>
          </a:p>
        </p:txBody>
      </p:sp>
      <p:sp>
        <p:nvSpPr>
          <p:cNvPr id="104469" name="AutoShape 21"/>
          <p:cNvSpPr>
            <a:spLocks noChangeArrowheads="1"/>
          </p:cNvSpPr>
          <p:nvPr/>
        </p:nvSpPr>
        <p:spPr bwMode="auto">
          <a:xfrm>
            <a:off x="2121728" y="4871699"/>
            <a:ext cx="4929188" cy="1477328"/>
          </a:xfrm>
          <a:prstGeom prst="rightArrowCallout">
            <a:avLst>
              <a:gd name="adj1" fmla="val 29926"/>
              <a:gd name="adj2" fmla="val 39958"/>
              <a:gd name="adj3" fmla="val 35443"/>
              <a:gd name="adj4" fmla="val 78162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400" b="1" dirty="0">
                <a:latin typeface="Times New Roman" charset="0"/>
              </a:rPr>
              <a:t>若一直线过平面上的一点且平行于该平面上的另一直线，则此直线在该平面内。</a:t>
            </a:r>
          </a:p>
          <a:p>
            <a:pPr algn="l" eaLnBrk="1" hangingPunct="1"/>
            <a:endParaRPr lang="zh-CN" altLang="en-US" sz="1600" dirty="0">
              <a:latin typeface="RomanS" charset="0"/>
            </a:endParaRPr>
          </a:p>
        </p:txBody>
      </p:sp>
      <p:sp>
        <p:nvSpPr>
          <p:cNvPr id="22" name="Text Box 4">
            <a:extLst>
              <a:ext uri="{FF2B5EF4-FFF2-40B4-BE49-F238E27FC236}">
                <a16:creationId xmlns:a16="http://schemas.microsoft.com/office/drawing/2014/main" id="{EA55580D-68FB-4FE4-8F83-C6AFC5D8A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9476" y="1232754"/>
            <a:ext cx="6062878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 b="1" dirty="0">
                <a:solidFill>
                  <a:srgbClr val="C00000"/>
                </a:solidFill>
                <a:latin typeface="黑体" charset="-122"/>
                <a:ea typeface="黑体" charset="-122"/>
              </a:rPr>
              <a:t>问题：如何确定某平面上一条直线的投影？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1FBDFF-BF25-46C2-9178-1C5CB25C8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>
                <a:latin typeface="黑体" panose="02010609060101010101" pitchFamily="49" charset="-122"/>
              </a:rPr>
              <a:t>2.4.3</a:t>
            </a:r>
            <a:r>
              <a:rPr lang="zh-CN" altLang="en-US" sz="2800" dirty="0">
                <a:latin typeface="黑体" panose="02010609060101010101" pitchFamily="49" charset="-122"/>
              </a:rPr>
              <a:t> 平面上的直线和点</a:t>
            </a:r>
            <a:r>
              <a:rPr lang="en-US" altLang="zh-CN" sz="2800" dirty="0">
                <a:latin typeface="黑体" panose="02010609060101010101" pitchFamily="49" charset="-122"/>
              </a:rPr>
              <a:t>(P53)</a:t>
            </a:r>
            <a:endParaRPr lang="zh-CN" altLang="en-US" sz="2800" dirty="0">
              <a:latin typeface="黑体" panose="02010609060101010101" pitchFamily="49" charset="-12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02B4E3-7E3E-4518-B2F7-7F27B834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36088-01F6-FC4F-86F2-C1B154176FA9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4AA6C-7799-46B4-B7C0-6224ECEC6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6C222C-86DA-46DF-B15C-5CB388DCC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2899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04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4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10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4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500"/>
                                        <p:tgtEl>
                                          <p:spTgt spid="104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build="p" autoUpdateAnimBg="0"/>
      <p:bldP spid="104452" grpId="0" build="p" autoUpdateAnimBg="0"/>
      <p:bldP spid="104468" grpId="0" animBg="1" autoUpdateAnimBg="0"/>
      <p:bldP spid="104469" grpId="0" animBg="1" autoUpdateAnimBg="0"/>
      <p:bldP spid="22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Line 2"/>
          <p:cNvSpPr>
            <a:spLocks noChangeShapeType="1"/>
          </p:cNvSpPr>
          <p:nvPr/>
        </p:nvSpPr>
        <p:spPr bwMode="auto">
          <a:xfrm flipV="1">
            <a:off x="3276600" y="1824038"/>
            <a:ext cx="1066800" cy="106680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499" name="Line 3"/>
          <p:cNvSpPr>
            <a:spLocks noChangeShapeType="1"/>
          </p:cNvSpPr>
          <p:nvPr/>
        </p:nvSpPr>
        <p:spPr bwMode="auto">
          <a:xfrm flipV="1">
            <a:off x="3276600" y="2586038"/>
            <a:ext cx="1676400" cy="30480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6500" name="Group 4"/>
          <p:cNvGrpSpPr>
            <a:grpSpLocks/>
          </p:cNvGrpSpPr>
          <p:nvPr/>
        </p:nvGrpSpPr>
        <p:grpSpPr bwMode="auto">
          <a:xfrm>
            <a:off x="2874963" y="1639888"/>
            <a:ext cx="2413000" cy="2960688"/>
            <a:chOff x="851" y="1033"/>
            <a:chExt cx="1520" cy="1865"/>
          </a:xfrm>
        </p:grpSpPr>
        <p:sp>
          <p:nvSpPr>
            <p:cNvPr id="106501" name="Line 5"/>
            <p:cNvSpPr>
              <a:spLocks noChangeShapeType="1"/>
            </p:cNvSpPr>
            <p:nvPr/>
          </p:nvSpPr>
          <p:spPr bwMode="auto">
            <a:xfrm>
              <a:off x="904" y="2013"/>
              <a:ext cx="146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 i="1"/>
            </a:p>
          </p:txBody>
        </p:sp>
        <p:sp>
          <p:nvSpPr>
            <p:cNvPr id="106502" name="Line 6"/>
            <p:cNvSpPr>
              <a:spLocks noChangeShapeType="1"/>
            </p:cNvSpPr>
            <p:nvPr/>
          </p:nvSpPr>
          <p:spPr bwMode="auto">
            <a:xfrm>
              <a:off x="1104" y="1821"/>
              <a:ext cx="0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6503" name="Line 7"/>
            <p:cNvSpPr>
              <a:spLocks noChangeShapeType="1"/>
            </p:cNvSpPr>
            <p:nvPr/>
          </p:nvSpPr>
          <p:spPr bwMode="auto">
            <a:xfrm>
              <a:off x="1776" y="1149"/>
              <a:ext cx="0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6504" name="Line 8"/>
            <p:cNvSpPr>
              <a:spLocks noChangeShapeType="1"/>
            </p:cNvSpPr>
            <p:nvPr/>
          </p:nvSpPr>
          <p:spPr bwMode="auto">
            <a:xfrm flipV="1">
              <a:off x="1104" y="2205"/>
              <a:ext cx="672" cy="384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6505" name="Line 9"/>
            <p:cNvSpPr>
              <a:spLocks noChangeShapeType="1"/>
            </p:cNvSpPr>
            <p:nvPr/>
          </p:nvSpPr>
          <p:spPr bwMode="auto">
            <a:xfrm>
              <a:off x="2160" y="1629"/>
              <a:ext cx="0" cy="11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6506" name="Line 10"/>
            <p:cNvSpPr>
              <a:spLocks noChangeShapeType="1"/>
            </p:cNvSpPr>
            <p:nvPr/>
          </p:nvSpPr>
          <p:spPr bwMode="auto">
            <a:xfrm flipH="1" flipV="1">
              <a:off x="1104" y="2589"/>
              <a:ext cx="1056" cy="192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6507" name="Text Box 11"/>
            <p:cNvSpPr txBox="1">
              <a:spLocks noChangeArrowheads="1"/>
            </p:cNvSpPr>
            <p:nvPr/>
          </p:nvSpPr>
          <p:spPr bwMode="auto">
            <a:xfrm>
              <a:off x="906" y="2473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99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/>
                <a:t>a</a:t>
              </a:r>
              <a:endParaRPr lang="en-US" altLang="zh-CN" b="1" i="1" dirty="0">
                <a:latin typeface="Times New Roman" charset="0"/>
              </a:endParaRPr>
            </a:p>
          </p:txBody>
        </p:sp>
        <p:sp>
          <p:nvSpPr>
            <p:cNvPr id="106508" name="Text Box 12"/>
            <p:cNvSpPr txBox="1">
              <a:spLocks noChangeArrowheads="1"/>
            </p:cNvSpPr>
            <p:nvPr/>
          </p:nvSpPr>
          <p:spPr bwMode="auto">
            <a:xfrm>
              <a:off x="1756" y="2137"/>
              <a:ext cx="19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99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106509" name="Text Box 13"/>
            <p:cNvSpPr txBox="1">
              <a:spLocks noChangeArrowheads="1"/>
            </p:cNvSpPr>
            <p:nvPr/>
          </p:nvSpPr>
          <p:spPr bwMode="auto">
            <a:xfrm>
              <a:off x="2151" y="2665"/>
              <a:ext cx="1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99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106510" name="Text Box 14"/>
            <p:cNvSpPr txBox="1">
              <a:spLocks noChangeArrowheads="1"/>
            </p:cNvSpPr>
            <p:nvPr/>
          </p:nvSpPr>
          <p:spPr bwMode="auto">
            <a:xfrm>
              <a:off x="1748" y="1033"/>
              <a:ext cx="22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99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/>
                <a:t>b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</a:t>
              </a:r>
              <a:endParaRPr lang="en-US" altLang="zh-CN" b="1" i="1" dirty="0">
                <a:latin typeface="Times New Roman" charset="0"/>
                <a:sym typeface="CommercialPi BT" charset="0"/>
              </a:endParaRPr>
            </a:p>
          </p:txBody>
        </p:sp>
        <p:sp>
          <p:nvSpPr>
            <p:cNvPr id="106511" name="Text Box 15"/>
            <p:cNvSpPr txBox="1">
              <a:spLocks noChangeArrowheads="1"/>
            </p:cNvSpPr>
            <p:nvPr/>
          </p:nvSpPr>
          <p:spPr bwMode="auto">
            <a:xfrm>
              <a:off x="2143" y="1465"/>
              <a:ext cx="21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99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06512" name="Text Box 16"/>
            <p:cNvSpPr txBox="1">
              <a:spLocks noChangeArrowheads="1"/>
            </p:cNvSpPr>
            <p:nvPr/>
          </p:nvSpPr>
          <p:spPr bwMode="auto">
            <a:xfrm>
              <a:off x="851" y="1705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99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</p:grpSp>
      <p:sp>
        <p:nvSpPr>
          <p:cNvPr id="106513" name="Freeform 17"/>
          <p:cNvSpPr>
            <a:spLocks/>
          </p:cNvSpPr>
          <p:nvPr/>
        </p:nvSpPr>
        <p:spPr bwMode="auto">
          <a:xfrm>
            <a:off x="3733800" y="3843339"/>
            <a:ext cx="928688" cy="523875"/>
          </a:xfrm>
          <a:custGeom>
            <a:avLst/>
            <a:gdLst>
              <a:gd name="T0" fmla="*/ 0 w 585"/>
              <a:gd name="T1" fmla="*/ 0 h 330"/>
              <a:gd name="T2" fmla="*/ 585 w 585"/>
              <a:gd name="T3" fmla="*/ 330 h 33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85" h="330">
                <a:moveTo>
                  <a:pt x="0" y="0"/>
                </a:moveTo>
                <a:lnTo>
                  <a:pt x="585" y="330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14" name="Line 18"/>
          <p:cNvSpPr>
            <a:spLocks noChangeShapeType="1"/>
          </p:cNvSpPr>
          <p:nvPr/>
        </p:nvSpPr>
        <p:spPr bwMode="auto">
          <a:xfrm flipV="1">
            <a:off x="8686800" y="3805238"/>
            <a:ext cx="10668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15" name="Text Box 19"/>
          <p:cNvSpPr txBox="1">
            <a:spLocks noChangeArrowheads="1"/>
          </p:cNvSpPr>
          <p:nvPr/>
        </p:nvSpPr>
        <p:spPr bwMode="auto">
          <a:xfrm>
            <a:off x="9674226" y="1301234"/>
            <a:ext cx="3962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99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b="1" i="1" dirty="0">
                <a:latin typeface="Italic" charset="0"/>
              </a:rPr>
              <a:t> </a:t>
            </a:r>
            <a:r>
              <a:rPr lang="en-US" altLang="zh-CN" sz="1600" i="1" dirty="0"/>
              <a:t>d</a:t>
            </a:r>
            <a:r>
              <a:rPr lang="en-US" altLang="zh-CN" sz="1600" b="1" i="1" dirty="0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106516" name="Line 20"/>
          <p:cNvSpPr>
            <a:spLocks noChangeShapeType="1"/>
          </p:cNvSpPr>
          <p:nvPr/>
        </p:nvSpPr>
        <p:spPr bwMode="auto">
          <a:xfrm flipV="1">
            <a:off x="8686800" y="1519238"/>
            <a:ext cx="1066800" cy="1066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17" name="Line 21"/>
          <p:cNvSpPr>
            <a:spLocks noChangeShapeType="1"/>
          </p:cNvSpPr>
          <p:nvPr/>
        </p:nvSpPr>
        <p:spPr bwMode="auto">
          <a:xfrm>
            <a:off x="3733800" y="2433638"/>
            <a:ext cx="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18" name="Line 22"/>
          <p:cNvSpPr>
            <a:spLocks noChangeShapeType="1"/>
          </p:cNvSpPr>
          <p:nvPr/>
        </p:nvSpPr>
        <p:spPr bwMode="auto">
          <a:xfrm>
            <a:off x="4648200" y="2619375"/>
            <a:ext cx="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19" name="Freeform 23"/>
          <p:cNvSpPr>
            <a:spLocks/>
          </p:cNvSpPr>
          <p:nvPr/>
        </p:nvSpPr>
        <p:spPr bwMode="auto">
          <a:xfrm>
            <a:off x="3733800" y="2447925"/>
            <a:ext cx="928688" cy="196850"/>
          </a:xfrm>
          <a:custGeom>
            <a:avLst/>
            <a:gdLst>
              <a:gd name="T0" fmla="*/ 0 w 585"/>
              <a:gd name="T1" fmla="*/ 0 h 124"/>
              <a:gd name="T2" fmla="*/ 585 w 585"/>
              <a:gd name="T3" fmla="*/ 124 h 12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85" h="124">
                <a:moveTo>
                  <a:pt x="0" y="0"/>
                </a:moveTo>
                <a:lnTo>
                  <a:pt x="585" y="124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6520" name="Group 24"/>
          <p:cNvGrpSpPr>
            <a:grpSpLocks/>
          </p:cNvGrpSpPr>
          <p:nvPr/>
        </p:nvGrpSpPr>
        <p:grpSpPr bwMode="auto">
          <a:xfrm>
            <a:off x="9674226" y="1519238"/>
            <a:ext cx="306388" cy="2547938"/>
            <a:chOff x="5134" y="957"/>
            <a:chExt cx="193" cy="1605"/>
          </a:xfrm>
        </p:grpSpPr>
        <p:sp>
          <p:nvSpPr>
            <p:cNvPr id="106521" name="Line 25"/>
            <p:cNvSpPr>
              <a:spLocks noChangeShapeType="1"/>
            </p:cNvSpPr>
            <p:nvPr/>
          </p:nvSpPr>
          <p:spPr bwMode="auto">
            <a:xfrm>
              <a:off x="5184" y="957"/>
              <a:ext cx="0" cy="14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522" name="Text Box 26"/>
            <p:cNvSpPr txBox="1">
              <a:spLocks noChangeArrowheads="1"/>
            </p:cNvSpPr>
            <p:nvPr/>
          </p:nvSpPr>
          <p:spPr bwMode="auto">
            <a:xfrm>
              <a:off x="5134" y="2329"/>
              <a:ext cx="19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/>
                <a:t>d</a:t>
              </a:r>
              <a:endParaRPr lang="en-US" altLang="zh-CN" i="1" dirty="0">
                <a:latin typeface="Times New Roman" charset="0"/>
              </a:endParaRPr>
            </a:p>
          </p:txBody>
        </p:sp>
      </p:grpSp>
      <p:sp>
        <p:nvSpPr>
          <p:cNvPr id="106523" name="Text Box 27"/>
          <p:cNvSpPr txBox="1">
            <a:spLocks noChangeArrowheads="1"/>
          </p:cNvSpPr>
          <p:nvPr/>
        </p:nvSpPr>
        <p:spPr bwMode="auto">
          <a:xfrm>
            <a:off x="879300" y="335449"/>
            <a:ext cx="792338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zh-CN" altLang="en-US" sz="2400" b="1" dirty="0">
                <a:latin typeface="宋体" charset="-122"/>
              </a:rPr>
              <a:t>例</a:t>
            </a:r>
            <a:r>
              <a:rPr lang="en-US" altLang="zh-CN" sz="2400" b="1" dirty="0">
                <a:latin typeface="宋体" charset="-122"/>
              </a:rPr>
              <a:t>5.2</a:t>
            </a:r>
            <a:r>
              <a:rPr lang="zh-CN" altLang="en-US" sz="2400" dirty="0">
                <a:solidFill>
                  <a:srgbClr val="C00000"/>
                </a:solidFill>
                <a:sym typeface="Wingdings" panose="05000000000000000000" pitchFamily="2" charset="2"/>
              </a:rPr>
              <a:t> </a:t>
            </a:r>
            <a:r>
              <a:rPr lang="zh-CN" altLang="en-US" sz="2400" b="1" dirty="0">
                <a:latin typeface="宋体" charset="-122"/>
              </a:rPr>
              <a:t>：已知平面由直线</a:t>
            </a:r>
            <a:r>
              <a:rPr lang="en-US" altLang="zh-CN" sz="2400" b="1" dirty="0">
                <a:latin typeface="宋体" charset="-122"/>
              </a:rPr>
              <a:t>AB</a:t>
            </a:r>
            <a:r>
              <a:rPr lang="zh-CN" altLang="en-US" sz="2400" b="1" dirty="0">
                <a:latin typeface="宋体" charset="-122"/>
              </a:rPr>
              <a:t>、</a:t>
            </a:r>
            <a:r>
              <a:rPr lang="en-US" altLang="zh-CN" sz="2400" b="1" dirty="0">
                <a:latin typeface="宋体" charset="-122"/>
              </a:rPr>
              <a:t>AC</a:t>
            </a:r>
            <a:r>
              <a:rPr lang="zh-CN" altLang="en-US" sz="2400" b="1" dirty="0">
                <a:latin typeface="宋体" charset="-122"/>
              </a:rPr>
              <a:t>所确定，试在平面内任作一条直线。</a:t>
            </a:r>
            <a:r>
              <a:rPr lang="en-US" altLang="zh-CN" sz="2000" b="1" dirty="0">
                <a:latin typeface="宋体" charset="-122"/>
              </a:rPr>
              <a:t>【</a:t>
            </a:r>
            <a:r>
              <a:rPr lang="zh-CN" altLang="en-US" sz="2000" b="1" dirty="0">
                <a:latin typeface="宋体" charset="-122"/>
              </a:rPr>
              <a:t>例</a:t>
            </a:r>
            <a:r>
              <a:rPr lang="en-US" altLang="zh-CN" sz="2000" b="1" dirty="0">
                <a:latin typeface="宋体" charset="-122"/>
              </a:rPr>
              <a:t>2-11】</a:t>
            </a:r>
            <a:endParaRPr lang="zh-CN" altLang="en-US" sz="2400" b="1" dirty="0">
              <a:latin typeface="宋体" charset="-122"/>
            </a:endParaRPr>
          </a:p>
        </p:txBody>
      </p:sp>
      <p:sp>
        <p:nvSpPr>
          <p:cNvPr id="106524" name="Text Box 28"/>
          <p:cNvSpPr txBox="1">
            <a:spLocks noChangeArrowheads="1"/>
          </p:cNvSpPr>
          <p:nvPr/>
        </p:nvSpPr>
        <p:spPr bwMode="auto">
          <a:xfrm>
            <a:off x="2184400" y="1289199"/>
            <a:ext cx="12105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400" b="1">
                <a:latin typeface="Times New Roman" charset="0"/>
              </a:rPr>
              <a:t>解法一</a:t>
            </a:r>
            <a:r>
              <a:rPr lang="en-US" altLang="zh-CN" sz="2400" b="1">
                <a:latin typeface="Times New Roman" charset="0"/>
              </a:rPr>
              <a:t>:</a:t>
            </a:r>
            <a:endParaRPr lang="en-US" altLang="zh-CN" sz="1400" b="1">
              <a:latin typeface="Times New Roman" charset="0"/>
            </a:endParaRPr>
          </a:p>
        </p:txBody>
      </p:sp>
      <p:sp>
        <p:nvSpPr>
          <p:cNvPr id="106525" name="Text Box 29"/>
          <p:cNvSpPr txBox="1">
            <a:spLocks noChangeArrowheads="1"/>
          </p:cNvSpPr>
          <p:nvPr/>
        </p:nvSpPr>
        <p:spPr bwMode="auto">
          <a:xfrm>
            <a:off x="6373813" y="1289199"/>
            <a:ext cx="12105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400" b="1">
                <a:latin typeface="Times New Roman" charset="0"/>
              </a:rPr>
              <a:t>解法二</a:t>
            </a:r>
            <a:r>
              <a:rPr lang="en-US" altLang="zh-CN" sz="2400" b="1">
                <a:latin typeface="Times New Roman" charset="0"/>
              </a:rPr>
              <a:t>:</a:t>
            </a:r>
          </a:p>
        </p:txBody>
      </p:sp>
      <p:grpSp>
        <p:nvGrpSpPr>
          <p:cNvPr id="106526" name="Group 30"/>
          <p:cNvGrpSpPr>
            <a:grpSpLocks/>
          </p:cNvGrpSpPr>
          <p:nvPr/>
        </p:nvGrpSpPr>
        <p:grpSpPr bwMode="auto">
          <a:xfrm>
            <a:off x="4244976" y="4676775"/>
            <a:ext cx="2454275" cy="1955800"/>
            <a:chOff x="480" y="960"/>
            <a:chExt cx="1976" cy="1354"/>
          </a:xfrm>
        </p:grpSpPr>
        <p:grpSp>
          <p:nvGrpSpPr>
            <p:cNvPr id="106527" name="Group 31"/>
            <p:cNvGrpSpPr>
              <a:grpSpLocks/>
            </p:cNvGrpSpPr>
            <p:nvPr/>
          </p:nvGrpSpPr>
          <p:grpSpPr bwMode="auto">
            <a:xfrm>
              <a:off x="480" y="960"/>
              <a:ext cx="591" cy="1354"/>
              <a:chOff x="626" y="1096"/>
              <a:chExt cx="1167" cy="2322"/>
            </a:xfrm>
          </p:grpSpPr>
          <p:sp>
            <p:nvSpPr>
              <p:cNvPr id="106528" name="Freeform 32"/>
              <p:cNvSpPr>
                <a:spLocks/>
              </p:cNvSpPr>
              <p:nvPr/>
            </p:nvSpPr>
            <p:spPr bwMode="auto">
              <a:xfrm>
                <a:off x="998" y="1226"/>
                <a:ext cx="457" cy="507"/>
              </a:xfrm>
              <a:custGeom>
                <a:avLst/>
                <a:gdLst>
                  <a:gd name="T0" fmla="*/ 238 w 457"/>
                  <a:gd name="T1" fmla="*/ 117 h 507"/>
                  <a:gd name="T2" fmla="*/ 198 w 457"/>
                  <a:gd name="T3" fmla="*/ 65 h 507"/>
                  <a:gd name="T4" fmla="*/ 142 w 457"/>
                  <a:gd name="T5" fmla="*/ 26 h 507"/>
                  <a:gd name="T6" fmla="*/ 92 w 457"/>
                  <a:gd name="T7" fmla="*/ 0 h 507"/>
                  <a:gd name="T8" fmla="*/ 52 w 457"/>
                  <a:gd name="T9" fmla="*/ 7 h 507"/>
                  <a:gd name="T10" fmla="*/ 23 w 457"/>
                  <a:gd name="T11" fmla="*/ 36 h 507"/>
                  <a:gd name="T12" fmla="*/ 0 w 457"/>
                  <a:gd name="T13" fmla="*/ 124 h 507"/>
                  <a:gd name="T14" fmla="*/ 9 w 457"/>
                  <a:gd name="T15" fmla="*/ 225 h 507"/>
                  <a:gd name="T16" fmla="*/ 33 w 457"/>
                  <a:gd name="T17" fmla="*/ 322 h 507"/>
                  <a:gd name="T18" fmla="*/ 59 w 457"/>
                  <a:gd name="T19" fmla="*/ 397 h 507"/>
                  <a:gd name="T20" fmla="*/ 109 w 457"/>
                  <a:gd name="T21" fmla="*/ 475 h 507"/>
                  <a:gd name="T22" fmla="*/ 152 w 457"/>
                  <a:gd name="T23" fmla="*/ 507 h 507"/>
                  <a:gd name="T24" fmla="*/ 211 w 457"/>
                  <a:gd name="T25" fmla="*/ 507 h 507"/>
                  <a:gd name="T26" fmla="*/ 271 w 457"/>
                  <a:gd name="T27" fmla="*/ 485 h 507"/>
                  <a:gd name="T28" fmla="*/ 301 w 457"/>
                  <a:gd name="T29" fmla="*/ 429 h 507"/>
                  <a:gd name="T30" fmla="*/ 317 w 457"/>
                  <a:gd name="T31" fmla="*/ 358 h 507"/>
                  <a:gd name="T32" fmla="*/ 311 w 457"/>
                  <a:gd name="T33" fmla="*/ 270 h 507"/>
                  <a:gd name="T34" fmla="*/ 450 w 457"/>
                  <a:gd name="T35" fmla="*/ 280 h 507"/>
                  <a:gd name="T36" fmla="*/ 457 w 457"/>
                  <a:gd name="T37" fmla="*/ 241 h 507"/>
                  <a:gd name="T38" fmla="*/ 298 w 457"/>
                  <a:gd name="T39" fmla="*/ 225 h 507"/>
                  <a:gd name="T40" fmla="*/ 258 w 457"/>
                  <a:gd name="T41" fmla="*/ 134 h 507"/>
                  <a:gd name="T42" fmla="*/ 238 w 457"/>
                  <a:gd name="T43" fmla="*/ 117 h 5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457" h="507">
                    <a:moveTo>
                      <a:pt x="238" y="117"/>
                    </a:moveTo>
                    <a:lnTo>
                      <a:pt x="198" y="65"/>
                    </a:lnTo>
                    <a:lnTo>
                      <a:pt x="142" y="26"/>
                    </a:lnTo>
                    <a:lnTo>
                      <a:pt x="92" y="0"/>
                    </a:lnTo>
                    <a:lnTo>
                      <a:pt x="52" y="7"/>
                    </a:lnTo>
                    <a:lnTo>
                      <a:pt x="23" y="36"/>
                    </a:lnTo>
                    <a:lnTo>
                      <a:pt x="0" y="124"/>
                    </a:lnTo>
                    <a:lnTo>
                      <a:pt x="9" y="225"/>
                    </a:lnTo>
                    <a:lnTo>
                      <a:pt x="33" y="322"/>
                    </a:lnTo>
                    <a:lnTo>
                      <a:pt x="59" y="397"/>
                    </a:lnTo>
                    <a:lnTo>
                      <a:pt x="109" y="475"/>
                    </a:lnTo>
                    <a:lnTo>
                      <a:pt x="152" y="507"/>
                    </a:lnTo>
                    <a:lnTo>
                      <a:pt x="211" y="507"/>
                    </a:lnTo>
                    <a:lnTo>
                      <a:pt x="271" y="485"/>
                    </a:lnTo>
                    <a:lnTo>
                      <a:pt x="301" y="429"/>
                    </a:lnTo>
                    <a:lnTo>
                      <a:pt x="317" y="358"/>
                    </a:lnTo>
                    <a:lnTo>
                      <a:pt x="311" y="270"/>
                    </a:lnTo>
                    <a:lnTo>
                      <a:pt x="450" y="280"/>
                    </a:lnTo>
                    <a:lnTo>
                      <a:pt x="457" y="241"/>
                    </a:lnTo>
                    <a:lnTo>
                      <a:pt x="298" y="225"/>
                    </a:lnTo>
                    <a:lnTo>
                      <a:pt x="258" y="134"/>
                    </a:lnTo>
                    <a:lnTo>
                      <a:pt x="238" y="1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529" name="Freeform 33"/>
              <p:cNvSpPr>
                <a:spLocks/>
              </p:cNvSpPr>
              <p:nvPr/>
            </p:nvSpPr>
            <p:spPr bwMode="auto">
              <a:xfrm>
                <a:off x="626" y="1096"/>
                <a:ext cx="526" cy="813"/>
              </a:xfrm>
              <a:custGeom>
                <a:avLst/>
                <a:gdLst>
                  <a:gd name="T0" fmla="*/ 307 w 526"/>
                  <a:gd name="T1" fmla="*/ 19 h 813"/>
                  <a:gd name="T2" fmla="*/ 373 w 526"/>
                  <a:gd name="T3" fmla="*/ 0 h 813"/>
                  <a:gd name="T4" fmla="*/ 426 w 526"/>
                  <a:gd name="T5" fmla="*/ 3 h 813"/>
                  <a:gd name="T6" fmla="*/ 466 w 526"/>
                  <a:gd name="T7" fmla="*/ 32 h 813"/>
                  <a:gd name="T8" fmla="*/ 493 w 526"/>
                  <a:gd name="T9" fmla="*/ 78 h 813"/>
                  <a:gd name="T10" fmla="*/ 483 w 526"/>
                  <a:gd name="T11" fmla="*/ 126 h 813"/>
                  <a:gd name="T12" fmla="*/ 446 w 526"/>
                  <a:gd name="T13" fmla="*/ 126 h 813"/>
                  <a:gd name="T14" fmla="*/ 456 w 526"/>
                  <a:gd name="T15" fmla="*/ 87 h 813"/>
                  <a:gd name="T16" fmla="*/ 426 w 526"/>
                  <a:gd name="T17" fmla="*/ 52 h 813"/>
                  <a:gd name="T18" fmla="*/ 397 w 526"/>
                  <a:gd name="T19" fmla="*/ 39 h 813"/>
                  <a:gd name="T20" fmla="*/ 347 w 526"/>
                  <a:gd name="T21" fmla="*/ 52 h 813"/>
                  <a:gd name="T22" fmla="*/ 367 w 526"/>
                  <a:gd name="T23" fmla="*/ 91 h 813"/>
                  <a:gd name="T24" fmla="*/ 373 w 526"/>
                  <a:gd name="T25" fmla="*/ 126 h 813"/>
                  <a:gd name="T26" fmla="*/ 367 w 526"/>
                  <a:gd name="T27" fmla="*/ 156 h 813"/>
                  <a:gd name="T28" fmla="*/ 317 w 526"/>
                  <a:gd name="T29" fmla="*/ 169 h 813"/>
                  <a:gd name="T30" fmla="*/ 264 w 526"/>
                  <a:gd name="T31" fmla="*/ 159 h 813"/>
                  <a:gd name="T32" fmla="*/ 254 w 526"/>
                  <a:gd name="T33" fmla="*/ 136 h 813"/>
                  <a:gd name="T34" fmla="*/ 198 w 526"/>
                  <a:gd name="T35" fmla="*/ 198 h 813"/>
                  <a:gd name="T36" fmla="*/ 165 w 526"/>
                  <a:gd name="T37" fmla="*/ 266 h 813"/>
                  <a:gd name="T38" fmla="*/ 119 w 526"/>
                  <a:gd name="T39" fmla="*/ 354 h 813"/>
                  <a:gd name="T40" fmla="*/ 89 w 526"/>
                  <a:gd name="T41" fmla="*/ 432 h 813"/>
                  <a:gd name="T42" fmla="*/ 76 w 526"/>
                  <a:gd name="T43" fmla="*/ 507 h 813"/>
                  <a:gd name="T44" fmla="*/ 86 w 526"/>
                  <a:gd name="T45" fmla="*/ 546 h 813"/>
                  <a:gd name="T46" fmla="*/ 139 w 526"/>
                  <a:gd name="T47" fmla="*/ 595 h 813"/>
                  <a:gd name="T48" fmla="*/ 248 w 526"/>
                  <a:gd name="T49" fmla="*/ 637 h 813"/>
                  <a:gd name="T50" fmla="*/ 307 w 526"/>
                  <a:gd name="T51" fmla="*/ 656 h 813"/>
                  <a:gd name="T52" fmla="*/ 367 w 526"/>
                  <a:gd name="T53" fmla="*/ 666 h 813"/>
                  <a:gd name="T54" fmla="*/ 456 w 526"/>
                  <a:gd name="T55" fmla="*/ 702 h 813"/>
                  <a:gd name="T56" fmla="*/ 522 w 526"/>
                  <a:gd name="T57" fmla="*/ 725 h 813"/>
                  <a:gd name="T58" fmla="*/ 526 w 526"/>
                  <a:gd name="T59" fmla="*/ 770 h 813"/>
                  <a:gd name="T60" fmla="*/ 493 w 526"/>
                  <a:gd name="T61" fmla="*/ 803 h 813"/>
                  <a:gd name="T62" fmla="*/ 453 w 526"/>
                  <a:gd name="T63" fmla="*/ 813 h 813"/>
                  <a:gd name="T64" fmla="*/ 393 w 526"/>
                  <a:gd name="T65" fmla="*/ 783 h 813"/>
                  <a:gd name="T66" fmla="*/ 254 w 526"/>
                  <a:gd name="T67" fmla="*/ 712 h 813"/>
                  <a:gd name="T68" fmla="*/ 139 w 526"/>
                  <a:gd name="T69" fmla="*/ 663 h 813"/>
                  <a:gd name="T70" fmla="*/ 59 w 526"/>
                  <a:gd name="T71" fmla="*/ 608 h 813"/>
                  <a:gd name="T72" fmla="*/ 6 w 526"/>
                  <a:gd name="T73" fmla="*/ 559 h 813"/>
                  <a:gd name="T74" fmla="*/ 0 w 526"/>
                  <a:gd name="T75" fmla="*/ 500 h 813"/>
                  <a:gd name="T76" fmla="*/ 29 w 526"/>
                  <a:gd name="T77" fmla="*/ 422 h 813"/>
                  <a:gd name="T78" fmla="*/ 89 w 526"/>
                  <a:gd name="T79" fmla="*/ 305 h 813"/>
                  <a:gd name="T80" fmla="*/ 145 w 526"/>
                  <a:gd name="T81" fmla="*/ 208 h 813"/>
                  <a:gd name="T82" fmla="*/ 215 w 526"/>
                  <a:gd name="T83" fmla="*/ 107 h 813"/>
                  <a:gd name="T84" fmla="*/ 268 w 526"/>
                  <a:gd name="T85" fmla="*/ 48 h 813"/>
                  <a:gd name="T86" fmla="*/ 334 w 526"/>
                  <a:gd name="T87" fmla="*/ 19 h 813"/>
                  <a:gd name="T88" fmla="*/ 307 w 526"/>
                  <a:gd name="T89" fmla="*/ 19 h 8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26" h="813">
                    <a:moveTo>
                      <a:pt x="307" y="19"/>
                    </a:moveTo>
                    <a:lnTo>
                      <a:pt x="373" y="0"/>
                    </a:lnTo>
                    <a:lnTo>
                      <a:pt x="426" y="3"/>
                    </a:lnTo>
                    <a:lnTo>
                      <a:pt x="466" y="32"/>
                    </a:lnTo>
                    <a:lnTo>
                      <a:pt x="493" y="78"/>
                    </a:lnTo>
                    <a:lnTo>
                      <a:pt x="483" y="126"/>
                    </a:lnTo>
                    <a:lnTo>
                      <a:pt x="446" y="126"/>
                    </a:lnTo>
                    <a:lnTo>
                      <a:pt x="456" y="87"/>
                    </a:lnTo>
                    <a:lnTo>
                      <a:pt x="426" y="52"/>
                    </a:lnTo>
                    <a:lnTo>
                      <a:pt x="397" y="39"/>
                    </a:lnTo>
                    <a:lnTo>
                      <a:pt x="347" y="52"/>
                    </a:lnTo>
                    <a:lnTo>
                      <a:pt x="367" y="91"/>
                    </a:lnTo>
                    <a:lnTo>
                      <a:pt x="373" y="126"/>
                    </a:lnTo>
                    <a:lnTo>
                      <a:pt x="367" y="156"/>
                    </a:lnTo>
                    <a:lnTo>
                      <a:pt x="317" y="169"/>
                    </a:lnTo>
                    <a:lnTo>
                      <a:pt x="264" y="159"/>
                    </a:lnTo>
                    <a:lnTo>
                      <a:pt x="254" y="136"/>
                    </a:lnTo>
                    <a:lnTo>
                      <a:pt x="198" y="198"/>
                    </a:lnTo>
                    <a:lnTo>
                      <a:pt x="165" y="266"/>
                    </a:lnTo>
                    <a:lnTo>
                      <a:pt x="119" y="354"/>
                    </a:lnTo>
                    <a:lnTo>
                      <a:pt x="89" y="432"/>
                    </a:lnTo>
                    <a:lnTo>
                      <a:pt x="76" y="507"/>
                    </a:lnTo>
                    <a:lnTo>
                      <a:pt x="86" y="546"/>
                    </a:lnTo>
                    <a:lnTo>
                      <a:pt x="139" y="595"/>
                    </a:lnTo>
                    <a:lnTo>
                      <a:pt x="248" y="637"/>
                    </a:lnTo>
                    <a:lnTo>
                      <a:pt x="307" y="656"/>
                    </a:lnTo>
                    <a:lnTo>
                      <a:pt x="367" y="666"/>
                    </a:lnTo>
                    <a:lnTo>
                      <a:pt x="456" y="702"/>
                    </a:lnTo>
                    <a:lnTo>
                      <a:pt x="522" y="725"/>
                    </a:lnTo>
                    <a:lnTo>
                      <a:pt x="526" y="770"/>
                    </a:lnTo>
                    <a:lnTo>
                      <a:pt x="493" y="803"/>
                    </a:lnTo>
                    <a:lnTo>
                      <a:pt x="453" y="813"/>
                    </a:lnTo>
                    <a:lnTo>
                      <a:pt x="393" y="783"/>
                    </a:lnTo>
                    <a:lnTo>
                      <a:pt x="254" y="712"/>
                    </a:lnTo>
                    <a:lnTo>
                      <a:pt x="139" y="663"/>
                    </a:lnTo>
                    <a:lnTo>
                      <a:pt x="59" y="608"/>
                    </a:lnTo>
                    <a:lnTo>
                      <a:pt x="6" y="559"/>
                    </a:lnTo>
                    <a:lnTo>
                      <a:pt x="0" y="500"/>
                    </a:lnTo>
                    <a:lnTo>
                      <a:pt x="29" y="422"/>
                    </a:lnTo>
                    <a:lnTo>
                      <a:pt x="89" y="305"/>
                    </a:lnTo>
                    <a:lnTo>
                      <a:pt x="145" y="208"/>
                    </a:lnTo>
                    <a:lnTo>
                      <a:pt x="215" y="107"/>
                    </a:lnTo>
                    <a:lnTo>
                      <a:pt x="268" y="48"/>
                    </a:lnTo>
                    <a:lnTo>
                      <a:pt x="334" y="19"/>
                    </a:lnTo>
                    <a:lnTo>
                      <a:pt x="307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530" name="Freeform 34"/>
              <p:cNvSpPr>
                <a:spLocks/>
              </p:cNvSpPr>
              <p:nvPr/>
            </p:nvSpPr>
            <p:spPr bwMode="auto">
              <a:xfrm>
                <a:off x="1122" y="1770"/>
                <a:ext cx="275" cy="763"/>
              </a:xfrm>
              <a:custGeom>
                <a:avLst/>
                <a:gdLst>
                  <a:gd name="T0" fmla="*/ 17 w 275"/>
                  <a:gd name="T1" fmla="*/ 59 h 763"/>
                  <a:gd name="T2" fmla="*/ 27 w 275"/>
                  <a:gd name="T3" fmla="*/ 20 h 763"/>
                  <a:gd name="T4" fmla="*/ 70 w 275"/>
                  <a:gd name="T5" fmla="*/ 0 h 763"/>
                  <a:gd name="T6" fmla="*/ 109 w 275"/>
                  <a:gd name="T7" fmla="*/ 0 h 763"/>
                  <a:gd name="T8" fmla="*/ 159 w 275"/>
                  <a:gd name="T9" fmla="*/ 29 h 763"/>
                  <a:gd name="T10" fmla="*/ 206 w 275"/>
                  <a:gd name="T11" fmla="*/ 98 h 763"/>
                  <a:gd name="T12" fmla="*/ 239 w 275"/>
                  <a:gd name="T13" fmla="*/ 169 h 763"/>
                  <a:gd name="T14" fmla="*/ 255 w 275"/>
                  <a:gd name="T15" fmla="*/ 266 h 763"/>
                  <a:gd name="T16" fmla="*/ 269 w 275"/>
                  <a:gd name="T17" fmla="*/ 380 h 763"/>
                  <a:gd name="T18" fmla="*/ 275 w 275"/>
                  <a:gd name="T19" fmla="*/ 490 h 763"/>
                  <a:gd name="T20" fmla="*/ 275 w 275"/>
                  <a:gd name="T21" fmla="*/ 633 h 763"/>
                  <a:gd name="T22" fmla="*/ 255 w 275"/>
                  <a:gd name="T23" fmla="*/ 721 h 763"/>
                  <a:gd name="T24" fmla="*/ 219 w 275"/>
                  <a:gd name="T25" fmla="*/ 753 h 763"/>
                  <a:gd name="T26" fmla="*/ 156 w 275"/>
                  <a:gd name="T27" fmla="*/ 763 h 763"/>
                  <a:gd name="T28" fmla="*/ 90 w 275"/>
                  <a:gd name="T29" fmla="*/ 760 h 763"/>
                  <a:gd name="T30" fmla="*/ 56 w 275"/>
                  <a:gd name="T31" fmla="*/ 721 h 763"/>
                  <a:gd name="T32" fmla="*/ 37 w 275"/>
                  <a:gd name="T33" fmla="*/ 653 h 763"/>
                  <a:gd name="T34" fmla="*/ 20 w 275"/>
                  <a:gd name="T35" fmla="*/ 585 h 763"/>
                  <a:gd name="T36" fmla="*/ 7 w 275"/>
                  <a:gd name="T37" fmla="*/ 461 h 763"/>
                  <a:gd name="T38" fmla="*/ 0 w 275"/>
                  <a:gd name="T39" fmla="*/ 322 h 763"/>
                  <a:gd name="T40" fmla="*/ 0 w 275"/>
                  <a:gd name="T41" fmla="*/ 159 h 763"/>
                  <a:gd name="T42" fmla="*/ 17 w 275"/>
                  <a:gd name="T43" fmla="*/ 88 h 763"/>
                  <a:gd name="T44" fmla="*/ 17 w 275"/>
                  <a:gd name="T45" fmla="*/ 59 h 7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75" h="763">
                    <a:moveTo>
                      <a:pt x="17" y="59"/>
                    </a:moveTo>
                    <a:lnTo>
                      <a:pt x="27" y="20"/>
                    </a:lnTo>
                    <a:lnTo>
                      <a:pt x="70" y="0"/>
                    </a:lnTo>
                    <a:lnTo>
                      <a:pt x="109" y="0"/>
                    </a:lnTo>
                    <a:lnTo>
                      <a:pt x="159" y="29"/>
                    </a:lnTo>
                    <a:lnTo>
                      <a:pt x="206" y="98"/>
                    </a:lnTo>
                    <a:lnTo>
                      <a:pt x="239" y="169"/>
                    </a:lnTo>
                    <a:lnTo>
                      <a:pt x="255" y="266"/>
                    </a:lnTo>
                    <a:lnTo>
                      <a:pt x="269" y="380"/>
                    </a:lnTo>
                    <a:lnTo>
                      <a:pt x="275" y="490"/>
                    </a:lnTo>
                    <a:lnTo>
                      <a:pt x="275" y="633"/>
                    </a:lnTo>
                    <a:lnTo>
                      <a:pt x="255" y="721"/>
                    </a:lnTo>
                    <a:lnTo>
                      <a:pt x="219" y="753"/>
                    </a:lnTo>
                    <a:lnTo>
                      <a:pt x="156" y="763"/>
                    </a:lnTo>
                    <a:lnTo>
                      <a:pt x="90" y="760"/>
                    </a:lnTo>
                    <a:lnTo>
                      <a:pt x="56" y="721"/>
                    </a:lnTo>
                    <a:lnTo>
                      <a:pt x="37" y="653"/>
                    </a:lnTo>
                    <a:lnTo>
                      <a:pt x="20" y="585"/>
                    </a:lnTo>
                    <a:lnTo>
                      <a:pt x="7" y="461"/>
                    </a:lnTo>
                    <a:lnTo>
                      <a:pt x="0" y="322"/>
                    </a:lnTo>
                    <a:lnTo>
                      <a:pt x="0" y="159"/>
                    </a:lnTo>
                    <a:lnTo>
                      <a:pt x="17" y="88"/>
                    </a:lnTo>
                    <a:lnTo>
                      <a:pt x="17" y="5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531" name="Freeform 35"/>
              <p:cNvSpPr>
                <a:spLocks/>
              </p:cNvSpPr>
              <p:nvPr/>
            </p:nvSpPr>
            <p:spPr bwMode="auto">
              <a:xfrm>
                <a:off x="1249" y="1791"/>
                <a:ext cx="420" cy="586"/>
              </a:xfrm>
              <a:custGeom>
                <a:avLst/>
                <a:gdLst>
                  <a:gd name="T0" fmla="*/ 23 w 420"/>
                  <a:gd name="T1" fmla="*/ 0 h 586"/>
                  <a:gd name="T2" fmla="*/ 109 w 420"/>
                  <a:gd name="T3" fmla="*/ 10 h 586"/>
                  <a:gd name="T4" fmla="*/ 198 w 420"/>
                  <a:gd name="T5" fmla="*/ 26 h 586"/>
                  <a:gd name="T6" fmla="*/ 291 w 420"/>
                  <a:gd name="T7" fmla="*/ 78 h 586"/>
                  <a:gd name="T8" fmla="*/ 357 w 420"/>
                  <a:gd name="T9" fmla="*/ 117 h 586"/>
                  <a:gd name="T10" fmla="*/ 400 w 420"/>
                  <a:gd name="T11" fmla="*/ 173 h 586"/>
                  <a:gd name="T12" fmla="*/ 420 w 420"/>
                  <a:gd name="T13" fmla="*/ 205 h 586"/>
                  <a:gd name="T14" fmla="*/ 380 w 420"/>
                  <a:gd name="T15" fmla="*/ 300 h 586"/>
                  <a:gd name="T16" fmla="*/ 317 w 420"/>
                  <a:gd name="T17" fmla="*/ 358 h 586"/>
                  <a:gd name="T18" fmla="*/ 241 w 420"/>
                  <a:gd name="T19" fmla="*/ 400 h 586"/>
                  <a:gd name="T20" fmla="*/ 201 w 420"/>
                  <a:gd name="T21" fmla="*/ 426 h 586"/>
                  <a:gd name="T22" fmla="*/ 132 w 420"/>
                  <a:gd name="T23" fmla="*/ 439 h 586"/>
                  <a:gd name="T24" fmla="*/ 129 w 420"/>
                  <a:gd name="T25" fmla="*/ 465 h 586"/>
                  <a:gd name="T26" fmla="*/ 182 w 420"/>
                  <a:gd name="T27" fmla="*/ 488 h 586"/>
                  <a:gd name="T28" fmla="*/ 258 w 420"/>
                  <a:gd name="T29" fmla="*/ 508 h 586"/>
                  <a:gd name="T30" fmla="*/ 330 w 420"/>
                  <a:gd name="T31" fmla="*/ 547 h 586"/>
                  <a:gd name="T32" fmla="*/ 301 w 420"/>
                  <a:gd name="T33" fmla="*/ 576 h 586"/>
                  <a:gd name="T34" fmla="*/ 271 w 420"/>
                  <a:gd name="T35" fmla="*/ 586 h 586"/>
                  <a:gd name="T36" fmla="*/ 228 w 420"/>
                  <a:gd name="T37" fmla="*/ 543 h 586"/>
                  <a:gd name="T38" fmla="*/ 162 w 420"/>
                  <a:gd name="T39" fmla="*/ 517 h 586"/>
                  <a:gd name="T40" fmla="*/ 109 w 420"/>
                  <a:gd name="T41" fmla="*/ 498 h 586"/>
                  <a:gd name="T42" fmla="*/ 109 w 420"/>
                  <a:gd name="T43" fmla="*/ 459 h 586"/>
                  <a:gd name="T44" fmla="*/ 119 w 420"/>
                  <a:gd name="T45" fmla="*/ 417 h 586"/>
                  <a:gd name="T46" fmla="*/ 152 w 420"/>
                  <a:gd name="T47" fmla="*/ 400 h 586"/>
                  <a:gd name="T48" fmla="*/ 258 w 420"/>
                  <a:gd name="T49" fmla="*/ 358 h 586"/>
                  <a:gd name="T50" fmla="*/ 317 w 420"/>
                  <a:gd name="T51" fmla="*/ 293 h 586"/>
                  <a:gd name="T52" fmla="*/ 360 w 420"/>
                  <a:gd name="T53" fmla="*/ 225 h 586"/>
                  <a:gd name="T54" fmla="*/ 350 w 420"/>
                  <a:gd name="T55" fmla="*/ 192 h 586"/>
                  <a:gd name="T56" fmla="*/ 317 w 420"/>
                  <a:gd name="T57" fmla="*/ 153 h 586"/>
                  <a:gd name="T58" fmla="*/ 238 w 420"/>
                  <a:gd name="T59" fmla="*/ 98 h 586"/>
                  <a:gd name="T60" fmla="*/ 142 w 420"/>
                  <a:gd name="T61" fmla="*/ 78 h 586"/>
                  <a:gd name="T62" fmla="*/ 79 w 420"/>
                  <a:gd name="T63" fmla="*/ 75 h 586"/>
                  <a:gd name="T64" fmla="*/ 23 w 420"/>
                  <a:gd name="T65" fmla="*/ 75 h 586"/>
                  <a:gd name="T66" fmla="*/ 0 w 420"/>
                  <a:gd name="T67" fmla="*/ 39 h 586"/>
                  <a:gd name="T68" fmla="*/ 23 w 420"/>
                  <a:gd name="T69" fmla="*/ 0 h 5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20" h="586">
                    <a:moveTo>
                      <a:pt x="23" y="0"/>
                    </a:moveTo>
                    <a:lnTo>
                      <a:pt x="109" y="10"/>
                    </a:lnTo>
                    <a:lnTo>
                      <a:pt x="198" y="26"/>
                    </a:lnTo>
                    <a:lnTo>
                      <a:pt x="291" y="78"/>
                    </a:lnTo>
                    <a:lnTo>
                      <a:pt x="357" y="117"/>
                    </a:lnTo>
                    <a:lnTo>
                      <a:pt x="400" y="173"/>
                    </a:lnTo>
                    <a:lnTo>
                      <a:pt x="420" y="205"/>
                    </a:lnTo>
                    <a:lnTo>
                      <a:pt x="380" y="300"/>
                    </a:lnTo>
                    <a:lnTo>
                      <a:pt x="317" y="358"/>
                    </a:lnTo>
                    <a:lnTo>
                      <a:pt x="241" y="400"/>
                    </a:lnTo>
                    <a:lnTo>
                      <a:pt x="201" y="426"/>
                    </a:lnTo>
                    <a:lnTo>
                      <a:pt x="132" y="439"/>
                    </a:lnTo>
                    <a:lnTo>
                      <a:pt x="129" y="465"/>
                    </a:lnTo>
                    <a:lnTo>
                      <a:pt x="182" y="488"/>
                    </a:lnTo>
                    <a:lnTo>
                      <a:pt x="258" y="508"/>
                    </a:lnTo>
                    <a:lnTo>
                      <a:pt x="330" y="547"/>
                    </a:lnTo>
                    <a:lnTo>
                      <a:pt x="301" y="576"/>
                    </a:lnTo>
                    <a:lnTo>
                      <a:pt x="271" y="586"/>
                    </a:lnTo>
                    <a:lnTo>
                      <a:pt x="228" y="543"/>
                    </a:lnTo>
                    <a:lnTo>
                      <a:pt x="162" y="517"/>
                    </a:lnTo>
                    <a:lnTo>
                      <a:pt x="109" y="498"/>
                    </a:lnTo>
                    <a:lnTo>
                      <a:pt x="109" y="459"/>
                    </a:lnTo>
                    <a:lnTo>
                      <a:pt x="119" y="417"/>
                    </a:lnTo>
                    <a:lnTo>
                      <a:pt x="152" y="400"/>
                    </a:lnTo>
                    <a:lnTo>
                      <a:pt x="258" y="358"/>
                    </a:lnTo>
                    <a:lnTo>
                      <a:pt x="317" y="293"/>
                    </a:lnTo>
                    <a:lnTo>
                      <a:pt x="360" y="225"/>
                    </a:lnTo>
                    <a:lnTo>
                      <a:pt x="350" y="192"/>
                    </a:lnTo>
                    <a:lnTo>
                      <a:pt x="317" y="153"/>
                    </a:lnTo>
                    <a:lnTo>
                      <a:pt x="238" y="98"/>
                    </a:lnTo>
                    <a:lnTo>
                      <a:pt x="142" y="78"/>
                    </a:lnTo>
                    <a:lnTo>
                      <a:pt x="79" y="75"/>
                    </a:lnTo>
                    <a:lnTo>
                      <a:pt x="23" y="75"/>
                    </a:lnTo>
                    <a:lnTo>
                      <a:pt x="0" y="39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532" name="Freeform 36"/>
              <p:cNvSpPr>
                <a:spLocks/>
              </p:cNvSpPr>
              <p:nvPr/>
            </p:nvSpPr>
            <p:spPr bwMode="auto">
              <a:xfrm>
                <a:off x="1282" y="2455"/>
                <a:ext cx="511" cy="947"/>
              </a:xfrm>
              <a:custGeom>
                <a:avLst/>
                <a:gdLst>
                  <a:gd name="T0" fmla="*/ 59 w 511"/>
                  <a:gd name="T1" fmla="*/ 0 h 947"/>
                  <a:gd name="T2" fmla="*/ 13 w 511"/>
                  <a:gd name="T3" fmla="*/ 0 h 947"/>
                  <a:gd name="T4" fmla="*/ 0 w 511"/>
                  <a:gd name="T5" fmla="*/ 68 h 947"/>
                  <a:gd name="T6" fmla="*/ 33 w 511"/>
                  <a:gd name="T7" fmla="*/ 108 h 947"/>
                  <a:gd name="T8" fmla="*/ 139 w 511"/>
                  <a:gd name="T9" fmla="*/ 202 h 947"/>
                  <a:gd name="T10" fmla="*/ 232 w 511"/>
                  <a:gd name="T11" fmla="*/ 322 h 947"/>
                  <a:gd name="T12" fmla="*/ 292 w 511"/>
                  <a:gd name="T13" fmla="*/ 446 h 947"/>
                  <a:gd name="T14" fmla="*/ 301 w 511"/>
                  <a:gd name="T15" fmla="*/ 527 h 947"/>
                  <a:gd name="T16" fmla="*/ 298 w 511"/>
                  <a:gd name="T17" fmla="*/ 586 h 947"/>
                  <a:gd name="T18" fmla="*/ 272 w 511"/>
                  <a:gd name="T19" fmla="*/ 719 h 947"/>
                  <a:gd name="T20" fmla="*/ 238 w 511"/>
                  <a:gd name="T21" fmla="*/ 827 h 947"/>
                  <a:gd name="T22" fmla="*/ 209 w 511"/>
                  <a:gd name="T23" fmla="*/ 889 h 947"/>
                  <a:gd name="T24" fmla="*/ 202 w 511"/>
                  <a:gd name="T25" fmla="*/ 928 h 947"/>
                  <a:gd name="T26" fmla="*/ 232 w 511"/>
                  <a:gd name="T27" fmla="*/ 928 h 947"/>
                  <a:gd name="T28" fmla="*/ 278 w 511"/>
                  <a:gd name="T29" fmla="*/ 915 h 947"/>
                  <a:gd name="T30" fmla="*/ 292 w 511"/>
                  <a:gd name="T31" fmla="*/ 918 h 947"/>
                  <a:gd name="T32" fmla="*/ 388 w 511"/>
                  <a:gd name="T33" fmla="*/ 924 h 947"/>
                  <a:gd name="T34" fmla="*/ 461 w 511"/>
                  <a:gd name="T35" fmla="*/ 947 h 947"/>
                  <a:gd name="T36" fmla="*/ 487 w 511"/>
                  <a:gd name="T37" fmla="*/ 934 h 947"/>
                  <a:gd name="T38" fmla="*/ 511 w 511"/>
                  <a:gd name="T39" fmla="*/ 885 h 947"/>
                  <a:gd name="T40" fmla="*/ 487 w 511"/>
                  <a:gd name="T41" fmla="*/ 859 h 947"/>
                  <a:gd name="T42" fmla="*/ 378 w 511"/>
                  <a:gd name="T43" fmla="*/ 856 h 947"/>
                  <a:gd name="T44" fmla="*/ 301 w 511"/>
                  <a:gd name="T45" fmla="*/ 866 h 947"/>
                  <a:gd name="T46" fmla="*/ 262 w 511"/>
                  <a:gd name="T47" fmla="*/ 885 h 947"/>
                  <a:gd name="T48" fmla="*/ 268 w 511"/>
                  <a:gd name="T49" fmla="*/ 840 h 947"/>
                  <a:gd name="T50" fmla="*/ 308 w 511"/>
                  <a:gd name="T51" fmla="*/ 771 h 947"/>
                  <a:gd name="T52" fmla="*/ 341 w 511"/>
                  <a:gd name="T53" fmla="*/ 664 h 947"/>
                  <a:gd name="T54" fmla="*/ 368 w 511"/>
                  <a:gd name="T55" fmla="*/ 573 h 947"/>
                  <a:gd name="T56" fmla="*/ 348 w 511"/>
                  <a:gd name="T57" fmla="*/ 469 h 947"/>
                  <a:gd name="T58" fmla="*/ 318 w 511"/>
                  <a:gd name="T59" fmla="*/ 358 h 947"/>
                  <a:gd name="T60" fmla="*/ 258 w 511"/>
                  <a:gd name="T61" fmla="*/ 231 h 947"/>
                  <a:gd name="T62" fmla="*/ 172 w 511"/>
                  <a:gd name="T63" fmla="*/ 114 h 947"/>
                  <a:gd name="T64" fmla="*/ 99 w 511"/>
                  <a:gd name="T65" fmla="*/ 29 h 947"/>
                  <a:gd name="T66" fmla="*/ 59 w 511"/>
                  <a:gd name="T67" fmla="*/ 0 h 9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511" h="947">
                    <a:moveTo>
                      <a:pt x="59" y="0"/>
                    </a:moveTo>
                    <a:lnTo>
                      <a:pt x="13" y="0"/>
                    </a:lnTo>
                    <a:lnTo>
                      <a:pt x="0" y="68"/>
                    </a:lnTo>
                    <a:lnTo>
                      <a:pt x="33" y="108"/>
                    </a:lnTo>
                    <a:lnTo>
                      <a:pt x="139" y="202"/>
                    </a:lnTo>
                    <a:lnTo>
                      <a:pt x="232" y="322"/>
                    </a:lnTo>
                    <a:lnTo>
                      <a:pt x="292" y="446"/>
                    </a:lnTo>
                    <a:lnTo>
                      <a:pt x="301" y="527"/>
                    </a:lnTo>
                    <a:lnTo>
                      <a:pt x="298" y="586"/>
                    </a:lnTo>
                    <a:lnTo>
                      <a:pt x="272" y="719"/>
                    </a:lnTo>
                    <a:lnTo>
                      <a:pt x="238" y="827"/>
                    </a:lnTo>
                    <a:lnTo>
                      <a:pt x="209" y="889"/>
                    </a:lnTo>
                    <a:lnTo>
                      <a:pt x="202" y="928"/>
                    </a:lnTo>
                    <a:lnTo>
                      <a:pt x="232" y="928"/>
                    </a:lnTo>
                    <a:lnTo>
                      <a:pt x="278" y="915"/>
                    </a:lnTo>
                    <a:lnTo>
                      <a:pt x="292" y="918"/>
                    </a:lnTo>
                    <a:lnTo>
                      <a:pt x="388" y="924"/>
                    </a:lnTo>
                    <a:lnTo>
                      <a:pt x="461" y="947"/>
                    </a:lnTo>
                    <a:lnTo>
                      <a:pt x="487" y="934"/>
                    </a:lnTo>
                    <a:lnTo>
                      <a:pt x="511" y="885"/>
                    </a:lnTo>
                    <a:lnTo>
                      <a:pt x="487" y="859"/>
                    </a:lnTo>
                    <a:lnTo>
                      <a:pt x="378" y="856"/>
                    </a:lnTo>
                    <a:lnTo>
                      <a:pt x="301" y="866"/>
                    </a:lnTo>
                    <a:lnTo>
                      <a:pt x="262" y="885"/>
                    </a:lnTo>
                    <a:lnTo>
                      <a:pt x="268" y="840"/>
                    </a:lnTo>
                    <a:lnTo>
                      <a:pt x="308" y="771"/>
                    </a:lnTo>
                    <a:lnTo>
                      <a:pt x="341" y="664"/>
                    </a:lnTo>
                    <a:lnTo>
                      <a:pt x="368" y="573"/>
                    </a:lnTo>
                    <a:lnTo>
                      <a:pt x="348" y="469"/>
                    </a:lnTo>
                    <a:lnTo>
                      <a:pt x="318" y="358"/>
                    </a:lnTo>
                    <a:lnTo>
                      <a:pt x="258" y="231"/>
                    </a:lnTo>
                    <a:lnTo>
                      <a:pt x="172" y="114"/>
                    </a:lnTo>
                    <a:lnTo>
                      <a:pt x="99" y="29"/>
                    </a:lnTo>
                    <a:lnTo>
                      <a:pt x="5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533" name="Freeform 37"/>
              <p:cNvSpPr>
                <a:spLocks/>
              </p:cNvSpPr>
              <p:nvPr/>
            </p:nvSpPr>
            <p:spPr bwMode="auto">
              <a:xfrm>
                <a:off x="961" y="2453"/>
                <a:ext cx="344" cy="965"/>
              </a:xfrm>
              <a:custGeom>
                <a:avLst/>
                <a:gdLst>
                  <a:gd name="T0" fmla="*/ 238 w 344"/>
                  <a:gd name="T1" fmla="*/ 0 h 965"/>
                  <a:gd name="T2" fmla="*/ 195 w 344"/>
                  <a:gd name="T3" fmla="*/ 91 h 965"/>
                  <a:gd name="T4" fmla="*/ 165 w 344"/>
                  <a:gd name="T5" fmla="*/ 224 h 965"/>
                  <a:gd name="T6" fmla="*/ 129 w 344"/>
                  <a:gd name="T7" fmla="*/ 371 h 965"/>
                  <a:gd name="T8" fmla="*/ 96 w 344"/>
                  <a:gd name="T9" fmla="*/ 520 h 965"/>
                  <a:gd name="T10" fmla="*/ 96 w 344"/>
                  <a:gd name="T11" fmla="*/ 575 h 965"/>
                  <a:gd name="T12" fmla="*/ 129 w 344"/>
                  <a:gd name="T13" fmla="*/ 673 h 965"/>
                  <a:gd name="T14" fmla="*/ 175 w 344"/>
                  <a:gd name="T15" fmla="*/ 725 h 965"/>
                  <a:gd name="T16" fmla="*/ 218 w 344"/>
                  <a:gd name="T17" fmla="*/ 790 h 965"/>
                  <a:gd name="T18" fmla="*/ 248 w 344"/>
                  <a:gd name="T19" fmla="*/ 838 h 965"/>
                  <a:gd name="T20" fmla="*/ 235 w 344"/>
                  <a:gd name="T21" fmla="*/ 861 h 965"/>
                  <a:gd name="T22" fmla="*/ 159 w 344"/>
                  <a:gd name="T23" fmla="*/ 871 h 965"/>
                  <a:gd name="T24" fmla="*/ 36 w 344"/>
                  <a:gd name="T25" fmla="*/ 890 h 965"/>
                  <a:gd name="T26" fmla="*/ 0 w 344"/>
                  <a:gd name="T27" fmla="*/ 920 h 965"/>
                  <a:gd name="T28" fmla="*/ 30 w 344"/>
                  <a:gd name="T29" fmla="*/ 946 h 965"/>
                  <a:gd name="T30" fmla="*/ 99 w 344"/>
                  <a:gd name="T31" fmla="*/ 965 h 965"/>
                  <a:gd name="T32" fmla="*/ 179 w 344"/>
                  <a:gd name="T33" fmla="*/ 926 h 965"/>
                  <a:gd name="T34" fmla="*/ 238 w 344"/>
                  <a:gd name="T35" fmla="*/ 900 h 965"/>
                  <a:gd name="T36" fmla="*/ 314 w 344"/>
                  <a:gd name="T37" fmla="*/ 890 h 965"/>
                  <a:gd name="T38" fmla="*/ 344 w 344"/>
                  <a:gd name="T39" fmla="*/ 881 h 965"/>
                  <a:gd name="T40" fmla="*/ 334 w 344"/>
                  <a:gd name="T41" fmla="*/ 848 h 965"/>
                  <a:gd name="T42" fmla="*/ 248 w 344"/>
                  <a:gd name="T43" fmla="*/ 764 h 965"/>
                  <a:gd name="T44" fmla="*/ 198 w 344"/>
                  <a:gd name="T45" fmla="*/ 676 h 965"/>
                  <a:gd name="T46" fmla="*/ 155 w 344"/>
                  <a:gd name="T47" fmla="*/ 617 h 965"/>
                  <a:gd name="T48" fmla="*/ 149 w 344"/>
                  <a:gd name="T49" fmla="*/ 559 h 965"/>
                  <a:gd name="T50" fmla="*/ 169 w 344"/>
                  <a:gd name="T51" fmla="*/ 462 h 965"/>
                  <a:gd name="T52" fmla="*/ 215 w 344"/>
                  <a:gd name="T53" fmla="*/ 361 h 965"/>
                  <a:gd name="T54" fmla="*/ 265 w 344"/>
                  <a:gd name="T55" fmla="*/ 189 h 965"/>
                  <a:gd name="T56" fmla="*/ 308 w 344"/>
                  <a:gd name="T57" fmla="*/ 88 h 965"/>
                  <a:gd name="T58" fmla="*/ 304 w 344"/>
                  <a:gd name="T59" fmla="*/ 29 h 965"/>
                  <a:gd name="T60" fmla="*/ 265 w 344"/>
                  <a:gd name="T61" fmla="*/ 0 h 965"/>
                  <a:gd name="T62" fmla="*/ 238 w 344"/>
                  <a:gd name="T63" fmla="*/ 0 h 9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44" h="965">
                    <a:moveTo>
                      <a:pt x="238" y="0"/>
                    </a:moveTo>
                    <a:lnTo>
                      <a:pt x="195" y="91"/>
                    </a:lnTo>
                    <a:lnTo>
                      <a:pt x="165" y="224"/>
                    </a:lnTo>
                    <a:lnTo>
                      <a:pt x="129" y="371"/>
                    </a:lnTo>
                    <a:lnTo>
                      <a:pt x="96" y="520"/>
                    </a:lnTo>
                    <a:lnTo>
                      <a:pt x="96" y="575"/>
                    </a:lnTo>
                    <a:lnTo>
                      <a:pt x="129" y="673"/>
                    </a:lnTo>
                    <a:lnTo>
                      <a:pt x="175" y="725"/>
                    </a:lnTo>
                    <a:lnTo>
                      <a:pt x="218" y="790"/>
                    </a:lnTo>
                    <a:lnTo>
                      <a:pt x="248" y="838"/>
                    </a:lnTo>
                    <a:lnTo>
                      <a:pt x="235" y="861"/>
                    </a:lnTo>
                    <a:lnTo>
                      <a:pt x="159" y="871"/>
                    </a:lnTo>
                    <a:lnTo>
                      <a:pt x="36" y="890"/>
                    </a:lnTo>
                    <a:lnTo>
                      <a:pt x="0" y="920"/>
                    </a:lnTo>
                    <a:lnTo>
                      <a:pt x="30" y="946"/>
                    </a:lnTo>
                    <a:lnTo>
                      <a:pt x="99" y="965"/>
                    </a:lnTo>
                    <a:lnTo>
                      <a:pt x="179" y="926"/>
                    </a:lnTo>
                    <a:lnTo>
                      <a:pt x="238" y="900"/>
                    </a:lnTo>
                    <a:lnTo>
                      <a:pt x="314" y="890"/>
                    </a:lnTo>
                    <a:lnTo>
                      <a:pt x="344" y="881"/>
                    </a:lnTo>
                    <a:lnTo>
                      <a:pt x="334" y="848"/>
                    </a:lnTo>
                    <a:lnTo>
                      <a:pt x="248" y="764"/>
                    </a:lnTo>
                    <a:lnTo>
                      <a:pt x="198" y="676"/>
                    </a:lnTo>
                    <a:lnTo>
                      <a:pt x="155" y="617"/>
                    </a:lnTo>
                    <a:lnTo>
                      <a:pt x="149" y="559"/>
                    </a:lnTo>
                    <a:lnTo>
                      <a:pt x="169" y="462"/>
                    </a:lnTo>
                    <a:lnTo>
                      <a:pt x="215" y="361"/>
                    </a:lnTo>
                    <a:lnTo>
                      <a:pt x="265" y="189"/>
                    </a:lnTo>
                    <a:lnTo>
                      <a:pt x="308" y="88"/>
                    </a:lnTo>
                    <a:lnTo>
                      <a:pt x="304" y="29"/>
                    </a:lnTo>
                    <a:lnTo>
                      <a:pt x="265" y="0"/>
                    </a:lnTo>
                    <a:lnTo>
                      <a:pt x="23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6534" name="Text Box 38"/>
            <p:cNvSpPr txBox="1">
              <a:spLocks noChangeArrowheads="1"/>
            </p:cNvSpPr>
            <p:nvPr/>
          </p:nvSpPr>
          <p:spPr bwMode="auto">
            <a:xfrm>
              <a:off x="863" y="1020"/>
              <a:ext cx="1593" cy="3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l" eaLnBrk="1" hangingPunct="1"/>
              <a:r>
                <a:rPr lang="zh-CN" altLang="en-US" sz="2800" b="1">
                  <a:latin typeface="Times New Roman" charset="0"/>
                </a:rPr>
                <a:t>有多少解？</a:t>
              </a:r>
              <a:endParaRPr lang="zh-CN" altLang="en-US" b="1">
                <a:latin typeface="Times New Roman" charset="0"/>
              </a:endParaRPr>
            </a:p>
          </p:txBody>
        </p:sp>
      </p:grpSp>
      <p:sp>
        <p:nvSpPr>
          <p:cNvPr id="106535" name="Text Box 39"/>
          <p:cNvSpPr txBox="1">
            <a:spLocks noChangeArrowheads="1"/>
          </p:cNvSpPr>
          <p:nvPr/>
        </p:nvSpPr>
        <p:spPr bwMode="auto">
          <a:xfrm>
            <a:off x="4978401" y="5283200"/>
            <a:ext cx="22320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3200" b="1">
                <a:latin typeface="Times New Roman" charset="0"/>
              </a:rPr>
              <a:t>有无数解！</a:t>
            </a:r>
          </a:p>
        </p:txBody>
      </p:sp>
      <p:grpSp>
        <p:nvGrpSpPr>
          <p:cNvPr id="106536" name="Group 40"/>
          <p:cNvGrpSpPr>
            <a:grpSpLocks/>
          </p:cNvGrpSpPr>
          <p:nvPr/>
        </p:nvGrpSpPr>
        <p:grpSpPr bwMode="auto">
          <a:xfrm>
            <a:off x="4502148" y="2249489"/>
            <a:ext cx="365125" cy="504825"/>
            <a:chOff x="1876" y="1417"/>
            <a:chExt cx="230" cy="318"/>
          </a:xfrm>
        </p:grpSpPr>
        <p:sp>
          <p:nvSpPr>
            <p:cNvPr id="106537" name="Text Box 41"/>
            <p:cNvSpPr txBox="1">
              <a:spLocks noChangeArrowheads="1"/>
            </p:cNvSpPr>
            <p:nvPr/>
          </p:nvSpPr>
          <p:spPr bwMode="auto">
            <a:xfrm>
              <a:off x="1877" y="1417"/>
              <a:ext cx="22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99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/>
                <a:t>n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06538" name="Text Box 42"/>
            <p:cNvSpPr txBox="1">
              <a:spLocks noChangeArrowheads="1"/>
            </p:cNvSpPr>
            <p:nvPr/>
          </p:nvSpPr>
          <p:spPr bwMode="auto">
            <a:xfrm>
              <a:off x="1876" y="1581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>
                  <a:solidFill>
                    <a:srgbClr val="CC3300"/>
                  </a:solidFill>
                  <a:latin typeface="RomanS" charset="0"/>
                </a:rPr>
                <a:t>●</a:t>
              </a:r>
            </a:p>
          </p:txBody>
        </p:sp>
      </p:grpSp>
      <p:grpSp>
        <p:nvGrpSpPr>
          <p:cNvPr id="106539" name="Group 43"/>
          <p:cNvGrpSpPr>
            <a:grpSpLocks/>
          </p:cNvGrpSpPr>
          <p:nvPr/>
        </p:nvGrpSpPr>
        <p:grpSpPr bwMode="auto">
          <a:xfrm>
            <a:off x="3232150" y="2139951"/>
            <a:ext cx="750888" cy="422275"/>
            <a:chOff x="1076" y="1348"/>
            <a:chExt cx="473" cy="266"/>
          </a:xfrm>
        </p:grpSpPr>
        <p:sp>
          <p:nvSpPr>
            <p:cNvPr id="106540" name="Text Box 44"/>
            <p:cNvSpPr txBox="1">
              <a:spLocks noChangeArrowheads="1"/>
            </p:cNvSpPr>
            <p:nvPr/>
          </p:nvSpPr>
          <p:spPr bwMode="auto">
            <a:xfrm>
              <a:off x="1076" y="1348"/>
              <a:ext cx="47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i="1"/>
                <a:t>m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06541" name="Text Box 45"/>
            <p:cNvSpPr txBox="1">
              <a:spLocks noChangeArrowheads="1"/>
            </p:cNvSpPr>
            <p:nvPr/>
          </p:nvSpPr>
          <p:spPr bwMode="auto">
            <a:xfrm>
              <a:off x="1282" y="1460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i="1">
                  <a:solidFill>
                    <a:srgbClr val="CC3300"/>
                  </a:solidFill>
                  <a:latin typeface="RomanS" charset="0"/>
                </a:rPr>
                <a:t>●</a:t>
              </a:r>
            </a:p>
          </p:txBody>
        </p:sp>
      </p:grpSp>
      <p:grpSp>
        <p:nvGrpSpPr>
          <p:cNvPr id="106542" name="Group 46"/>
          <p:cNvGrpSpPr>
            <a:grpSpLocks/>
          </p:cNvGrpSpPr>
          <p:nvPr/>
        </p:nvGrpSpPr>
        <p:grpSpPr bwMode="auto">
          <a:xfrm>
            <a:off x="4459288" y="4233863"/>
            <a:ext cx="355600" cy="400050"/>
            <a:chOff x="1849" y="2667"/>
            <a:chExt cx="224" cy="252"/>
          </a:xfrm>
        </p:grpSpPr>
        <p:sp>
          <p:nvSpPr>
            <p:cNvPr id="106543" name="Text Box 47"/>
            <p:cNvSpPr txBox="1">
              <a:spLocks noChangeArrowheads="1"/>
            </p:cNvSpPr>
            <p:nvPr/>
          </p:nvSpPr>
          <p:spPr bwMode="auto">
            <a:xfrm>
              <a:off x="1849" y="2686"/>
              <a:ext cx="19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/>
                <a:t>n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106544" name="Text Box 48"/>
            <p:cNvSpPr txBox="1">
              <a:spLocks noChangeArrowheads="1"/>
            </p:cNvSpPr>
            <p:nvPr/>
          </p:nvSpPr>
          <p:spPr bwMode="auto">
            <a:xfrm>
              <a:off x="1877" y="2667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>
                  <a:solidFill>
                    <a:srgbClr val="CC3300"/>
                  </a:solidFill>
                  <a:latin typeface="RomanS" charset="0"/>
                </a:rPr>
                <a:t>●</a:t>
              </a:r>
            </a:p>
          </p:txBody>
        </p:sp>
      </p:grpSp>
      <p:grpSp>
        <p:nvGrpSpPr>
          <p:cNvPr id="106545" name="Group 49"/>
          <p:cNvGrpSpPr>
            <a:grpSpLocks/>
          </p:cNvGrpSpPr>
          <p:nvPr/>
        </p:nvGrpSpPr>
        <p:grpSpPr bwMode="auto">
          <a:xfrm>
            <a:off x="3332164" y="3544888"/>
            <a:ext cx="566737" cy="412750"/>
            <a:chOff x="1148" y="2233"/>
            <a:chExt cx="357" cy="260"/>
          </a:xfrm>
        </p:grpSpPr>
        <p:sp>
          <p:nvSpPr>
            <p:cNvPr id="106546" name="Text Box 50"/>
            <p:cNvSpPr txBox="1">
              <a:spLocks noChangeArrowheads="1"/>
            </p:cNvSpPr>
            <p:nvPr/>
          </p:nvSpPr>
          <p:spPr bwMode="auto">
            <a:xfrm>
              <a:off x="1148" y="2233"/>
              <a:ext cx="23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/>
                <a:t>m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106547" name="Text Box 51"/>
            <p:cNvSpPr txBox="1">
              <a:spLocks noChangeArrowheads="1"/>
            </p:cNvSpPr>
            <p:nvPr/>
          </p:nvSpPr>
          <p:spPr bwMode="auto">
            <a:xfrm>
              <a:off x="1309" y="2339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>
                  <a:solidFill>
                    <a:srgbClr val="CC3300"/>
                  </a:solidFill>
                  <a:latin typeface="RomanS" charset="0"/>
                </a:rPr>
                <a:t>●</a:t>
              </a:r>
            </a:p>
          </p:txBody>
        </p:sp>
      </p:grpSp>
      <p:grpSp>
        <p:nvGrpSpPr>
          <p:cNvPr id="106548" name="Group 52"/>
          <p:cNvGrpSpPr>
            <a:grpSpLocks/>
          </p:cNvGrpSpPr>
          <p:nvPr/>
        </p:nvGrpSpPr>
        <p:grpSpPr bwMode="auto">
          <a:xfrm>
            <a:off x="6696075" y="1639888"/>
            <a:ext cx="3322638" cy="3113088"/>
            <a:chOff x="3258" y="1033"/>
            <a:chExt cx="2093" cy="1961"/>
          </a:xfrm>
        </p:grpSpPr>
        <p:sp>
          <p:nvSpPr>
            <p:cNvPr id="106549" name="Line 53"/>
            <p:cNvSpPr>
              <a:spLocks noChangeShapeType="1"/>
            </p:cNvSpPr>
            <p:nvPr/>
          </p:nvSpPr>
          <p:spPr bwMode="auto">
            <a:xfrm>
              <a:off x="3290" y="2014"/>
              <a:ext cx="206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 i="1"/>
            </a:p>
          </p:txBody>
        </p:sp>
        <p:sp>
          <p:nvSpPr>
            <p:cNvPr id="106550" name="Line 54"/>
            <p:cNvSpPr>
              <a:spLocks noChangeShapeType="1"/>
            </p:cNvSpPr>
            <p:nvPr/>
          </p:nvSpPr>
          <p:spPr bwMode="auto">
            <a:xfrm>
              <a:off x="4512" y="1629"/>
              <a:ext cx="0" cy="11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6551" name="Line 55"/>
            <p:cNvSpPr>
              <a:spLocks noChangeShapeType="1"/>
            </p:cNvSpPr>
            <p:nvPr/>
          </p:nvSpPr>
          <p:spPr bwMode="auto">
            <a:xfrm flipV="1">
              <a:off x="3456" y="1149"/>
              <a:ext cx="672" cy="672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6552" name="Line 56"/>
            <p:cNvSpPr>
              <a:spLocks noChangeShapeType="1"/>
            </p:cNvSpPr>
            <p:nvPr/>
          </p:nvSpPr>
          <p:spPr bwMode="auto">
            <a:xfrm flipV="1">
              <a:off x="3456" y="1629"/>
              <a:ext cx="1056" cy="192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6553" name="Line 57"/>
            <p:cNvSpPr>
              <a:spLocks noChangeShapeType="1"/>
            </p:cNvSpPr>
            <p:nvPr/>
          </p:nvSpPr>
          <p:spPr bwMode="auto">
            <a:xfrm>
              <a:off x="3456" y="1821"/>
              <a:ext cx="0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6554" name="Line 58"/>
            <p:cNvSpPr>
              <a:spLocks noChangeShapeType="1"/>
            </p:cNvSpPr>
            <p:nvPr/>
          </p:nvSpPr>
          <p:spPr bwMode="auto">
            <a:xfrm>
              <a:off x="4128" y="1149"/>
              <a:ext cx="0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6555" name="Line 59"/>
            <p:cNvSpPr>
              <a:spLocks noChangeShapeType="1"/>
            </p:cNvSpPr>
            <p:nvPr/>
          </p:nvSpPr>
          <p:spPr bwMode="auto">
            <a:xfrm flipV="1">
              <a:off x="3456" y="2205"/>
              <a:ext cx="672" cy="384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6556" name="Line 60"/>
            <p:cNvSpPr>
              <a:spLocks noChangeShapeType="1"/>
            </p:cNvSpPr>
            <p:nvPr/>
          </p:nvSpPr>
          <p:spPr bwMode="auto">
            <a:xfrm flipH="1" flipV="1">
              <a:off x="3456" y="2589"/>
              <a:ext cx="1056" cy="192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6557" name="Text Box 61"/>
            <p:cNvSpPr txBox="1">
              <a:spLocks noChangeArrowheads="1"/>
            </p:cNvSpPr>
            <p:nvPr/>
          </p:nvSpPr>
          <p:spPr bwMode="auto">
            <a:xfrm>
              <a:off x="3258" y="2473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99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106558" name="Text Box 62"/>
            <p:cNvSpPr txBox="1">
              <a:spLocks noChangeArrowheads="1"/>
            </p:cNvSpPr>
            <p:nvPr/>
          </p:nvSpPr>
          <p:spPr bwMode="auto">
            <a:xfrm>
              <a:off x="4108" y="2137"/>
              <a:ext cx="19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99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106559" name="Text Box 63"/>
            <p:cNvSpPr txBox="1">
              <a:spLocks noChangeArrowheads="1"/>
            </p:cNvSpPr>
            <p:nvPr/>
          </p:nvSpPr>
          <p:spPr bwMode="auto">
            <a:xfrm>
              <a:off x="4407" y="2761"/>
              <a:ext cx="1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99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106560" name="Text Box 64"/>
            <p:cNvSpPr txBox="1">
              <a:spLocks noChangeArrowheads="1"/>
            </p:cNvSpPr>
            <p:nvPr/>
          </p:nvSpPr>
          <p:spPr bwMode="auto">
            <a:xfrm>
              <a:off x="4100" y="1033"/>
              <a:ext cx="22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99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06561" name="Text Box 65"/>
            <p:cNvSpPr txBox="1">
              <a:spLocks noChangeArrowheads="1"/>
            </p:cNvSpPr>
            <p:nvPr/>
          </p:nvSpPr>
          <p:spPr bwMode="auto">
            <a:xfrm>
              <a:off x="4328" y="1417"/>
              <a:ext cx="21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99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06562" name="Text Box 66"/>
            <p:cNvSpPr txBox="1">
              <a:spLocks noChangeArrowheads="1"/>
            </p:cNvSpPr>
            <p:nvPr/>
          </p:nvSpPr>
          <p:spPr bwMode="auto">
            <a:xfrm>
              <a:off x="3266" y="1705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99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/>
                <a:t>a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9083FD-9F0F-4509-A58E-AEC2E735C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EE352-82E2-2C48-B7C2-D096C1DB6A4D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0609E2-AB6D-4732-9EE3-FE416A0E6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B729F-B1B3-4C4E-A601-71DB85FC2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33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06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6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6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6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6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75"/>
                                        <p:tgtEl>
                                          <p:spTgt spid="106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106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06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75"/>
                                        <p:tgtEl>
                                          <p:spTgt spid="10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06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06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0" fill="hold"/>
                                        <p:tgtEl>
                                          <p:spTgt spid="1065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0" fill="hold"/>
                                        <p:tgtEl>
                                          <p:spTgt spid="1065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6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75"/>
                                        <p:tgtEl>
                                          <p:spTgt spid="106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13" grpId="0" animBg="1"/>
      <p:bldP spid="106514" grpId="0" animBg="1"/>
      <p:bldP spid="106515" grpId="0" build="p" autoUpdateAnimBg="0" advAuto="0"/>
      <p:bldP spid="106516" grpId="0" animBg="1"/>
      <p:bldP spid="106517" grpId="0" animBg="1"/>
      <p:bldP spid="106518" grpId="0" animBg="1"/>
      <p:bldP spid="106519" grpId="0" animBg="1"/>
      <p:bldP spid="106524" grpId="0" build="p" autoUpdateAnimBg="0"/>
      <p:bldP spid="106525" grpId="0" build="p" autoUpdateAnimBg="0"/>
      <p:bldP spid="106535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78805-05FA-42B8-AA0F-CF436A96E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1F471-F5BF-ED44-8F26-B340AB021DD6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FB933E-C846-41D9-8F6C-9CA2BAAE6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4E873-30D8-4B09-94FF-FB7001047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17</a:t>
            </a:fld>
            <a:endParaRPr 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50CE9898-FFB2-F434-ECA8-AF013B756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581" y="977733"/>
            <a:ext cx="88243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zh-CN" altLang="en-US" sz="2400" b="1" i="0" dirty="0">
                <a:latin typeface="宋体" charset="-122"/>
              </a:rPr>
              <a:t>例</a:t>
            </a:r>
            <a:r>
              <a:rPr lang="en-US" altLang="zh-CN" sz="2400" b="1" dirty="0">
                <a:latin typeface="宋体" charset="-122"/>
              </a:rPr>
              <a:t>5.3</a:t>
            </a:r>
            <a:r>
              <a:rPr lang="zh-CN" altLang="en-US" sz="2400" dirty="0">
                <a:solidFill>
                  <a:srgbClr val="C00000"/>
                </a:solidFill>
                <a:sym typeface="Wingdings" panose="05000000000000000000" pitchFamily="2" charset="2"/>
              </a:rPr>
              <a:t> </a:t>
            </a:r>
            <a:r>
              <a:rPr lang="zh-CN" altLang="en-US" sz="2400" b="1" i="0" dirty="0">
                <a:latin typeface="宋体" charset="-122"/>
              </a:rPr>
              <a:t>：在平面</a:t>
            </a:r>
            <a:r>
              <a:rPr lang="en-US" altLang="zh-CN" sz="2400" b="1" i="0" dirty="0">
                <a:latin typeface="宋体" charset="-122"/>
              </a:rPr>
              <a:t>ABC</a:t>
            </a:r>
            <a:r>
              <a:rPr lang="zh-CN" altLang="en-US" sz="2400" b="1" i="0" dirty="0">
                <a:latin typeface="宋体" charset="-122"/>
              </a:rPr>
              <a:t>内作一条水平线，使其到</a:t>
            </a:r>
            <a:r>
              <a:rPr lang="en-US" altLang="zh-CN" sz="2400" b="1" i="0" dirty="0">
                <a:latin typeface="宋体" charset="-122"/>
              </a:rPr>
              <a:t>H</a:t>
            </a:r>
            <a:r>
              <a:rPr lang="zh-CN" altLang="en-US" sz="2400" b="1" i="0" dirty="0">
                <a:latin typeface="宋体" charset="-122"/>
              </a:rPr>
              <a:t>面的距离为</a:t>
            </a:r>
            <a:r>
              <a:rPr lang="en-US" altLang="zh-CN" sz="2400" b="1" i="0" dirty="0">
                <a:latin typeface="宋体" charset="-122"/>
              </a:rPr>
              <a:t>10mm</a:t>
            </a:r>
            <a:r>
              <a:rPr lang="zh-CN" altLang="en-US" sz="2400" b="1" i="0" dirty="0">
                <a:latin typeface="宋体" charset="-122"/>
              </a:rPr>
              <a:t>。</a:t>
            </a:r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3217FEB6-4DF2-1F71-4DC7-309B098DA3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5350" y="3328472"/>
            <a:ext cx="3211512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BAC9596A-6D34-910F-4D58-C86A2FD5A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650" y="2959656"/>
            <a:ext cx="360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n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1BC411EA-409F-5369-623B-7F0C22E75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6187" y="2959656"/>
            <a:ext cx="8302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i="1" dirty="0"/>
              <a:t>m</a:t>
            </a:r>
            <a:r>
              <a:rPr lang="en-US" altLang="zh-CN" b="1" i="1" dirty="0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F70A23EF-8E32-A0B1-FD01-5910DD0E9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1587" y="4885293"/>
            <a:ext cx="3032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n</a:t>
            </a:r>
            <a:endParaRPr lang="en-US" altLang="zh-CN" b="1" i="1">
              <a:latin typeface="Times New Roman" charset="0"/>
              <a:sym typeface="CommercialPi BT" charset="0"/>
            </a:endParaRP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DFB09C14-5AD3-5D02-0750-261BB498E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0175" y="5161518"/>
            <a:ext cx="3674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m</a:t>
            </a:r>
            <a:endParaRPr lang="en-US" altLang="zh-CN" b="1" i="1">
              <a:latin typeface="Times New Roman" charset="0"/>
              <a:sym typeface="CommercialPi BT" charset="0"/>
            </a:endParaRPr>
          </a:p>
        </p:txBody>
      </p:sp>
      <p:grpSp>
        <p:nvGrpSpPr>
          <p:cNvPr id="11" name="Group 8">
            <a:extLst>
              <a:ext uri="{FF2B5EF4-FFF2-40B4-BE49-F238E27FC236}">
                <a16:creationId xmlns:a16="http://schemas.microsoft.com/office/drawing/2014/main" id="{C72571B1-D011-99FC-AAAA-0F4CD38FAFE4}"/>
              </a:ext>
            </a:extLst>
          </p:cNvPr>
          <p:cNvGrpSpPr>
            <a:grpSpLocks/>
          </p:cNvGrpSpPr>
          <p:nvPr/>
        </p:nvGrpSpPr>
        <p:grpSpPr bwMode="auto">
          <a:xfrm>
            <a:off x="2281500" y="3304659"/>
            <a:ext cx="457200" cy="1039813"/>
            <a:chOff x="671" y="1780"/>
            <a:chExt cx="288" cy="655"/>
          </a:xfrm>
        </p:grpSpPr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1886F908-EBC4-34E3-A649-1296D783F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4" y="1780"/>
              <a:ext cx="1" cy="655"/>
            </a:xfrm>
            <a:custGeom>
              <a:avLst/>
              <a:gdLst>
                <a:gd name="T0" fmla="*/ 0 w 1"/>
                <a:gd name="T1" fmla="*/ 0 h 655"/>
                <a:gd name="T2" fmla="*/ 0 w 1"/>
                <a:gd name="T3" fmla="*/ 655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655">
                  <a:moveTo>
                    <a:pt x="0" y="0"/>
                  </a:moveTo>
                  <a:lnTo>
                    <a:pt x="0" y="655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F793F360-6BE6-EBDE-7375-D9A1388E45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674" y="1950"/>
              <a:ext cx="28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b="1">
                  <a:latin typeface="ISOCP" charset="0"/>
                </a:rPr>
                <a:t>10</a:t>
              </a:r>
              <a:endParaRPr lang="en-US" altLang="zh-CN" b="1" i="0">
                <a:latin typeface="Times New Roman" charset="0"/>
              </a:endParaRPr>
            </a:p>
          </p:txBody>
        </p:sp>
      </p:grpSp>
      <p:sp>
        <p:nvSpPr>
          <p:cNvPr id="14" name="Line 11">
            <a:extLst>
              <a:ext uri="{FF2B5EF4-FFF2-40B4-BE49-F238E27FC236}">
                <a16:creationId xmlns:a16="http://schemas.microsoft.com/office/drawing/2014/main" id="{67D21186-6793-5489-F93C-0378959698D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4662" y="3328472"/>
            <a:ext cx="2063750" cy="63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AA3A2DF9-5DBF-0E1B-CBB0-F7CFBABFA49D}"/>
              </a:ext>
            </a:extLst>
          </p:cNvPr>
          <p:cNvSpPr>
            <a:spLocks/>
          </p:cNvSpPr>
          <p:nvPr/>
        </p:nvSpPr>
        <p:spPr bwMode="auto">
          <a:xfrm>
            <a:off x="3454662" y="3334822"/>
            <a:ext cx="1588" cy="1951037"/>
          </a:xfrm>
          <a:custGeom>
            <a:avLst/>
            <a:gdLst>
              <a:gd name="T0" fmla="*/ 0 w 1"/>
              <a:gd name="T1" fmla="*/ 0 h 1020"/>
              <a:gd name="T2" fmla="*/ 0 w 1"/>
              <a:gd name="T3" fmla="*/ 1020 h 102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020">
                <a:moveTo>
                  <a:pt x="0" y="0"/>
                </a:moveTo>
                <a:lnTo>
                  <a:pt x="0" y="1020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7901B367-D010-3151-E1B7-4EFA7F52BD4C}"/>
              </a:ext>
            </a:extLst>
          </p:cNvPr>
          <p:cNvSpPr>
            <a:spLocks/>
          </p:cNvSpPr>
          <p:nvPr/>
        </p:nvSpPr>
        <p:spPr bwMode="auto">
          <a:xfrm>
            <a:off x="5518412" y="3334822"/>
            <a:ext cx="1588" cy="1692275"/>
          </a:xfrm>
          <a:custGeom>
            <a:avLst/>
            <a:gdLst>
              <a:gd name="T0" fmla="*/ 0 w 1"/>
              <a:gd name="T1" fmla="*/ 0 h 885"/>
              <a:gd name="T2" fmla="*/ 0 w 1"/>
              <a:gd name="T3" fmla="*/ 885 h 88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885">
                <a:moveTo>
                  <a:pt x="0" y="0"/>
                </a:moveTo>
                <a:lnTo>
                  <a:pt x="0" y="885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4478E33C-926D-5782-74BC-6D0E9605A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3212" y="3418443"/>
            <a:ext cx="3385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c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18" name="Text Box 15">
            <a:extLst>
              <a:ext uri="{FF2B5EF4-FFF2-40B4-BE49-F238E27FC236}">
                <a16:creationId xmlns:a16="http://schemas.microsoft.com/office/drawing/2014/main" id="{69D6F7B9-C7FE-31A8-5DF0-9D206F2EBB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9462" y="1859518"/>
            <a:ext cx="360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a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19" name="Text Box 16">
            <a:extLst>
              <a:ext uri="{FF2B5EF4-FFF2-40B4-BE49-F238E27FC236}">
                <a16:creationId xmlns:a16="http://schemas.microsoft.com/office/drawing/2014/main" id="{E724B388-7782-AE0C-4D89-075EBFC09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2512" y="3877231"/>
            <a:ext cx="360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b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DA677612-5B7C-84A6-F456-9C8416C12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4411" y="4476234"/>
            <a:ext cx="458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zh-CN"/>
              <a:t>c</a:t>
            </a:r>
            <a:endParaRPr lang="en-US" altLang="zh-CN" b="1" i="0">
              <a:latin typeface="Times New Roman" charset="0"/>
              <a:sym typeface="CommercialPi BT" charset="0"/>
            </a:endParaRPr>
          </a:p>
        </p:txBody>
      </p:sp>
      <p:sp>
        <p:nvSpPr>
          <p:cNvPr id="21" name="Text Box 18">
            <a:extLst>
              <a:ext uri="{FF2B5EF4-FFF2-40B4-BE49-F238E27FC236}">
                <a16:creationId xmlns:a16="http://schemas.microsoft.com/office/drawing/2014/main" id="{82CBA4B5-9EDB-9AB2-A1AD-C034BEFF2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562" y="5987018"/>
            <a:ext cx="3032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a</a:t>
            </a:r>
            <a:endParaRPr lang="en-US" altLang="zh-CN" b="1" i="1">
              <a:latin typeface="Times New Roman" charset="0"/>
              <a:sym typeface="CommercialPi BT" charset="0"/>
            </a:endParaRPr>
          </a:p>
        </p:txBody>
      </p:sp>
      <p:sp>
        <p:nvSpPr>
          <p:cNvPr id="22" name="Text Box 19">
            <a:extLst>
              <a:ext uri="{FF2B5EF4-FFF2-40B4-BE49-F238E27FC236}">
                <a16:creationId xmlns:a16="http://schemas.microsoft.com/office/drawing/2014/main" id="{D6A9AC7E-71DD-9CB1-0984-79DE983AC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5212" y="4520168"/>
            <a:ext cx="3032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b</a:t>
            </a:r>
            <a:endParaRPr lang="en-US" altLang="zh-CN" b="1" i="1">
              <a:latin typeface="Times New Roman" charset="0"/>
              <a:sym typeface="CommercialPi BT" charset="0"/>
            </a:endParaRPr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038D4E32-F89E-971B-EDAE-5C9DA255BC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862" y="4338122"/>
            <a:ext cx="3760788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E3C8EA03-7AAD-557B-8189-F7506271A9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65725" y="3603109"/>
            <a:ext cx="2751137" cy="55086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CF761955-97D1-FCA2-4B81-FCD2EF1D6C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65725" y="2042597"/>
            <a:ext cx="1008062" cy="211137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" name="Line 23">
            <a:extLst>
              <a:ext uri="{FF2B5EF4-FFF2-40B4-BE49-F238E27FC236}">
                <a16:creationId xmlns:a16="http://schemas.microsoft.com/office/drawing/2014/main" id="{1702839D-1140-A948-FCE6-BC1C2BE10B3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3787" y="2042597"/>
            <a:ext cx="1743075" cy="156051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DDC6751D-6814-C70C-2C97-24894765855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3787" y="2042597"/>
            <a:ext cx="0" cy="40386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66DE7134-321D-8898-D694-376EC3E2BCA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6862" y="3603109"/>
            <a:ext cx="0" cy="1193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71AC0FDE-0036-2FC6-D1D2-A435386267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73787" y="4796909"/>
            <a:ext cx="1743075" cy="12842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25A55B42-E07B-C519-D771-253900209C7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5725" y="4153972"/>
            <a:ext cx="0" cy="550862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1" name="Line 28">
            <a:extLst>
              <a:ext uri="{FF2B5EF4-FFF2-40B4-BE49-F238E27FC236}">
                <a16:creationId xmlns:a16="http://schemas.microsoft.com/office/drawing/2014/main" id="{656A88B9-613F-45C2-DE1A-6EB458755A4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5725" y="4704834"/>
            <a:ext cx="1008062" cy="137636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" name="Line 29">
            <a:extLst>
              <a:ext uri="{FF2B5EF4-FFF2-40B4-BE49-F238E27FC236}">
                <a16:creationId xmlns:a16="http://schemas.microsoft.com/office/drawing/2014/main" id="{8C7838D8-4CF7-DEDE-411F-024A439023A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5725" y="4704834"/>
            <a:ext cx="2751137" cy="9207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3" name="Freeform 30">
            <a:extLst>
              <a:ext uri="{FF2B5EF4-FFF2-40B4-BE49-F238E27FC236}">
                <a16:creationId xmlns:a16="http://schemas.microsoft.com/office/drawing/2014/main" id="{A4FB416A-74DE-437B-0B59-41A94C5AB88F}"/>
              </a:ext>
            </a:extLst>
          </p:cNvPr>
          <p:cNvSpPr>
            <a:spLocks/>
          </p:cNvSpPr>
          <p:nvPr/>
        </p:nvSpPr>
        <p:spPr bwMode="auto">
          <a:xfrm>
            <a:off x="3454662" y="5027097"/>
            <a:ext cx="2063750" cy="228600"/>
          </a:xfrm>
          <a:custGeom>
            <a:avLst/>
            <a:gdLst>
              <a:gd name="T0" fmla="*/ 0 w 1092"/>
              <a:gd name="T1" fmla="*/ 119 h 119"/>
              <a:gd name="T2" fmla="*/ 1092 w 1092"/>
              <a:gd name="T3" fmla="*/ 0 h 11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92" h="119">
                <a:moveTo>
                  <a:pt x="0" y="119"/>
                </a:moveTo>
                <a:lnTo>
                  <a:pt x="1092" y="0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4" name="Text Box 31">
            <a:extLst>
              <a:ext uri="{FF2B5EF4-FFF2-40B4-BE49-F238E27FC236}">
                <a16:creationId xmlns:a16="http://schemas.microsoft.com/office/drawing/2014/main" id="{201B71FD-65BA-FF4C-296E-FEB37342A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962" y="3259743"/>
            <a:ext cx="17107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 b="1" i="0">
                <a:latin typeface="Times New Roman" charset="0"/>
              </a:rPr>
              <a:t> </a:t>
            </a:r>
            <a:r>
              <a:rPr lang="zh-CN" altLang="en-US" sz="2800" b="1" i="0">
                <a:latin typeface="Times New Roman" charset="0"/>
              </a:rPr>
              <a:t>唯一解！</a:t>
            </a: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E1BB4DAD-5B90-45FB-00FD-7FF8A11F326D}"/>
              </a:ext>
            </a:extLst>
          </p:cNvPr>
          <p:cNvGrpSpPr/>
          <p:nvPr/>
        </p:nvGrpSpPr>
        <p:grpSpPr>
          <a:xfrm>
            <a:off x="6761425" y="1885383"/>
            <a:ext cx="3149076" cy="3674581"/>
            <a:chOff x="6761425" y="1885383"/>
            <a:chExt cx="3149076" cy="3674581"/>
          </a:xfrm>
        </p:grpSpPr>
        <p:sp>
          <p:nvSpPr>
            <p:cNvPr id="36" name="Text Box 33">
              <a:extLst>
                <a:ext uri="{FF2B5EF4-FFF2-40B4-BE49-F238E27FC236}">
                  <a16:creationId xmlns:a16="http://schemas.microsoft.com/office/drawing/2014/main" id="{388123DD-2328-5E93-AC41-0AEF2221C4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1425" y="2364860"/>
              <a:ext cx="1979612" cy="523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l" eaLnBrk="1" hangingPunct="1"/>
              <a:r>
                <a:rPr lang="zh-CN" altLang="en-US" sz="2800" b="1" i="0" dirty="0">
                  <a:latin typeface="Times New Roman" charset="0"/>
                </a:rPr>
                <a:t>有多少解？</a:t>
              </a:r>
              <a:endParaRPr lang="zh-CN" altLang="en-US" sz="1600" b="1" i="0" dirty="0">
                <a:latin typeface="Times New Roman" charset="0"/>
              </a:endParaRPr>
            </a:p>
          </p:txBody>
        </p:sp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EB3C0FCB-C4F2-29FC-BB48-1FB782355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32533" y="1885383"/>
              <a:ext cx="1377968" cy="36745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8016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75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75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build="p" autoUpdateAnimBg="0"/>
      <p:bldP spid="8" grpId="0" build="p" autoUpdateAnimBg="0"/>
      <p:bldP spid="9" grpId="0" build="p" autoUpdateAnimBg="0" advAuto="0"/>
      <p:bldP spid="10" grpId="0" build="p" autoUpdateAnimBg="0" advAuto="0"/>
      <p:bldP spid="14" grpId="0" animBg="1"/>
      <p:bldP spid="15" grpId="0" animBg="1"/>
      <p:bldP spid="16" grpId="0" animBg="1"/>
      <p:bldP spid="33" grpId="0" animBg="1"/>
      <p:bldP spid="3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ext Box 2"/>
          <p:cNvSpPr txBox="1">
            <a:spLocks noChangeArrowheads="1"/>
          </p:cNvSpPr>
          <p:nvPr/>
        </p:nvSpPr>
        <p:spPr bwMode="auto">
          <a:xfrm>
            <a:off x="1216358" y="345965"/>
            <a:ext cx="21964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2400" b="1" dirty="0">
                <a:solidFill>
                  <a:schemeClr val="accent2">
                    <a:lumMod val="50000"/>
                  </a:schemeClr>
                </a:solidFill>
                <a:latin typeface="黑体" charset="-122"/>
                <a:ea typeface="黑体" charset="-122"/>
              </a:rPr>
              <a:t>⒉ </a:t>
            </a:r>
            <a:r>
              <a:rPr lang="zh-CN" altLang="en-US" sz="2400" b="1" dirty="0">
                <a:solidFill>
                  <a:schemeClr val="accent2">
                    <a:lumMod val="50000"/>
                  </a:schemeClr>
                </a:solidFill>
                <a:latin typeface="黑体" charset="-122"/>
                <a:ea typeface="黑体" charset="-122"/>
              </a:rPr>
              <a:t>平面上取点</a:t>
            </a:r>
          </a:p>
        </p:txBody>
      </p:sp>
      <p:sp>
        <p:nvSpPr>
          <p:cNvPr id="108547" name="Text Box 3"/>
          <p:cNvSpPr txBox="1">
            <a:spLocks noChangeArrowheads="1"/>
          </p:cNvSpPr>
          <p:nvPr/>
        </p:nvSpPr>
        <p:spPr bwMode="auto">
          <a:xfrm>
            <a:off x="1343026" y="1333927"/>
            <a:ext cx="1013777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2400" b="1" dirty="0">
                <a:solidFill>
                  <a:srgbClr val="CC3300"/>
                </a:solidFill>
                <a:latin typeface="宋体" charset="-122"/>
              </a:rPr>
              <a:t>    </a:t>
            </a:r>
            <a:r>
              <a:rPr lang="zh-CN" altLang="en-US" sz="2400" b="1" dirty="0">
                <a:solidFill>
                  <a:srgbClr val="CC3300"/>
                </a:solidFill>
                <a:latin typeface="宋体" charset="-122"/>
              </a:rPr>
              <a:t>先找出过此点而又在平面内的一条直线作为辅助线，然后再在该直线上确定点的位置。</a:t>
            </a:r>
          </a:p>
        </p:txBody>
      </p:sp>
      <p:sp>
        <p:nvSpPr>
          <p:cNvPr id="108548" name="Text Box 4"/>
          <p:cNvSpPr txBox="1">
            <a:spLocks noChangeArrowheads="1"/>
          </p:cNvSpPr>
          <p:nvPr/>
        </p:nvSpPr>
        <p:spPr bwMode="auto">
          <a:xfrm>
            <a:off x="1848972" y="2297033"/>
            <a:ext cx="72378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 b="1" dirty="0">
                <a:latin typeface="Times New Roman" charset="0"/>
              </a:rPr>
              <a:t>例</a:t>
            </a:r>
            <a:r>
              <a:rPr lang="en-US" altLang="zh-CN" sz="2400" b="1" dirty="0">
                <a:latin typeface="Times New Roman" charset="0"/>
              </a:rPr>
              <a:t>5.4</a:t>
            </a:r>
            <a:r>
              <a:rPr lang="zh-CN" altLang="en-US" sz="2400" b="1" dirty="0">
                <a:latin typeface="Times New Roman" charset="0"/>
              </a:rPr>
              <a:t>：已知</a:t>
            </a:r>
            <a:r>
              <a:rPr lang="en-US" altLang="zh-CN" sz="2400" b="1" dirty="0">
                <a:latin typeface="Times New Roman" charset="0"/>
              </a:rPr>
              <a:t>K</a:t>
            </a:r>
            <a:r>
              <a:rPr lang="zh-CN" altLang="en-US" sz="2400" b="1" dirty="0">
                <a:latin typeface="Times New Roman" charset="0"/>
              </a:rPr>
              <a:t>点在平面</a:t>
            </a:r>
            <a:r>
              <a:rPr lang="en-US" altLang="zh-CN" sz="2400" b="1" dirty="0">
                <a:latin typeface="Times New Roman" charset="0"/>
              </a:rPr>
              <a:t>ABC</a:t>
            </a:r>
            <a:r>
              <a:rPr lang="zh-CN" altLang="en-US" sz="2400" b="1" dirty="0">
                <a:latin typeface="Times New Roman" charset="0"/>
              </a:rPr>
              <a:t>上，求</a:t>
            </a:r>
            <a:r>
              <a:rPr lang="en-US" altLang="zh-CN" sz="2400" b="1" dirty="0">
                <a:latin typeface="Times New Roman" charset="0"/>
              </a:rPr>
              <a:t>K</a:t>
            </a:r>
            <a:r>
              <a:rPr lang="zh-CN" altLang="en-US" sz="2400" b="1" dirty="0">
                <a:latin typeface="Times New Roman" charset="0"/>
              </a:rPr>
              <a:t>点的水平投影。</a:t>
            </a:r>
          </a:p>
        </p:txBody>
      </p:sp>
      <p:grpSp>
        <p:nvGrpSpPr>
          <p:cNvPr id="108549" name="Group 5"/>
          <p:cNvGrpSpPr>
            <a:grpSpLocks/>
          </p:cNvGrpSpPr>
          <p:nvPr/>
        </p:nvGrpSpPr>
        <p:grpSpPr bwMode="auto">
          <a:xfrm>
            <a:off x="2701925" y="2765425"/>
            <a:ext cx="2897188" cy="3113088"/>
            <a:chOff x="742" y="1742"/>
            <a:chExt cx="1825" cy="1961"/>
          </a:xfrm>
        </p:grpSpPr>
        <p:sp>
          <p:nvSpPr>
            <p:cNvPr id="108550" name="Text Box 6"/>
            <p:cNvSpPr txBox="1">
              <a:spLocks noChangeArrowheads="1"/>
            </p:cNvSpPr>
            <p:nvPr/>
          </p:nvSpPr>
          <p:spPr bwMode="auto">
            <a:xfrm>
              <a:off x="1827" y="3182"/>
              <a:ext cx="19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108551" name="Freeform 7"/>
            <p:cNvSpPr>
              <a:spLocks/>
            </p:cNvSpPr>
            <p:nvPr/>
          </p:nvSpPr>
          <p:spPr bwMode="auto">
            <a:xfrm>
              <a:off x="1136" y="2434"/>
              <a:ext cx="1249" cy="234"/>
            </a:xfrm>
            <a:custGeom>
              <a:avLst/>
              <a:gdLst>
                <a:gd name="T0" fmla="*/ 0 w 1249"/>
                <a:gd name="T1" fmla="*/ 234 h 234"/>
                <a:gd name="T2" fmla="*/ 1249 w 1249"/>
                <a:gd name="T3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49" h="234">
                  <a:moveTo>
                    <a:pt x="0" y="234"/>
                  </a:moveTo>
                  <a:lnTo>
                    <a:pt x="1249" y="0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8552" name="Line 8"/>
            <p:cNvSpPr>
              <a:spLocks noChangeShapeType="1"/>
            </p:cNvSpPr>
            <p:nvPr/>
          </p:nvSpPr>
          <p:spPr bwMode="auto">
            <a:xfrm flipV="1">
              <a:off x="1128" y="1906"/>
              <a:ext cx="729" cy="75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8553" name="Freeform 9"/>
            <p:cNvSpPr>
              <a:spLocks/>
            </p:cNvSpPr>
            <p:nvPr/>
          </p:nvSpPr>
          <p:spPr bwMode="auto">
            <a:xfrm>
              <a:off x="1857" y="1906"/>
              <a:ext cx="532" cy="522"/>
            </a:xfrm>
            <a:custGeom>
              <a:avLst/>
              <a:gdLst>
                <a:gd name="T0" fmla="*/ 0 w 532"/>
                <a:gd name="T1" fmla="*/ 0 h 522"/>
                <a:gd name="T2" fmla="*/ 532 w 532"/>
                <a:gd name="T3" fmla="*/ 522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32" h="522">
                  <a:moveTo>
                    <a:pt x="0" y="0"/>
                  </a:moveTo>
                  <a:lnTo>
                    <a:pt x="532" y="522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8554" name="Line 10"/>
            <p:cNvSpPr>
              <a:spLocks noChangeShapeType="1"/>
            </p:cNvSpPr>
            <p:nvPr/>
          </p:nvSpPr>
          <p:spPr bwMode="auto">
            <a:xfrm>
              <a:off x="2385" y="2434"/>
              <a:ext cx="0" cy="11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8555" name="Freeform 11"/>
            <p:cNvSpPr>
              <a:spLocks/>
            </p:cNvSpPr>
            <p:nvPr/>
          </p:nvSpPr>
          <p:spPr bwMode="auto">
            <a:xfrm>
              <a:off x="1128" y="3072"/>
              <a:ext cx="1257" cy="514"/>
            </a:xfrm>
            <a:custGeom>
              <a:avLst/>
              <a:gdLst>
                <a:gd name="T0" fmla="*/ 0 w 1257"/>
                <a:gd name="T1" fmla="*/ 0 h 514"/>
                <a:gd name="T2" fmla="*/ 1257 w 1257"/>
                <a:gd name="T3" fmla="*/ 514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57" h="514">
                  <a:moveTo>
                    <a:pt x="0" y="0"/>
                  </a:moveTo>
                  <a:lnTo>
                    <a:pt x="1257" y="514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8556" name="Text Box 12"/>
            <p:cNvSpPr txBox="1">
              <a:spLocks noChangeArrowheads="1"/>
            </p:cNvSpPr>
            <p:nvPr/>
          </p:nvSpPr>
          <p:spPr bwMode="auto">
            <a:xfrm>
              <a:off x="918" y="2942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108557" name="Text Box 13"/>
            <p:cNvSpPr txBox="1">
              <a:spLocks noChangeArrowheads="1"/>
            </p:cNvSpPr>
            <p:nvPr/>
          </p:nvSpPr>
          <p:spPr bwMode="auto">
            <a:xfrm>
              <a:off x="2376" y="3470"/>
              <a:ext cx="1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c</a:t>
              </a:r>
              <a:endParaRPr lang="en-US" altLang="zh-CN" sz="2000" b="1" i="1">
                <a:latin typeface="Italic" charset="0"/>
              </a:endParaRPr>
            </a:p>
          </p:txBody>
        </p:sp>
        <p:sp>
          <p:nvSpPr>
            <p:cNvPr id="108558" name="Text Box 14"/>
            <p:cNvSpPr txBox="1">
              <a:spLocks noChangeArrowheads="1"/>
            </p:cNvSpPr>
            <p:nvPr/>
          </p:nvSpPr>
          <p:spPr bwMode="auto">
            <a:xfrm>
              <a:off x="922" y="2510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08559" name="Text Box 15"/>
            <p:cNvSpPr txBox="1">
              <a:spLocks noChangeArrowheads="1"/>
            </p:cNvSpPr>
            <p:nvPr/>
          </p:nvSpPr>
          <p:spPr bwMode="auto">
            <a:xfrm>
              <a:off x="1457" y="2222"/>
              <a:ext cx="21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k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08560" name="Text Box 16"/>
            <p:cNvSpPr txBox="1">
              <a:spLocks noChangeArrowheads="1"/>
            </p:cNvSpPr>
            <p:nvPr/>
          </p:nvSpPr>
          <p:spPr bwMode="auto">
            <a:xfrm>
              <a:off x="1865" y="1742"/>
              <a:ext cx="22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08562" name="Line 18"/>
            <p:cNvSpPr>
              <a:spLocks noChangeShapeType="1"/>
            </p:cNvSpPr>
            <p:nvPr/>
          </p:nvSpPr>
          <p:spPr bwMode="auto">
            <a:xfrm>
              <a:off x="908" y="2818"/>
              <a:ext cx="165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8563" name="Line 19"/>
            <p:cNvSpPr>
              <a:spLocks noChangeShapeType="1"/>
            </p:cNvSpPr>
            <p:nvPr/>
          </p:nvSpPr>
          <p:spPr bwMode="auto">
            <a:xfrm>
              <a:off x="1136" y="2662"/>
              <a:ext cx="0" cy="4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 i="1"/>
            </a:p>
          </p:txBody>
        </p:sp>
        <p:sp>
          <p:nvSpPr>
            <p:cNvPr id="108564" name="Line 20"/>
            <p:cNvSpPr>
              <a:spLocks noChangeShapeType="1"/>
            </p:cNvSpPr>
            <p:nvPr/>
          </p:nvSpPr>
          <p:spPr bwMode="auto">
            <a:xfrm>
              <a:off x="1857" y="1906"/>
              <a:ext cx="0" cy="14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 i="1"/>
            </a:p>
          </p:txBody>
        </p:sp>
        <p:sp>
          <p:nvSpPr>
            <p:cNvPr id="108565" name="Text Box 21"/>
            <p:cNvSpPr txBox="1">
              <a:spLocks noChangeArrowheads="1"/>
            </p:cNvSpPr>
            <p:nvPr/>
          </p:nvSpPr>
          <p:spPr bwMode="auto">
            <a:xfrm>
              <a:off x="742" y="1886"/>
              <a:ext cx="26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b="1" dirty="0">
                  <a:latin typeface="Times New Roman" charset="0"/>
                </a:rPr>
                <a:t>①</a:t>
              </a:r>
            </a:p>
          </p:txBody>
        </p:sp>
        <p:sp>
          <p:nvSpPr>
            <p:cNvPr id="108566" name="Text Box 22"/>
            <p:cNvSpPr txBox="1">
              <a:spLocks noChangeArrowheads="1"/>
            </p:cNvSpPr>
            <p:nvPr/>
          </p:nvSpPr>
          <p:spPr bwMode="auto">
            <a:xfrm>
              <a:off x="2345" y="2222"/>
              <a:ext cx="21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08561" name="Rectangle 17"/>
            <p:cNvSpPr>
              <a:spLocks noChangeArrowheads="1"/>
            </p:cNvSpPr>
            <p:nvPr/>
          </p:nvSpPr>
          <p:spPr bwMode="auto">
            <a:xfrm>
              <a:off x="1607" y="2242"/>
              <a:ext cx="213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200" dirty="0">
                  <a:solidFill>
                    <a:srgbClr val="FF0000"/>
                  </a:solidFill>
                  <a:latin typeface="Times New Roman" charset="0"/>
                </a:rPr>
                <a:t>●</a:t>
              </a:r>
              <a:endParaRPr lang="en-US" altLang="zh-CN" sz="1200" dirty="0">
                <a:latin typeface="Times New Roman" charset="0"/>
              </a:endParaRPr>
            </a:p>
          </p:txBody>
        </p:sp>
      </p:grpSp>
      <p:sp>
        <p:nvSpPr>
          <p:cNvPr id="108567" name="Text Box 23"/>
          <p:cNvSpPr txBox="1">
            <a:spLocks noChangeArrowheads="1"/>
          </p:cNvSpPr>
          <p:nvPr/>
        </p:nvSpPr>
        <p:spPr bwMode="auto">
          <a:xfrm>
            <a:off x="1853734" y="931788"/>
            <a:ext cx="27238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CC3300"/>
                </a:solidFill>
                <a:latin typeface="Times New Roman" charset="0"/>
              </a:rPr>
              <a:t> </a:t>
            </a:r>
            <a:r>
              <a:rPr lang="zh-CN" altLang="en-US" sz="2400" b="1" dirty="0">
                <a:solidFill>
                  <a:srgbClr val="CC3300"/>
                </a:solidFill>
                <a:latin typeface="Times New Roman" charset="0"/>
              </a:rPr>
              <a:t>面上取点的方法：</a:t>
            </a:r>
          </a:p>
        </p:txBody>
      </p:sp>
      <p:sp>
        <p:nvSpPr>
          <p:cNvPr id="108576" name="Text Box 32"/>
          <p:cNvSpPr txBox="1">
            <a:spLocks noChangeArrowheads="1"/>
          </p:cNvSpPr>
          <p:nvPr/>
        </p:nvSpPr>
        <p:spPr bwMode="auto">
          <a:xfrm>
            <a:off x="2762250" y="5870059"/>
            <a:ext cx="24929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b="1">
                <a:latin typeface="Times New Roman" charset="0"/>
              </a:rPr>
              <a:t>利用平面的积聚性求解</a:t>
            </a:r>
          </a:p>
        </p:txBody>
      </p:sp>
      <p:sp>
        <p:nvSpPr>
          <p:cNvPr id="108577" name="Text Box 33"/>
          <p:cNvSpPr txBox="1">
            <a:spLocks noChangeArrowheads="1"/>
          </p:cNvSpPr>
          <p:nvPr/>
        </p:nvSpPr>
        <p:spPr bwMode="auto">
          <a:xfrm>
            <a:off x="6611939" y="5870059"/>
            <a:ext cx="27238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b="1">
                <a:latin typeface="Times New Roman" charset="0"/>
              </a:rPr>
              <a:t>通过在面内作辅助线求解</a:t>
            </a:r>
          </a:p>
        </p:txBody>
      </p:sp>
      <p:sp>
        <p:nvSpPr>
          <p:cNvPr id="108578" name="AutoShape 34"/>
          <p:cNvSpPr>
            <a:spLocks noChangeArrowheads="1"/>
          </p:cNvSpPr>
          <p:nvPr/>
        </p:nvSpPr>
        <p:spPr bwMode="auto">
          <a:xfrm>
            <a:off x="5486402" y="533590"/>
            <a:ext cx="3530600" cy="562213"/>
          </a:xfrm>
          <a:prstGeom prst="cloudCallout">
            <a:avLst>
              <a:gd name="adj1" fmla="val -59301"/>
              <a:gd name="adj2" fmla="val 84736"/>
            </a:avLst>
          </a:prstGeom>
          <a:solidFill>
            <a:srgbClr val="DDDDDD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b="1" dirty="0">
                <a:latin typeface="Times New Roman" charset="0"/>
              </a:rPr>
              <a:t>首先面上取线</a:t>
            </a:r>
          </a:p>
        </p:txBody>
      </p:sp>
      <p:sp>
        <p:nvSpPr>
          <p:cNvPr id="108579" name="Line 35"/>
          <p:cNvSpPr>
            <a:spLocks noChangeShapeType="1"/>
          </p:cNvSpPr>
          <p:nvPr/>
        </p:nvSpPr>
        <p:spPr bwMode="auto">
          <a:xfrm>
            <a:off x="4251325" y="3692526"/>
            <a:ext cx="0" cy="1590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108580" name="Group 36"/>
          <p:cNvGrpSpPr>
            <a:grpSpLocks/>
          </p:cNvGrpSpPr>
          <p:nvPr/>
        </p:nvGrpSpPr>
        <p:grpSpPr bwMode="auto">
          <a:xfrm>
            <a:off x="3927475" y="5122857"/>
            <a:ext cx="482600" cy="459050"/>
            <a:chOff x="4050" y="3487"/>
            <a:chExt cx="253" cy="187"/>
          </a:xfrm>
        </p:grpSpPr>
        <p:sp>
          <p:nvSpPr>
            <p:cNvPr id="108581" name="Text Box 37"/>
            <p:cNvSpPr txBox="1">
              <a:spLocks noChangeArrowheads="1"/>
            </p:cNvSpPr>
            <p:nvPr/>
          </p:nvSpPr>
          <p:spPr bwMode="auto">
            <a:xfrm>
              <a:off x="4050" y="3524"/>
              <a:ext cx="151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/>
                <a:t>k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108582" name="Rectangle 38"/>
            <p:cNvSpPr>
              <a:spLocks noChangeArrowheads="1"/>
            </p:cNvSpPr>
            <p:nvPr/>
          </p:nvSpPr>
          <p:spPr bwMode="auto">
            <a:xfrm>
              <a:off x="4126" y="3487"/>
              <a:ext cx="177" cy="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200" b="1">
                  <a:solidFill>
                    <a:srgbClr val="FF0000"/>
                  </a:solidFill>
                  <a:latin typeface="Times New Roman" charset="0"/>
                </a:rPr>
                <a:t>●</a:t>
              </a:r>
              <a:endParaRPr lang="en-US" altLang="zh-CN" sz="1200" b="1">
                <a:latin typeface="Times New Roman" charset="0"/>
              </a:endParaRPr>
            </a:p>
          </p:txBody>
        </p:sp>
      </p:grpSp>
      <p:sp>
        <p:nvSpPr>
          <p:cNvPr id="108655" name="Freeform 111"/>
          <p:cNvSpPr>
            <a:spLocks/>
          </p:cNvSpPr>
          <p:nvPr/>
        </p:nvSpPr>
        <p:spPr bwMode="auto">
          <a:xfrm>
            <a:off x="7239000" y="5106989"/>
            <a:ext cx="1149350" cy="242887"/>
          </a:xfrm>
          <a:custGeom>
            <a:avLst/>
            <a:gdLst>
              <a:gd name="T0" fmla="*/ 0 w 724"/>
              <a:gd name="T1" fmla="*/ 153 h 153"/>
              <a:gd name="T2" fmla="*/ 724 w 724"/>
              <a:gd name="T3" fmla="*/ 0 h 15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24" h="153">
                <a:moveTo>
                  <a:pt x="0" y="153"/>
                </a:moveTo>
                <a:lnTo>
                  <a:pt x="724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656" name="Freeform 112"/>
          <p:cNvSpPr>
            <a:spLocks/>
          </p:cNvSpPr>
          <p:nvPr/>
        </p:nvSpPr>
        <p:spPr bwMode="auto">
          <a:xfrm>
            <a:off x="7239000" y="3381375"/>
            <a:ext cx="1149350" cy="998538"/>
          </a:xfrm>
          <a:custGeom>
            <a:avLst/>
            <a:gdLst>
              <a:gd name="T0" fmla="*/ 0 w 724"/>
              <a:gd name="T1" fmla="*/ 629 h 629"/>
              <a:gd name="T2" fmla="*/ 724 w 724"/>
              <a:gd name="T3" fmla="*/ 0 h 62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24" h="629">
                <a:moveTo>
                  <a:pt x="0" y="629"/>
                </a:moveTo>
                <a:lnTo>
                  <a:pt x="724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657" name="Text Box 113"/>
          <p:cNvSpPr txBox="1">
            <a:spLocks noChangeArrowheads="1"/>
          </p:cNvSpPr>
          <p:nvPr/>
        </p:nvSpPr>
        <p:spPr bwMode="auto">
          <a:xfrm>
            <a:off x="8383588" y="3103047"/>
            <a:ext cx="3642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/>
              <a:t>d</a:t>
            </a:r>
            <a:r>
              <a:rPr lang="en-US" altLang="zh-CN" b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108658" name="Text Box 114"/>
          <p:cNvSpPr txBox="1">
            <a:spLocks noChangeArrowheads="1"/>
          </p:cNvSpPr>
          <p:nvPr/>
        </p:nvSpPr>
        <p:spPr bwMode="auto">
          <a:xfrm>
            <a:off x="8394700" y="4784209"/>
            <a:ext cx="3064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/>
              <a:t>d</a:t>
            </a:r>
            <a:endParaRPr lang="en-US" altLang="zh-CN">
              <a:latin typeface="Times New Roman" charset="0"/>
            </a:endParaRPr>
          </a:p>
        </p:txBody>
      </p:sp>
      <p:grpSp>
        <p:nvGrpSpPr>
          <p:cNvPr id="108659" name="Group 115"/>
          <p:cNvGrpSpPr>
            <a:grpSpLocks/>
          </p:cNvGrpSpPr>
          <p:nvPr/>
        </p:nvGrpSpPr>
        <p:grpSpPr bwMode="auto">
          <a:xfrm>
            <a:off x="6799264" y="2874963"/>
            <a:ext cx="2611438" cy="3113088"/>
            <a:chOff x="3323" y="1730"/>
            <a:chExt cx="1645" cy="1961"/>
          </a:xfrm>
        </p:grpSpPr>
        <p:sp>
          <p:nvSpPr>
            <p:cNvPr id="108660" name="Text Box 116"/>
            <p:cNvSpPr txBox="1">
              <a:spLocks noChangeArrowheads="1"/>
            </p:cNvSpPr>
            <p:nvPr/>
          </p:nvSpPr>
          <p:spPr bwMode="auto">
            <a:xfrm>
              <a:off x="3325" y="1778"/>
              <a:ext cx="26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b="1" dirty="0">
                  <a:latin typeface="Times New Roman" charset="0"/>
                </a:rPr>
                <a:t>②</a:t>
              </a:r>
            </a:p>
          </p:txBody>
        </p:sp>
        <p:sp>
          <p:nvSpPr>
            <p:cNvPr id="108661" name="Text Box 117"/>
            <p:cNvSpPr txBox="1">
              <a:spLocks noChangeArrowheads="1"/>
            </p:cNvSpPr>
            <p:nvPr/>
          </p:nvSpPr>
          <p:spPr bwMode="auto">
            <a:xfrm>
              <a:off x="3960" y="2182"/>
              <a:ext cx="21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200" b="1" dirty="0">
                  <a:solidFill>
                    <a:schemeClr val="accent2"/>
                  </a:solidFill>
                  <a:latin typeface="Times New Roman" charset="0"/>
                </a:rPr>
                <a:t>●</a:t>
              </a:r>
              <a:endParaRPr lang="en-US" altLang="zh-CN" b="1" dirty="0">
                <a:latin typeface="Times New Roman" charset="0"/>
              </a:endParaRPr>
            </a:p>
          </p:txBody>
        </p:sp>
        <p:sp>
          <p:nvSpPr>
            <p:cNvPr id="108662" name="Line 118"/>
            <p:cNvSpPr>
              <a:spLocks noChangeShapeType="1"/>
            </p:cNvSpPr>
            <p:nvPr/>
          </p:nvSpPr>
          <p:spPr bwMode="auto">
            <a:xfrm>
              <a:off x="3323" y="2806"/>
              <a:ext cx="164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8663" name="Freeform 119"/>
            <p:cNvSpPr>
              <a:spLocks/>
            </p:cNvSpPr>
            <p:nvPr/>
          </p:nvSpPr>
          <p:spPr bwMode="auto">
            <a:xfrm>
              <a:off x="3585" y="2416"/>
              <a:ext cx="1144" cy="266"/>
            </a:xfrm>
            <a:custGeom>
              <a:avLst/>
              <a:gdLst>
                <a:gd name="T0" fmla="*/ 0 w 1144"/>
                <a:gd name="T1" fmla="*/ 266 h 266"/>
                <a:gd name="T2" fmla="*/ 1144 w 1144"/>
                <a:gd name="T3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44" h="266">
                  <a:moveTo>
                    <a:pt x="0" y="266"/>
                  </a:moveTo>
                  <a:lnTo>
                    <a:pt x="1144" y="0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8664" name="Freeform 120"/>
            <p:cNvSpPr>
              <a:spLocks/>
            </p:cNvSpPr>
            <p:nvPr/>
          </p:nvSpPr>
          <p:spPr bwMode="auto">
            <a:xfrm>
              <a:off x="3585" y="1942"/>
              <a:ext cx="624" cy="742"/>
            </a:xfrm>
            <a:custGeom>
              <a:avLst/>
              <a:gdLst>
                <a:gd name="T0" fmla="*/ 0 w 624"/>
                <a:gd name="T1" fmla="*/ 742 h 742"/>
                <a:gd name="T2" fmla="*/ 624 w 624"/>
                <a:gd name="T3" fmla="*/ 0 h 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4" h="742">
                  <a:moveTo>
                    <a:pt x="0" y="742"/>
                  </a:moveTo>
                  <a:lnTo>
                    <a:pt x="624" y="0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8665" name="Freeform 121"/>
            <p:cNvSpPr>
              <a:spLocks/>
            </p:cNvSpPr>
            <p:nvPr/>
          </p:nvSpPr>
          <p:spPr bwMode="auto">
            <a:xfrm>
              <a:off x="4209" y="1942"/>
              <a:ext cx="534" cy="474"/>
            </a:xfrm>
            <a:custGeom>
              <a:avLst/>
              <a:gdLst>
                <a:gd name="T0" fmla="*/ 0 w 534"/>
                <a:gd name="T1" fmla="*/ 0 h 474"/>
                <a:gd name="T2" fmla="*/ 534 w 534"/>
                <a:gd name="T3" fmla="*/ 474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34" h="474">
                  <a:moveTo>
                    <a:pt x="0" y="0"/>
                  </a:moveTo>
                  <a:lnTo>
                    <a:pt x="534" y="474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8666" name="Line 122"/>
            <p:cNvSpPr>
              <a:spLocks noChangeShapeType="1"/>
            </p:cNvSpPr>
            <p:nvPr/>
          </p:nvSpPr>
          <p:spPr bwMode="auto">
            <a:xfrm>
              <a:off x="4209" y="1942"/>
              <a:ext cx="0" cy="10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8667" name="Line 123"/>
            <p:cNvSpPr>
              <a:spLocks noChangeShapeType="1"/>
            </p:cNvSpPr>
            <p:nvPr/>
          </p:nvSpPr>
          <p:spPr bwMode="auto">
            <a:xfrm>
              <a:off x="3585" y="2662"/>
              <a:ext cx="0" cy="6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8668" name="Line 124"/>
            <p:cNvSpPr>
              <a:spLocks noChangeShapeType="1"/>
            </p:cNvSpPr>
            <p:nvPr/>
          </p:nvSpPr>
          <p:spPr bwMode="auto">
            <a:xfrm flipV="1">
              <a:off x="3585" y="2998"/>
              <a:ext cx="624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8669" name="Freeform 125"/>
            <p:cNvSpPr>
              <a:spLocks/>
            </p:cNvSpPr>
            <p:nvPr/>
          </p:nvSpPr>
          <p:spPr bwMode="auto">
            <a:xfrm>
              <a:off x="4209" y="2998"/>
              <a:ext cx="534" cy="533"/>
            </a:xfrm>
            <a:custGeom>
              <a:avLst/>
              <a:gdLst>
                <a:gd name="T0" fmla="*/ 0 w 534"/>
                <a:gd name="T1" fmla="*/ 0 h 533"/>
                <a:gd name="T2" fmla="*/ 534 w 534"/>
                <a:gd name="T3" fmla="*/ 533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34" h="533">
                  <a:moveTo>
                    <a:pt x="0" y="0"/>
                  </a:moveTo>
                  <a:lnTo>
                    <a:pt x="534" y="533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8670" name="Line 126"/>
            <p:cNvSpPr>
              <a:spLocks noChangeShapeType="1"/>
            </p:cNvSpPr>
            <p:nvPr/>
          </p:nvSpPr>
          <p:spPr bwMode="auto">
            <a:xfrm flipH="1" flipV="1">
              <a:off x="3585" y="3286"/>
              <a:ext cx="115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8671" name="Text Box 127"/>
            <p:cNvSpPr txBox="1">
              <a:spLocks noChangeArrowheads="1"/>
            </p:cNvSpPr>
            <p:nvPr/>
          </p:nvSpPr>
          <p:spPr bwMode="auto">
            <a:xfrm>
              <a:off x="3391" y="3170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108672" name="Text Box 128"/>
            <p:cNvSpPr txBox="1">
              <a:spLocks noChangeArrowheads="1"/>
            </p:cNvSpPr>
            <p:nvPr/>
          </p:nvSpPr>
          <p:spPr bwMode="auto">
            <a:xfrm>
              <a:off x="4036" y="2798"/>
              <a:ext cx="19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108673" name="Text Box 129"/>
            <p:cNvSpPr txBox="1">
              <a:spLocks noChangeArrowheads="1"/>
            </p:cNvSpPr>
            <p:nvPr/>
          </p:nvSpPr>
          <p:spPr bwMode="auto">
            <a:xfrm>
              <a:off x="4689" y="3458"/>
              <a:ext cx="1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108674" name="Text Box 130"/>
            <p:cNvSpPr txBox="1">
              <a:spLocks noChangeArrowheads="1"/>
            </p:cNvSpPr>
            <p:nvPr/>
          </p:nvSpPr>
          <p:spPr bwMode="auto">
            <a:xfrm>
              <a:off x="3383" y="2546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08675" name="Text Box 131"/>
            <p:cNvSpPr txBox="1">
              <a:spLocks noChangeArrowheads="1"/>
            </p:cNvSpPr>
            <p:nvPr/>
          </p:nvSpPr>
          <p:spPr bwMode="auto">
            <a:xfrm>
              <a:off x="4169" y="1730"/>
              <a:ext cx="22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08676" name="Text Box 132"/>
            <p:cNvSpPr txBox="1">
              <a:spLocks noChangeArrowheads="1"/>
            </p:cNvSpPr>
            <p:nvPr/>
          </p:nvSpPr>
          <p:spPr bwMode="auto">
            <a:xfrm>
              <a:off x="4011" y="2242"/>
              <a:ext cx="23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 dirty="0">
                  <a:latin typeface="Italic" charset="0"/>
                </a:rPr>
                <a:t>k</a:t>
              </a:r>
              <a:r>
                <a:rPr lang="en-US" altLang="zh-CN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08677" name="Text Box 133"/>
            <p:cNvSpPr txBox="1">
              <a:spLocks noChangeArrowheads="1"/>
            </p:cNvSpPr>
            <p:nvPr/>
          </p:nvSpPr>
          <p:spPr bwMode="auto">
            <a:xfrm>
              <a:off x="4720" y="2306"/>
              <a:ext cx="21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08678" name="Line 134"/>
            <p:cNvSpPr>
              <a:spLocks noChangeShapeType="1"/>
            </p:cNvSpPr>
            <p:nvPr/>
          </p:nvSpPr>
          <p:spPr bwMode="auto">
            <a:xfrm>
              <a:off x="4739" y="2417"/>
              <a:ext cx="0" cy="11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 i="1"/>
            </a:p>
          </p:txBody>
        </p:sp>
      </p:grpSp>
      <p:sp>
        <p:nvSpPr>
          <p:cNvPr id="108679" name="Line 135"/>
          <p:cNvSpPr>
            <a:spLocks noChangeShapeType="1"/>
          </p:cNvSpPr>
          <p:nvPr/>
        </p:nvSpPr>
        <p:spPr bwMode="auto">
          <a:xfrm>
            <a:off x="8388350" y="3363914"/>
            <a:ext cx="0" cy="1743075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8680" name="Line 136"/>
          <p:cNvSpPr>
            <a:spLocks noChangeShapeType="1"/>
          </p:cNvSpPr>
          <p:nvPr/>
        </p:nvSpPr>
        <p:spPr bwMode="auto">
          <a:xfrm>
            <a:off x="7983538" y="3744913"/>
            <a:ext cx="0" cy="14478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8681" name="Group 137"/>
          <p:cNvGrpSpPr>
            <a:grpSpLocks/>
          </p:cNvGrpSpPr>
          <p:nvPr/>
        </p:nvGrpSpPr>
        <p:grpSpPr bwMode="auto">
          <a:xfrm>
            <a:off x="7816858" y="5041906"/>
            <a:ext cx="461963" cy="427038"/>
            <a:chOff x="3973" y="3113"/>
            <a:chExt cx="291" cy="269"/>
          </a:xfrm>
        </p:grpSpPr>
        <p:sp>
          <p:nvSpPr>
            <p:cNvPr id="108682" name="Text Box 138"/>
            <p:cNvSpPr txBox="1">
              <a:spLocks noChangeArrowheads="1"/>
            </p:cNvSpPr>
            <p:nvPr/>
          </p:nvSpPr>
          <p:spPr bwMode="auto">
            <a:xfrm>
              <a:off x="4082" y="3149"/>
              <a:ext cx="18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/>
                <a:t>k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108683" name="Rectangle 139"/>
            <p:cNvSpPr>
              <a:spLocks noChangeArrowheads="1"/>
            </p:cNvSpPr>
            <p:nvPr/>
          </p:nvSpPr>
          <p:spPr bwMode="auto">
            <a:xfrm>
              <a:off x="3973" y="3113"/>
              <a:ext cx="213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200" b="1">
                  <a:solidFill>
                    <a:schemeClr val="accent2"/>
                  </a:solidFill>
                  <a:latin typeface="Times New Roman" charset="0"/>
                </a:rPr>
                <a:t>●</a:t>
              </a:r>
              <a:endParaRPr lang="en-US" altLang="zh-CN" sz="1200" b="1">
                <a:latin typeface="Times New Roman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AE501D3-57E3-499D-9E40-F69190B24D2A}"/>
              </a:ext>
            </a:extLst>
          </p:cNvPr>
          <p:cNvSpPr txBox="1"/>
          <p:nvPr/>
        </p:nvSpPr>
        <p:spPr>
          <a:xfrm>
            <a:off x="2882812" y="301502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2-12】</a:t>
            </a:r>
            <a:endParaRPr 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EBB8193-6BF5-4482-933F-7B07205C6525}"/>
              </a:ext>
            </a:extLst>
          </p:cNvPr>
          <p:cNvSpPr txBox="1"/>
          <p:nvPr/>
        </p:nvSpPr>
        <p:spPr>
          <a:xfrm>
            <a:off x="6967484" y="294326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2-13】</a:t>
            </a:r>
            <a:endParaRPr 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2F16C-BD52-4434-8782-6E45828F7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D468A-7BEE-D64E-B3C0-35B7641BD35D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01ED8-3E03-4F47-81FE-23D3C0CC9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AFA3B-72CD-4EF3-86DB-C6F1189CE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9617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08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10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" fill="hold"/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" fill="hold"/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" fill="hold"/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" fill="hold"/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8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8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0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85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85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8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8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85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8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08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75"/>
                                        <p:tgtEl>
                                          <p:spTgt spid="1086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0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08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0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08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08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 autoUpdateAnimBg="0"/>
      <p:bldP spid="108548" grpId="0" autoUpdateAnimBg="0"/>
      <p:bldP spid="108567" grpId="0" build="p" autoUpdateAnimBg="0"/>
      <p:bldP spid="108576" grpId="0" autoUpdateAnimBg="0"/>
      <p:bldP spid="108577" grpId="0" autoUpdateAnimBg="0"/>
      <p:bldP spid="108578" grpId="0" animBg="1" autoUpdateAnimBg="0"/>
      <p:bldP spid="108579" grpId="0" animBg="1"/>
      <p:bldP spid="108655" grpId="0" animBg="1"/>
      <p:bldP spid="108656" grpId="0" animBg="1"/>
      <p:bldP spid="108657" grpId="0" build="p" autoUpdateAnimBg="0"/>
      <p:bldP spid="108658" grpId="0" autoUpdateAnimBg="0"/>
      <p:bldP spid="108679" grpId="0" animBg="1"/>
      <p:bldP spid="108680" grpId="0" animBg="1"/>
      <p:bldP spid="2" grpId="0"/>
      <p:bldP spid="6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D33048-D226-4B71-849D-6A3B920FC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0A705-2E9B-D245-AF26-B35F5F771C6B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6B6421-B31F-4C7D-8567-9F7836AE8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449C6-DFA2-433D-BB16-D1292B555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19</a:t>
            </a:fld>
            <a:endParaRPr lang="en-US"/>
          </a:p>
        </p:txBody>
      </p:sp>
      <p:sp>
        <p:nvSpPr>
          <p:cNvPr id="40" name="Text Box 36">
            <a:extLst>
              <a:ext uri="{FF2B5EF4-FFF2-40B4-BE49-F238E27FC236}">
                <a16:creationId xmlns:a16="http://schemas.microsoft.com/office/drawing/2014/main" id="{2BA15389-0986-B9B8-6075-C51F6A597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9954" y="931608"/>
            <a:ext cx="102048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zh-CN" altLang="en-US" sz="2400" b="1" i="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i="0" dirty="0">
                <a:latin typeface="黑体" panose="02010609060101010101" pitchFamily="49" charset="-122"/>
                <a:ea typeface="黑体" panose="02010609060101010101" pitchFamily="49" charset="-122"/>
              </a:rPr>
              <a:t>5.5</a:t>
            </a:r>
            <a:r>
              <a:rPr lang="zh-CN" altLang="en-US" sz="2400" dirty="0">
                <a:solidFill>
                  <a:srgbClr val="C00000"/>
                </a:solidFill>
                <a:sym typeface="Wingdings" panose="05000000000000000000" pitchFamily="2" charset="2"/>
              </a:rPr>
              <a:t> </a:t>
            </a:r>
            <a:r>
              <a:rPr lang="zh-CN" altLang="en-US" sz="2400" b="1" i="0" dirty="0">
                <a:latin typeface="黑体" panose="02010609060101010101" pitchFamily="49" charset="-122"/>
                <a:ea typeface="黑体" panose="02010609060101010101" pitchFamily="49" charset="-122"/>
              </a:rPr>
              <a:t>：已知</a:t>
            </a:r>
            <a:r>
              <a:rPr lang="en-US" altLang="zh-CN" sz="2400" b="1" i="0" dirty="0">
                <a:latin typeface="黑体" panose="02010609060101010101" pitchFamily="49" charset="-122"/>
                <a:ea typeface="黑体" panose="02010609060101010101" pitchFamily="49" charset="-122"/>
              </a:rPr>
              <a:t>AC</a:t>
            </a:r>
            <a:r>
              <a:rPr lang="zh-CN" altLang="en-US" sz="2400" b="1" i="0" dirty="0">
                <a:latin typeface="黑体" panose="02010609060101010101" pitchFamily="49" charset="-122"/>
                <a:ea typeface="黑体" panose="02010609060101010101" pitchFamily="49" charset="-122"/>
              </a:rPr>
              <a:t>为正平线，补全平行四边形</a:t>
            </a:r>
            <a:r>
              <a:rPr lang="en-US" altLang="zh-CN" sz="2400" b="1" i="0" dirty="0">
                <a:latin typeface="黑体" panose="02010609060101010101" pitchFamily="49" charset="-122"/>
                <a:ea typeface="黑体" panose="02010609060101010101" pitchFamily="49" charset="-122"/>
              </a:rPr>
              <a:t>ABCD</a:t>
            </a:r>
            <a:r>
              <a:rPr lang="zh-CN" altLang="en-US" sz="2400" b="1" i="0" dirty="0">
                <a:latin typeface="黑体" panose="02010609060101010101" pitchFamily="49" charset="-122"/>
                <a:ea typeface="黑体" panose="02010609060101010101" pitchFamily="49" charset="-122"/>
              </a:rPr>
              <a:t>的水平投影。</a:t>
            </a:r>
            <a:r>
              <a:rPr lang="en-US" altLang="zh-CN" sz="2400" b="1" i="0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400" b="1" i="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i="0" dirty="0">
                <a:latin typeface="黑体" panose="02010609060101010101" pitchFamily="49" charset="-122"/>
                <a:ea typeface="黑体" panose="02010609060101010101" pitchFamily="49" charset="-122"/>
              </a:rPr>
              <a:t>2-14】</a:t>
            </a:r>
            <a:endParaRPr lang="zh-CN" altLang="en-US" sz="2400" b="1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3" name="Freeform 2">
            <a:extLst>
              <a:ext uri="{FF2B5EF4-FFF2-40B4-BE49-F238E27FC236}">
                <a16:creationId xmlns:a16="http://schemas.microsoft.com/office/drawing/2014/main" id="{E6E65DA9-0385-B266-230A-EAC25E846E3B}"/>
              </a:ext>
            </a:extLst>
          </p:cNvPr>
          <p:cNvSpPr>
            <a:spLocks/>
          </p:cNvSpPr>
          <p:nvPr/>
        </p:nvSpPr>
        <p:spPr bwMode="auto">
          <a:xfrm>
            <a:off x="7306849" y="5415202"/>
            <a:ext cx="1989137" cy="627063"/>
          </a:xfrm>
          <a:custGeom>
            <a:avLst/>
            <a:gdLst>
              <a:gd name="T0" fmla="*/ 0 w 1262"/>
              <a:gd name="T1" fmla="*/ 0 h 387"/>
              <a:gd name="T2" fmla="*/ 1262 w 1262"/>
              <a:gd name="T3" fmla="*/ 387 h 38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262" h="387">
                <a:moveTo>
                  <a:pt x="0" y="0"/>
                </a:moveTo>
                <a:lnTo>
                  <a:pt x="1262" y="387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9568" name="Freeform 3">
            <a:extLst>
              <a:ext uri="{FF2B5EF4-FFF2-40B4-BE49-F238E27FC236}">
                <a16:creationId xmlns:a16="http://schemas.microsoft.com/office/drawing/2014/main" id="{3BFE2D8A-9E55-45FF-6E07-DE3FAC90BC68}"/>
              </a:ext>
            </a:extLst>
          </p:cNvPr>
          <p:cNvSpPr>
            <a:spLocks/>
          </p:cNvSpPr>
          <p:nvPr/>
        </p:nvSpPr>
        <p:spPr bwMode="auto">
          <a:xfrm>
            <a:off x="3520661" y="4844774"/>
            <a:ext cx="893763" cy="1201733"/>
          </a:xfrm>
          <a:custGeom>
            <a:avLst/>
            <a:gdLst>
              <a:gd name="T0" fmla="*/ 0 w 597"/>
              <a:gd name="T1" fmla="*/ 0 h 784"/>
              <a:gd name="T2" fmla="*/ 597 w 597"/>
              <a:gd name="T3" fmla="*/ 784 h 78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97" h="784">
                <a:moveTo>
                  <a:pt x="0" y="0"/>
                </a:moveTo>
                <a:lnTo>
                  <a:pt x="597" y="784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569" name="Line 4">
            <a:extLst>
              <a:ext uri="{FF2B5EF4-FFF2-40B4-BE49-F238E27FC236}">
                <a16:creationId xmlns:a16="http://schemas.microsoft.com/office/drawing/2014/main" id="{49B0600C-7A75-58A2-D9B0-DF4533EB90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0661" y="4844774"/>
            <a:ext cx="1981200" cy="609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26" name="Freeform 5">
            <a:extLst>
              <a:ext uri="{FF2B5EF4-FFF2-40B4-BE49-F238E27FC236}">
                <a16:creationId xmlns:a16="http://schemas.microsoft.com/office/drawing/2014/main" id="{DD3EC768-2158-C52A-F151-81D87EF9796D}"/>
              </a:ext>
            </a:extLst>
          </p:cNvPr>
          <p:cNvSpPr>
            <a:spLocks/>
          </p:cNvSpPr>
          <p:nvPr/>
        </p:nvSpPr>
        <p:spPr bwMode="auto">
          <a:xfrm>
            <a:off x="4422361" y="5454374"/>
            <a:ext cx="1079500" cy="592138"/>
          </a:xfrm>
          <a:custGeom>
            <a:avLst/>
            <a:gdLst>
              <a:gd name="T0" fmla="*/ 0 w 672"/>
              <a:gd name="T1" fmla="*/ 399 h 399"/>
              <a:gd name="T2" fmla="*/ 672 w 672"/>
              <a:gd name="T3" fmla="*/ 0 h 39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72" h="399">
                <a:moveTo>
                  <a:pt x="0" y="399"/>
                </a:moveTo>
                <a:lnTo>
                  <a:pt x="672" y="0"/>
                </a:ln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27" name="Line 6">
            <a:extLst>
              <a:ext uri="{FF2B5EF4-FFF2-40B4-BE49-F238E27FC236}">
                <a16:creationId xmlns:a16="http://schemas.microsoft.com/office/drawing/2014/main" id="{1FF837B6-385F-7CE4-D3F0-BE18F74AE7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3861" y="5454374"/>
            <a:ext cx="1981200" cy="609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28" name="Line 7">
            <a:extLst>
              <a:ext uri="{FF2B5EF4-FFF2-40B4-BE49-F238E27FC236}">
                <a16:creationId xmlns:a16="http://schemas.microsoft.com/office/drawing/2014/main" id="{70C97EC1-7658-79AA-915D-A2BC42AA2FC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5061" y="2025374"/>
            <a:ext cx="0" cy="40386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29" name="Text Box 8">
            <a:extLst>
              <a:ext uri="{FF2B5EF4-FFF2-40B4-BE49-F238E27FC236}">
                <a16:creationId xmlns:a16="http://schemas.microsoft.com/office/drawing/2014/main" id="{3BBB2B1E-946E-058D-D2A0-A7F3324AC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0911" y="6031708"/>
            <a:ext cx="3064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b</a:t>
            </a:r>
            <a:endParaRPr lang="en-US" altLang="zh-CN" b="1" i="1">
              <a:latin typeface="Times New Roman" charset="0"/>
            </a:endParaRPr>
          </a:p>
        </p:txBody>
      </p:sp>
      <p:sp>
        <p:nvSpPr>
          <p:cNvPr id="109630" name="Line 9">
            <a:extLst>
              <a:ext uri="{FF2B5EF4-FFF2-40B4-BE49-F238E27FC236}">
                <a16:creationId xmlns:a16="http://schemas.microsoft.com/office/drawing/2014/main" id="{B46F03A4-7BE5-10C3-8146-EE866C06905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1861" y="3015974"/>
            <a:ext cx="0" cy="24384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31" name="Text Box 10">
            <a:extLst>
              <a:ext uri="{FF2B5EF4-FFF2-40B4-BE49-F238E27FC236}">
                <a16:creationId xmlns:a16="http://schemas.microsoft.com/office/drawing/2014/main" id="{439948B5-B945-907C-E280-6F35C7680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6461" y="5231608"/>
            <a:ext cx="2808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c</a:t>
            </a:r>
            <a:endParaRPr lang="en-US" altLang="zh-CN" b="1" i="1">
              <a:latin typeface="Times New Roman" charset="0"/>
            </a:endParaRPr>
          </a:p>
        </p:txBody>
      </p:sp>
      <p:sp>
        <p:nvSpPr>
          <p:cNvPr id="109632" name="Line 11">
            <a:extLst>
              <a:ext uri="{FF2B5EF4-FFF2-40B4-BE49-F238E27FC236}">
                <a16:creationId xmlns:a16="http://schemas.microsoft.com/office/drawing/2014/main" id="{4F9EF3B6-01C0-29FE-33D6-44A9277900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7861" y="3092174"/>
            <a:ext cx="0" cy="2362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33" name="Text Box 12">
            <a:extLst>
              <a:ext uri="{FF2B5EF4-FFF2-40B4-BE49-F238E27FC236}">
                <a16:creationId xmlns:a16="http://schemas.microsoft.com/office/drawing/2014/main" id="{517E0DC5-5762-BD96-1E62-19E3DC910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7511" y="5422108"/>
            <a:ext cx="2888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k</a:t>
            </a:r>
            <a:endParaRPr lang="en-US" altLang="zh-CN" b="1" i="1">
              <a:latin typeface="Times New Roman" charset="0"/>
            </a:endParaRPr>
          </a:p>
        </p:txBody>
      </p:sp>
      <p:sp>
        <p:nvSpPr>
          <p:cNvPr id="109634" name="Line 13">
            <a:extLst>
              <a:ext uri="{FF2B5EF4-FFF2-40B4-BE49-F238E27FC236}">
                <a16:creationId xmlns:a16="http://schemas.microsoft.com/office/drawing/2014/main" id="{8A01B8D0-2333-DB18-DB69-6486959CC6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2724" y="4387574"/>
            <a:ext cx="35052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35" name="Line 14">
            <a:extLst>
              <a:ext uri="{FF2B5EF4-FFF2-40B4-BE49-F238E27FC236}">
                <a16:creationId xmlns:a16="http://schemas.microsoft.com/office/drawing/2014/main" id="{E7C762FB-7282-D12C-8C22-59E462371C7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1324" y="3168374"/>
            <a:ext cx="1066800" cy="990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36" name="Line 15">
            <a:extLst>
              <a:ext uri="{FF2B5EF4-FFF2-40B4-BE49-F238E27FC236}">
                <a16:creationId xmlns:a16="http://schemas.microsoft.com/office/drawing/2014/main" id="{DF4F1695-9961-709A-E862-42BDC68D42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71324" y="2025374"/>
            <a:ext cx="1981200" cy="1143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37" name="Line 16">
            <a:extLst>
              <a:ext uri="{FF2B5EF4-FFF2-40B4-BE49-F238E27FC236}">
                <a16:creationId xmlns:a16="http://schemas.microsoft.com/office/drawing/2014/main" id="{133B2BC6-CF5A-8667-71F3-8E4EE43B1E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38124" y="3015974"/>
            <a:ext cx="1981200" cy="1143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38" name="Line 17">
            <a:extLst>
              <a:ext uri="{FF2B5EF4-FFF2-40B4-BE49-F238E27FC236}">
                <a16:creationId xmlns:a16="http://schemas.microsoft.com/office/drawing/2014/main" id="{D77AC6F7-5E09-895C-69EE-B58BD010FD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2524" y="2025374"/>
            <a:ext cx="1066800" cy="990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39" name="Line 18">
            <a:extLst>
              <a:ext uri="{FF2B5EF4-FFF2-40B4-BE49-F238E27FC236}">
                <a16:creationId xmlns:a16="http://schemas.microsoft.com/office/drawing/2014/main" id="{5CDF6FEA-196D-BCE6-D44E-C189ACD8D36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8124" y="4158974"/>
            <a:ext cx="0" cy="6858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40" name="Line 19">
            <a:extLst>
              <a:ext uri="{FF2B5EF4-FFF2-40B4-BE49-F238E27FC236}">
                <a16:creationId xmlns:a16="http://schemas.microsoft.com/office/drawing/2014/main" id="{A82A4518-290A-D631-93B7-E60ECFED934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1324" y="3168374"/>
            <a:ext cx="0" cy="22860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41" name="Freeform 20">
            <a:extLst>
              <a:ext uri="{FF2B5EF4-FFF2-40B4-BE49-F238E27FC236}">
                <a16:creationId xmlns:a16="http://schemas.microsoft.com/office/drawing/2014/main" id="{1A50167F-D0B0-9590-B320-D87B2BAD3400}"/>
              </a:ext>
            </a:extLst>
          </p:cNvPr>
          <p:cNvSpPr>
            <a:spLocks/>
          </p:cNvSpPr>
          <p:nvPr/>
        </p:nvSpPr>
        <p:spPr bwMode="auto">
          <a:xfrm>
            <a:off x="2471324" y="4820962"/>
            <a:ext cx="1066800" cy="633412"/>
          </a:xfrm>
          <a:custGeom>
            <a:avLst/>
            <a:gdLst>
              <a:gd name="T0" fmla="*/ 0 w 672"/>
              <a:gd name="T1" fmla="*/ 399 h 399"/>
              <a:gd name="T2" fmla="*/ 672 w 672"/>
              <a:gd name="T3" fmla="*/ 0 h 39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72" h="399">
                <a:moveTo>
                  <a:pt x="0" y="399"/>
                </a:moveTo>
                <a:lnTo>
                  <a:pt x="672" y="0"/>
                </a:ln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42" name="Text Box 21">
            <a:extLst>
              <a:ext uri="{FF2B5EF4-FFF2-40B4-BE49-F238E27FC236}">
                <a16:creationId xmlns:a16="http://schemas.microsoft.com/office/drawing/2014/main" id="{1D187D19-F02B-9964-99E2-8B5BE62CA7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1761" y="5269708"/>
            <a:ext cx="3032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a</a:t>
            </a:r>
            <a:endParaRPr lang="en-US" altLang="zh-CN" b="1" i="1">
              <a:latin typeface="Times New Roman" charset="0"/>
            </a:endParaRPr>
          </a:p>
        </p:txBody>
      </p:sp>
      <p:sp>
        <p:nvSpPr>
          <p:cNvPr id="109643" name="Text Box 22">
            <a:extLst>
              <a:ext uri="{FF2B5EF4-FFF2-40B4-BE49-F238E27FC236}">
                <a16:creationId xmlns:a16="http://schemas.microsoft.com/office/drawing/2014/main" id="{990A417C-E08C-694D-DAD7-BF42DB771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274" y="4564858"/>
            <a:ext cx="3032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 dirty="0"/>
              <a:t>d</a:t>
            </a:r>
          </a:p>
        </p:txBody>
      </p:sp>
      <p:sp>
        <p:nvSpPr>
          <p:cNvPr id="109644" name="Text Box 23">
            <a:extLst>
              <a:ext uri="{FF2B5EF4-FFF2-40B4-BE49-F238E27FC236}">
                <a16:creationId xmlns:a16="http://schemas.microsoft.com/office/drawing/2014/main" id="{AD6B664A-9DAB-B343-A7E7-77B2B48FA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3349" y="2907508"/>
            <a:ext cx="360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a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109645" name="Text Box 24">
            <a:extLst>
              <a:ext uri="{FF2B5EF4-FFF2-40B4-BE49-F238E27FC236}">
                <a16:creationId xmlns:a16="http://schemas.microsoft.com/office/drawing/2014/main" id="{99FFAE6C-FE05-AE9E-B286-CF8387BD9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499" y="4050508"/>
            <a:ext cx="360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d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109646" name="Text Box 25">
            <a:extLst>
              <a:ext uri="{FF2B5EF4-FFF2-40B4-BE49-F238E27FC236}">
                <a16:creationId xmlns:a16="http://schemas.microsoft.com/office/drawing/2014/main" id="{6E816EC4-06C4-25DB-D8A5-B453A43DA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5674" y="1688308"/>
            <a:ext cx="360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b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109647" name="Text Box 26">
            <a:extLst>
              <a:ext uri="{FF2B5EF4-FFF2-40B4-BE49-F238E27FC236}">
                <a16:creationId xmlns:a16="http://schemas.microsoft.com/office/drawing/2014/main" id="{ADD77FDC-AD81-BD7F-6A40-A849CEA9E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4874" y="2831308"/>
            <a:ext cx="3385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c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109648" name="Line 27">
            <a:extLst>
              <a:ext uri="{FF2B5EF4-FFF2-40B4-BE49-F238E27FC236}">
                <a16:creationId xmlns:a16="http://schemas.microsoft.com/office/drawing/2014/main" id="{1BF37C3F-7244-CEEF-1C97-F05D6EC50F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53861" y="3015974"/>
            <a:ext cx="3048000" cy="1524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49" name="Line 28">
            <a:extLst>
              <a:ext uri="{FF2B5EF4-FFF2-40B4-BE49-F238E27FC236}">
                <a16:creationId xmlns:a16="http://schemas.microsoft.com/office/drawing/2014/main" id="{22B1F7EB-E9AC-3A10-9A05-5E430A1827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20661" y="2025374"/>
            <a:ext cx="914400" cy="21336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50" name="Text Box 29">
            <a:extLst>
              <a:ext uri="{FF2B5EF4-FFF2-40B4-BE49-F238E27FC236}">
                <a16:creationId xmlns:a16="http://schemas.microsoft.com/office/drawing/2014/main" id="{C38844A3-A480-D8BE-776D-8015697F2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4811" y="2755108"/>
            <a:ext cx="34657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k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109651" name="Freeform 30">
            <a:extLst>
              <a:ext uri="{FF2B5EF4-FFF2-40B4-BE49-F238E27FC236}">
                <a16:creationId xmlns:a16="http://schemas.microsoft.com/office/drawing/2014/main" id="{75E1C06B-B1B8-995F-1F0C-628EC29805E7}"/>
              </a:ext>
            </a:extLst>
          </p:cNvPr>
          <p:cNvSpPr>
            <a:spLocks/>
          </p:cNvSpPr>
          <p:nvPr/>
        </p:nvSpPr>
        <p:spPr bwMode="auto">
          <a:xfrm>
            <a:off x="9268999" y="5415202"/>
            <a:ext cx="1066800" cy="635000"/>
          </a:xfrm>
          <a:custGeom>
            <a:avLst/>
            <a:gdLst>
              <a:gd name="T0" fmla="*/ 0 w 672"/>
              <a:gd name="T1" fmla="*/ 400 h 400"/>
              <a:gd name="T2" fmla="*/ 672 w 672"/>
              <a:gd name="T3" fmla="*/ 0 h 4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72" h="400">
                <a:moveTo>
                  <a:pt x="0" y="400"/>
                </a:moveTo>
                <a:lnTo>
                  <a:pt x="672" y="0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52" name="Line 31">
            <a:extLst>
              <a:ext uri="{FF2B5EF4-FFF2-40B4-BE49-F238E27FC236}">
                <a16:creationId xmlns:a16="http://schemas.microsoft.com/office/drawing/2014/main" id="{073D659C-8F3C-2462-8696-980259787227}"/>
              </a:ext>
            </a:extLst>
          </p:cNvPr>
          <p:cNvSpPr>
            <a:spLocks noChangeShapeType="1"/>
          </p:cNvSpPr>
          <p:nvPr/>
        </p:nvSpPr>
        <p:spPr bwMode="auto">
          <a:xfrm>
            <a:off x="9284874" y="1986202"/>
            <a:ext cx="0" cy="40386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53" name="Text Box 32">
            <a:extLst>
              <a:ext uri="{FF2B5EF4-FFF2-40B4-BE49-F238E27FC236}">
                <a16:creationId xmlns:a16="http://schemas.microsoft.com/office/drawing/2014/main" id="{1559C908-683F-0CFE-C4A2-F39DD2F6F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8186" y="6068736"/>
            <a:ext cx="3032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 dirty="0"/>
              <a:t>b</a:t>
            </a:r>
            <a:endParaRPr lang="en-US" altLang="zh-CN" b="1" i="1" dirty="0">
              <a:latin typeface="Times New Roman" charset="0"/>
            </a:endParaRPr>
          </a:p>
        </p:txBody>
      </p:sp>
      <p:sp>
        <p:nvSpPr>
          <p:cNvPr id="109654" name="Line 33">
            <a:extLst>
              <a:ext uri="{FF2B5EF4-FFF2-40B4-BE49-F238E27FC236}">
                <a16:creationId xmlns:a16="http://schemas.microsoft.com/office/drawing/2014/main" id="{919A5069-A2D9-7FE0-D00F-59EC07F902B4}"/>
              </a:ext>
            </a:extLst>
          </p:cNvPr>
          <p:cNvSpPr>
            <a:spLocks noChangeShapeType="1"/>
          </p:cNvSpPr>
          <p:nvPr/>
        </p:nvSpPr>
        <p:spPr bwMode="auto">
          <a:xfrm>
            <a:off x="8356186" y="4805602"/>
            <a:ext cx="1981200" cy="609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55" name="Line 34">
            <a:extLst>
              <a:ext uri="{FF2B5EF4-FFF2-40B4-BE49-F238E27FC236}">
                <a16:creationId xmlns:a16="http://schemas.microsoft.com/office/drawing/2014/main" id="{8E9DDF09-797B-0482-31CD-509BFA0DE78B}"/>
              </a:ext>
            </a:extLst>
          </p:cNvPr>
          <p:cNvSpPr>
            <a:spLocks noChangeShapeType="1"/>
          </p:cNvSpPr>
          <p:nvPr/>
        </p:nvSpPr>
        <p:spPr bwMode="auto">
          <a:xfrm>
            <a:off x="7290974" y="5429490"/>
            <a:ext cx="1981200" cy="609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56" name="Freeform 35">
            <a:extLst>
              <a:ext uri="{FF2B5EF4-FFF2-40B4-BE49-F238E27FC236}">
                <a16:creationId xmlns:a16="http://schemas.microsoft.com/office/drawing/2014/main" id="{543BA153-0905-484F-2512-58D5E4E82C3D}"/>
              </a:ext>
            </a:extLst>
          </p:cNvPr>
          <p:cNvSpPr>
            <a:spLocks/>
          </p:cNvSpPr>
          <p:nvPr/>
        </p:nvSpPr>
        <p:spPr bwMode="auto">
          <a:xfrm>
            <a:off x="9284874" y="5416790"/>
            <a:ext cx="1066800" cy="633412"/>
          </a:xfrm>
          <a:custGeom>
            <a:avLst/>
            <a:gdLst>
              <a:gd name="T0" fmla="*/ 0 w 672"/>
              <a:gd name="T1" fmla="*/ 399 h 399"/>
              <a:gd name="T2" fmla="*/ 672 w 672"/>
              <a:gd name="T3" fmla="*/ 0 h 39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72" h="399">
                <a:moveTo>
                  <a:pt x="0" y="399"/>
                </a:moveTo>
                <a:lnTo>
                  <a:pt x="672" y="0"/>
                </a:ln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57" name="Text Box 37">
            <a:extLst>
              <a:ext uri="{FF2B5EF4-FFF2-40B4-BE49-F238E27FC236}">
                <a16:creationId xmlns:a16="http://schemas.microsoft.com/office/drawing/2014/main" id="{D567A561-F7A5-14FC-7223-323048362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3768" y="1732093"/>
            <a:ext cx="12105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400" b="1" i="0" dirty="0">
                <a:latin typeface="Times New Roman" charset="0"/>
              </a:rPr>
              <a:t>解法一</a:t>
            </a:r>
            <a:r>
              <a:rPr lang="en-US" altLang="zh-CN" sz="2400" b="1" i="0" dirty="0">
                <a:latin typeface="Times New Roman" charset="0"/>
              </a:rPr>
              <a:t>:</a:t>
            </a:r>
          </a:p>
        </p:txBody>
      </p:sp>
      <p:sp>
        <p:nvSpPr>
          <p:cNvPr id="109658" name="Text Box 38">
            <a:extLst>
              <a:ext uri="{FF2B5EF4-FFF2-40B4-BE49-F238E27FC236}">
                <a16:creationId xmlns:a16="http://schemas.microsoft.com/office/drawing/2014/main" id="{40479B9A-42B7-7BCD-9A68-C87620FE0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2324" y="1704035"/>
            <a:ext cx="12105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400" b="1" i="0" dirty="0">
                <a:latin typeface="Times New Roman" charset="0"/>
              </a:rPr>
              <a:t>解法二</a:t>
            </a:r>
            <a:r>
              <a:rPr lang="en-US" altLang="zh-CN" sz="2400" b="1" i="0" dirty="0">
                <a:latin typeface="Times New Roman" charset="0"/>
              </a:rPr>
              <a:t>:</a:t>
            </a:r>
          </a:p>
        </p:txBody>
      </p:sp>
      <p:sp>
        <p:nvSpPr>
          <p:cNvPr id="109659" name="Line 39">
            <a:extLst>
              <a:ext uri="{FF2B5EF4-FFF2-40B4-BE49-F238E27FC236}">
                <a16:creationId xmlns:a16="http://schemas.microsoft.com/office/drawing/2014/main" id="{4EB944EE-0463-7861-C74F-4A46C4FC755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68149" y="5468662"/>
            <a:ext cx="3019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109660" name="Group 40">
            <a:extLst>
              <a:ext uri="{FF2B5EF4-FFF2-40B4-BE49-F238E27FC236}">
                <a16:creationId xmlns:a16="http://schemas.microsoft.com/office/drawing/2014/main" id="{39C97EE3-EAE2-3732-4A79-EB47C2E1EF68}"/>
              </a:ext>
            </a:extLst>
          </p:cNvPr>
          <p:cNvGrpSpPr>
            <a:grpSpLocks/>
          </p:cNvGrpSpPr>
          <p:nvPr/>
        </p:nvGrpSpPr>
        <p:grpSpPr bwMode="auto">
          <a:xfrm>
            <a:off x="7041736" y="1649652"/>
            <a:ext cx="3606800" cy="3951288"/>
            <a:chOff x="3060" y="796"/>
            <a:chExt cx="2272" cy="2489"/>
          </a:xfrm>
        </p:grpSpPr>
        <p:sp>
          <p:nvSpPr>
            <p:cNvPr id="109661" name="Line 41">
              <a:extLst>
                <a:ext uri="{FF2B5EF4-FFF2-40B4-BE49-F238E27FC236}">
                  <a16:creationId xmlns:a16="http://schemas.microsoft.com/office/drawing/2014/main" id="{DF72328D-B592-1DD9-D95D-7ED3F49437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6" y="1632"/>
              <a:ext cx="0" cy="15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9662" name="Text Box 42">
              <a:extLst>
                <a:ext uri="{FF2B5EF4-FFF2-40B4-BE49-F238E27FC236}">
                  <a16:creationId xmlns:a16="http://schemas.microsoft.com/office/drawing/2014/main" id="{98B17008-A7EA-1B1F-2A6D-4FB42203AB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7" y="2956"/>
              <a:ext cx="17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109663" name="Line 43">
              <a:extLst>
                <a:ext uri="{FF2B5EF4-FFF2-40B4-BE49-F238E27FC236}">
                  <a16:creationId xmlns:a16="http://schemas.microsoft.com/office/drawing/2014/main" id="{FD5F5260-D4E0-A467-9C69-569A944DD0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9" y="3176"/>
              <a:ext cx="191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 i="1"/>
            </a:p>
          </p:txBody>
        </p:sp>
        <p:sp>
          <p:nvSpPr>
            <p:cNvPr id="109664" name="Line 44">
              <a:extLst>
                <a:ext uri="{FF2B5EF4-FFF2-40B4-BE49-F238E27FC236}">
                  <a16:creationId xmlns:a16="http://schemas.microsoft.com/office/drawing/2014/main" id="{A4270126-EC76-687B-0539-5F56F11B00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2496"/>
              <a:ext cx="220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9665" name="Line 45">
              <a:extLst>
                <a:ext uri="{FF2B5EF4-FFF2-40B4-BE49-F238E27FC236}">
                  <a16:creationId xmlns:a16="http://schemas.microsoft.com/office/drawing/2014/main" id="{35F3D227-C3FA-99D5-A904-B817D0CA36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7" y="1728"/>
              <a:ext cx="672" cy="62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9666" name="Line 46">
              <a:extLst>
                <a:ext uri="{FF2B5EF4-FFF2-40B4-BE49-F238E27FC236}">
                  <a16:creationId xmlns:a16="http://schemas.microsoft.com/office/drawing/2014/main" id="{D7CF90AF-FEB8-90A9-28BE-DCED24CEDC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7" y="1008"/>
              <a:ext cx="1248" cy="72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9667" name="Line 47">
              <a:extLst>
                <a:ext uri="{FF2B5EF4-FFF2-40B4-BE49-F238E27FC236}">
                  <a16:creationId xmlns:a16="http://schemas.microsoft.com/office/drawing/2014/main" id="{37059676-6E8C-E00A-2162-891930C4E3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99" y="1632"/>
              <a:ext cx="1248" cy="72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9668" name="Line 48">
              <a:extLst>
                <a:ext uri="{FF2B5EF4-FFF2-40B4-BE49-F238E27FC236}">
                  <a16:creationId xmlns:a16="http://schemas.microsoft.com/office/drawing/2014/main" id="{01BC682E-5B6A-6FCE-4B85-B253BB4FCC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5" y="1008"/>
              <a:ext cx="672" cy="62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9669" name="Line 49">
              <a:extLst>
                <a:ext uri="{FF2B5EF4-FFF2-40B4-BE49-F238E27FC236}">
                  <a16:creationId xmlns:a16="http://schemas.microsoft.com/office/drawing/2014/main" id="{83D98E34-2D01-A605-AEDF-E4E74BBB7E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9" y="2352"/>
              <a:ext cx="0" cy="4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9670" name="Line 50">
              <a:extLst>
                <a:ext uri="{FF2B5EF4-FFF2-40B4-BE49-F238E27FC236}">
                  <a16:creationId xmlns:a16="http://schemas.microsoft.com/office/drawing/2014/main" id="{58EA132B-73FC-FB58-8205-49AD3B5603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7" y="1728"/>
              <a:ext cx="0" cy="14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9671" name="Freeform 51">
              <a:extLst>
                <a:ext uri="{FF2B5EF4-FFF2-40B4-BE49-F238E27FC236}">
                  <a16:creationId xmlns:a16="http://schemas.microsoft.com/office/drawing/2014/main" id="{1A74B582-1428-F92C-808C-F4ECEECF9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7" y="2769"/>
              <a:ext cx="672" cy="399"/>
            </a:xfrm>
            <a:custGeom>
              <a:avLst/>
              <a:gdLst>
                <a:gd name="T0" fmla="*/ 0 w 672"/>
                <a:gd name="T1" fmla="*/ 399 h 399"/>
                <a:gd name="T2" fmla="*/ 672 w 672"/>
                <a:gd name="T3" fmla="*/ 0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72" h="399">
                  <a:moveTo>
                    <a:pt x="0" y="399"/>
                  </a:moveTo>
                  <a:lnTo>
                    <a:pt x="672" y="0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09672" name="Text Box 52">
              <a:extLst>
                <a:ext uri="{FF2B5EF4-FFF2-40B4-BE49-F238E27FC236}">
                  <a16:creationId xmlns:a16="http://schemas.microsoft.com/office/drawing/2014/main" id="{8EB0D490-04EB-AEAF-6FFD-119015D53C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8" y="3052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109673" name="Text Box 53">
              <a:extLst>
                <a:ext uri="{FF2B5EF4-FFF2-40B4-BE49-F238E27FC236}">
                  <a16:creationId xmlns:a16="http://schemas.microsoft.com/office/drawing/2014/main" id="{6F8DE813-EA60-24E8-6F2A-29AA5DFB0B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5" y="2572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d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109674" name="Text Box 54">
              <a:extLst>
                <a:ext uri="{FF2B5EF4-FFF2-40B4-BE49-F238E27FC236}">
                  <a16:creationId xmlns:a16="http://schemas.microsoft.com/office/drawing/2014/main" id="{076EE903-2103-1160-697C-82D3064C42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0" y="1564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/>
                <a:t>a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09675" name="Text Box 55">
              <a:extLst>
                <a:ext uri="{FF2B5EF4-FFF2-40B4-BE49-F238E27FC236}">
                  <a16:creationId xmlns:a16="http://schemas.microsoft.com/office/drawing/2014/main" id="{D4CFA1B5-9355-9E6C-7B07-6E4C5CC40A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9" y="2284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d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09676" name="Text Box 56">
              <a:extLst>
                <a:ext uri="{FF2B5EF4-FFF2-40B4-BE49-F238E27FC236}">
                  <a16:creationId xmlns:a16="http://schemas.microsoft.com/office/drawing/2014/main" id="{00585FB9-B336-3E49-3B2C-0639195249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796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09677" name="Text Box 57">
              <a:extLst>
                <a:ext uri="{FF2B5EF4-FFF2-40B4-BE49-F238E27FC236}">
                  <a16:creationId xmlns:a16="http://schemas.microsoft.com/office/drawing/2014/main" id="{DA5EDC0A-A7E3-A4CA-1A62-8E477D6A68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9" y="1516"/>
              <a:ext cx="21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86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9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9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109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9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9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75"/>
                                        <p:tgtEl>
                                          <p:spTgt spid="109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9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75"/>
                                        <p:tgtEl>
                                          <p:spTgt spid="1096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09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09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75"/>
                                        <p:tgtEl>
                                          <p:spTgt spid="109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9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9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9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9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09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6" dur="500"/>
                                        <p:tgtEl>
                                          <p:spTgt spid="109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09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10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75"/>
                                        <p:tgtEl>
                                          <p:spTgt spid="109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09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109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10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109568" grpId="0" animBg="1"/>
      <p:bldP spid="109569" grpId="0" animBg="1"/>
      <p:bldP spid="109626" grpId="0" animBg="1"/>
      <p:bldP spid="109627" grpId="0" animBg="1"/>
      <p:bldP spid="109628" grpId="0" animBg="1"/>
      <p:bldP spid="109629" grpId="0" autoUpdateAnimBg="0"/>
      <p:bldP spid="109630" grpId="0" animBg="1"/>
      <p:bldP spid="109631" grpId="0" build="p" autoUpdateAnimBg="0" advAuto="0"/>
      <p:bldP spid="109632" grpId="0" animBg="1"/>
      <p:bldP spid="109633" grpId="0" build="p" autoUpdateAnimBg="0"/>
      <p:bldP spid="109648" grpId="0" animBg="1"/>
      <p:bldP spid="109649" grpId="0" animBg="1"/>
      <p:bldP spid="109650" grpId="0" build="p" autoUpdateAnimBg="0"/>
      <p:bldP spid="109651" grpId="0" animBg="1"/>
      <p:bldP spid="109652" grpId="0" animBg="1"/>
      <p:bldP spid="109653" grpId="0" build="p" autoUpdateAnimBg="0"/>
      <p:bldP spid="109654" grpId="0" animBg="1"/>
      <p:bldP spid="109655" grpId="0" animBg="1"/>
      <p:bldP spid="109656" grpId="0" animBg="1"/>
      <p:bldP spid="109657" grpId="0" autoUpdateAnimBg="0"/>
      <p:bldP spid="109658" grpId="0" autoUpdateAnimBg="0"/>
      <p:bldP spid="10965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B7EE63-A372-4F62-AA33-1E39EAE67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ACAB6-50DA-7145-8699-F2727072158D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D92EDE-1A45-48EE-B14F-D284B88BD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5E9A0-DAB8-4DF6-B24C-3BB7F4267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20</a:t>
            </a:fld>
            <a:endParaRPr lang="en-US"/>
          </a:p>
        </p:txBody>
      </p:sp>
      <p:sp>
        <p:nvSpPr>
          <p:cNvPr id="6" name="Line 2">
            <a:extLst>
              <a:ext uri="{FF2B5EF4-FFF2-40B4-BE49-F238E27FC236}">
                <a16:creationId xmlns:a16="http://schemas.microsoft.com/office/drawing/2014/main" id="{52CED328-3B96-BFB6-D5F4-D7DAC67F73B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4943" y="2476699"/>
            <a:ext cx="0" cy="27844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" name="Line 3">
            <a:extLst>
              <a:ext uri="{FF2B5EF4-FFF2-40B4-BE49-F238E27FC236}">
                <a16:creationId xmlns:a16="http://schemas.microsoft.com/office/drawing/2014/main" id="{B5263754-F854-1606-0562-2D43CF9027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29131" y="2082999"/>
            <a:ext cx="1690687" cy="714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5DBA3CC-28BE-4089-A0B8-C8D952EAB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006" y="4959549"/>
            <a:ext cx="1603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/>
            <a:r>
              <a:rPr lang="en-US" altLang="zh-CN">
                <a:solidFill>
                  <a:srgbClr val="000000"/>
                </a:solidFill>
              </a:rPr>
              <a:t>d</a:t>
            </a:r>
            <a:endParaRPr lang="en-US" altLang="zh-CN" i="0">
              <a:latin typeface="RomanS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C63DE56-0E88-5C73-AF74-BBF7B3525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2368" y="4883349"/>
            <a:ext cx="1301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/>
            <a:r>
              <a:rPr lang="en-US" altLang="zh-CN">
                <a:solidFill>
                  <a:srgbClr val="000000"/>
                </a:solidFill>
              </a:rPr>
              <a:t>e</a:t>
            </a:r>
            <a:endParaRPr lang="en-US" altLang="zh-CN" i="0">
              <a:latin typeface="RomanS" charset="0"/>
            </a:endParaRPr>
          </a:p>
        </p:txBody>
      </p:sp>
      <p:grpSp>
        <p:nvGrpSpPr>
          <p:cNvPr id="10" name="Group 6">
            <a:extLst>
              <a:ext uri="{FF2B5EF4-FFF2-40B4-BE49-F238E27FC236}">
                <a16:creationId xmlns:a16="http://schemas.microsoft.com/office/drawing/2014/main" id="{4F81B311-00B8-FF8C-2460-26FA8FE46A99}"/>
              </a:ext>
            </a:extLst>
          </p:cNvPr>
          <p:cNvGrpSpPr>
            <a:grpSpLocks/>
          </p:cNvGrpSpPr>
          <p:nvPr/>
        </p:nvGrpSpPr>
        <p:grpSpPr bwMode="auto">
          <a:xfrm>
            <a:off x="3491006" y="2519561"/>
            <a:ext cx="257175" cy="2727325"/>
            <a:chOff x="1907" y="1584"/>
            <a:chExt cx="162" cy="1718"/>
          </a:xfrm>
        </p:grpSpPr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733DB7A4-17FC-3CDD-B2A0-346421C9CF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9" y="1759"/>
              <a:ext cx="0" cy="15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D987558B-36BD-7924-35DD-F3080634B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7" y="1584"/>
              <a:ext cx="14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eaLnBrk="1" hangingPunct="1"/>
              <a:r>
                <a:rPr lang="en-US" altLang="zh-CN">
                  <a:solidFill>
                    <a:srgbClr val="000000"/>
                  </a:solidFill>
                </a:rPr>
                <a:t>d</a:t>
              </a:r>
              <a:r>
                <a:rPr lang="en-US" altLang="zh-CN">
                  <a:solidFill>
                    <a:srgbClr val="000000"/>
                  </a:solidFill>
                  <a:sym typeface="Symbol" charset="2"/>
                </a:rPr>
                <a:t></a:t>
              </a:r>
              <a:endParaRPr lang="en-US" altLang="zh-CN">
                <a:solidFill>
                  <a:srgbClr val="000000"/>
                </a:solidFill>
                <a:sym typeface="CommercialPi BT" charset="0"/>
              </a:endParaRPr>
            </a:p>
          </p:txBody>
        </p:sp>
      </p:grpSp>
      <p:grpSp>
        <p:nvGrpSpPr>
          <p:cNvPr id="13" name="Group 9">
            <a:extLst>
              <a:ext uri="{FF2B5EF4-FFF2-40B4-BE49-F238E27FC236}">
                <a16:creationId xmlns:a16="http://schemas.microsoft.com/office/drawing/2014/main" id="{84E8546C-1D3B-FD99-91C1-C337FAB3EC39}"/>
              </a:ext>
            </a:extLst>
          </p:cNvPr>
          <p:cNvGrpSpPr>
            <a:grpSpLocks/>
          </p:cNvGrpSpPr>
          <p:nvPr/>
        </p:nvGrpSpPr>
        <p:grpSpPr bwMode="auto">
          <a:xfrm>
            <a:off x="5416643" y="1782961"/>
            <a:ext cx="520700" cy="3482975"/>
            <a:chOff x="3120" y="1120"/>
            <a:chExt cx="328" cy="2194"/>
          </a:xfrm>
        </p:grpSpPr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D2561D91-6B67-4030-ED0A-6B1CA17C95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301"/>
              <a:ext cx="2" cy="20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Rectangle 11">
              <a:extLst>
                <a:ext uri="{FF2B5EF4-FFF2-40B4-BE49-F238E27FC236}">
                  <a16:creationId xmlns:a16="http://schemas.microsoft.com/office/drawing/2014/main" id="{CA793A9F-63AD-408D-8423-DB00E5B92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0" y="1120"/>
              <a:ext cx="25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 eaLnBrk="1" hangingPunct="1"/>
              <a:r>
                <a:rPr lang="en-US" altLang="zh-CN">
                  <a:solidFill>
                    <a:srgbClr val="000000"/>
                  </a:solidFill>
                </a:rPr>
                <a:t>e</a:t>
              </a:r>
              <a:r>
                <a:rPr lang="en-US" altLang="zh-CN">
                  <a:solidFill>
                    <a:srgbClr val="000000"/>
                  </a:solidFill>
                  <a:sym typeface="Symbol" charset="2"/>
                </a:rPr>
                <a:t></a:t>
              </a:r>
              <a:endParaRPr lang="en-US" altLang="zh-CN">
                <a:solidFill>
                  <a:srgbClr val="000000"/>
                </a:solidFill>
                <a:sym typeface="CommercialPi BT" charset="0"/>
              </a:endParaRPr>
            </a:p>
          </p:txBody>
        </p:sp>
      </p:grpSp>
      <p:grpSp>
        <p:nvGrpSpPr>
          <p:cNvPr id="16" name="Group 12">
            <a:extLst>
              <a:ext uri="{FF2B5EF4-FFF2-40B4-BE49-F238E27FC236}">
                <a16:creationId xmlns:a16="http://schemas.microsoft.com/office/drawing/2014/main" id="{FE542DC4-A35D-1BF4-C318-6AA545BA0154}"/>
              </a:ext>
            </a:extLst>
          </p:cNvPr>
          <p:cNvGrpSpPr>
            <a:grpSpLocks/>
          </p:cNvGrpSpPr>
          <p:nvPr/>
        </p:nvGrpSpPr>
        <p:grpSpPr bwMode="auto">
          <a:xfrm>
            <a:off x="3605306" y="2476699"/>
            <a:ext cx="3668712" cy="1379537"/>
            <a:chOff x="1979" y="1557"/>
            <a:chExt cx="2311" cy="869"/>
          </a:xfrm>
        </p:grpSpPr>
        <p:sp>
          <p:nvSpPr>
            <p:cNvPr id="17" name="Line 13">
              <a:extLst>
                <a:ext uri="{FF2B5EF4-FFF2-40B4-BE49-F238E27FC236}">
                  <a16:creationId xmlns:a16="http://schemas.microsoft.com/office/drawing/2014/main" id="{6BA3A1AE-F238-DAF2-6FC1-C7ADA59FA1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9" y="1557"/>
              <a:ext cx="231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" name="Text Box 14">
              <a:extLst>
                <a:ext uri="{FF2B5EF4-FFF2-40B4-BE49-F238E27FC236}">
                  <a16:creationId xmlns:a16="http://schemas.microsoft.com/office/drawing/2014/main" id="{0AD8A60E-C1A4-AAE7-3B80-FFEAF82436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3905" y="1912"/>
              <a:ext cx="27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b="1">
                  <a:latin typeface="ISOCPEUR" charset="0"/>
                </a:rPr>
                <a:t>10</a:t>
              </a:r>
              <a:endParaRPr lang="en-US" altLang="zh-CN" b="1" i="0">
                <a:latin typeface="ISOCPEUR" charset="0"/>
              </a:endParaRPr>
            </a:p>
          </p:txBody>
        </p:sp>
        <p:sp>
          <p:nvSpPr>
            <p:cNvPr id="19" name="Line 15">
              <a:extLst>
                <a:ext uri="{FF2B5EF4-FFF2-40B4-BE49-F238E27FC236}">
                  <a16:creationId xmlns:a16="http://schemas.microsoft.com/office/drawing/2014/main" id="{F575629A-C955-F812-5E21-530EA83DB5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8" y="1557"/>
              <a:ext cx="0" cy="8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0" name="Group 16">
            <a:extLst>
              <a:ext uri="{FF2B5EF4-FFF2-40B4-BE49-F238E27FC236}">
                <a16:creationId xmlns:a16="http://schemas.microsoft.com/office/drawing/2014/main" id="{88E510C6-B622-5B7F-AB59-4A081E0718B9}"/>
              </a:ext>
            </a:extLst>
          </p:cNvPr>
          <p:cNvGrpSpPr>
            <a:grpSpLocks/>
          </p:cNvGrpSpPr>
          <p:nvPr/>
        </p:nvGrpSpPr>
        <p:grpSpPr bwMode="auto">
          <a:xfrm>
            <a:off x="3729131" y="3856236"/>
            <a:ext cx="3544887" cy="1404938"/>
            <a:chOff x="2057" y="2426"/>
            <a:chExt cx="2233" cy="885"/>
          </a:xfrm>
        </p:grpSpPr>
        <p:sp>
          <p:nvSpPr>
            <p:cNvPr id="21" name="Line 17">
              <a:extLst>
                <a:ext uri="{FF2B5EF4-FFF2-40B4-BE49-F238E27FC236}">
                  <a16:creationId xmlns:a16="http://schemas.microsoft.com/office/drawing/2014/main" id="{A12BBD1B-8D00-6AB3-B1B9-96829D0D54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7" y="3300"/>
              <a:ext cx="223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2" name="Text Box 18">
              <a:extLst>
                <a:ext uri="{FF2B5EF4-FFF2-40B4-BE49-F238E27FC236}">
                  <a16:creationId xmlns:a16="http://schemas.microsoft.com/office/drawing/2014/main" id="{F03CA7FD-50E0-F857-0056-82B4DA3B30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3901" y="2761"/>
              <a:ext cx="27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b="1">
                  <a:latin typeface="ISOCPEUR" charset="0"/>
                </a:rPr>
                <a:t>10</a:t>
              </a:r>
              <a:endParaRPr lang="en-US" altLang="zh-CN" b="1" i="0">
                <a:latin typeface="ISOCPEUR" charset="0"/>
              </a:endParaRPr>
            </a:p>
          </p:txBody>
        </p:sp>
        <p:sp>
          <p:nvSpPr>
            <p:cNvPr id="23" name="Line 19">
              <a:extLst>
                <a:ext uri="{FF2B5EF4-FFF2-40B4-BE49-F238E27FC236}">
                  <a16:creationId xmlns:a16="http://schemas.microsoft.com/office/drawing/2014/main" id="{C63CAD65-86AB-7B96-4EB4-30DD9B27B3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8" y="2426"/>
              <a:ext cx="0" cy="8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4" name="Group 20">
            <a:extLst>
              <a:ext uri="{FF2B5EF4-FFF2-40B4-BE49-F238E27FC236}">
                <a16:creationId xmlns:a16="http://schemas.microsoft.com/office/drawing/2014/main" id="{95876DE1-70E7-1C42-9364-680FBA92AA77}"/>
              </a:ext>
            </a:extLst>
          </p:cNvPr>
          <p:cNvGrpSpPr>
            <a:grpSpLocks/>
          </p:cNvGrpSpPr>
          <p:nvPr/>
        </p:nvGrpSpPr>
        <p:grpSpPr bwMode="auto">
          <a:xfrm>
            <a:off x="4343493" y="2067124"/>
            <a:ext cx="331788" cy="517525"/>
            <a:chOff x="2444" y="1299"/>
            <a:chExt cx="209" cy="326"/>
          </a:xfrm>
        </p:grpSpPr>
        <p:sp>
          <p:nvSpPr>
            <p:cNvPr id="25" name="Rectangle 21">
              <a:extLst>
                <a:ext uri="{FF2B5EF4-FFF2-40B4-BE49-F238E27FC236}">
                  <a16:creationId xmlns:a16="http://schemas.microsoft.com/office/drawing/2014/main" id="{24A019FB-C2A1-EE76-3BE8-437C07BF7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4" y="1299"/>
              <a:ext cx="18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eaLnBrk="1" hangingPunct="1"/>
              <a:r>
                <a:rPr lang="en-US" altLang="zh-CN">
                  <a:solidFill>
                    <a:srgbClr val="000000"/>
                  </a:solidFill>
                </a:rPr>
                <a:t>m</a:t>
              </a:r>
              <a:r>
                <a:rPr lang="en-US" altLang="zh-CN">
                  <a:solidFill>
                    <a:srgbClr val="000000"/>
                  </a:solidFill>
                  <a:sym typeface="Symbol" charset="2"/>
                </a:rPr>
                <a:t></a:t>
              </a:r>
              <a:endParaRPr lang="en-US" altLang="zh-CN">
                <a:solidFill>
                  <a:srgbClr val="000000"/>
                </a:solidFill>
                <a:sym typeface="CommercialPi BT" charset="0"/>
              </a:endParaRPr>
            </a:p>
          </p:txBody>
        </p:sp>
        <p:sp>
          <p:nvSpPr>
            <p:cNvPr id="26" name="Text Box 22">
              <a:extLst>
                <a:ext uri="{FF2B5EF4-FFF2-40B4-BE49-F238E27FC236}">
                  <a16:creationId xmlns:a16="http://schemas.microsoft.com/office/drawing/2014/main" id="{82E61004-19DA-F317-8C31-10379CACA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7" y="1471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i="0">
                  <a:solidFill>
                    <a:srgbClr val="FF6600"/>
                  </a:solidFill>
                  <a:latin typeface="RomanS" charset="0"/>
                </a:rPr>
                <a:t>●</a:t>
              </a:r>
            </a:p>
          </p:txBody>
        </p:sp>
      </p:grpSp>
      <p:grpSp>
        <p:nvGrpSpPr>
          <p:cNvPr id="27" name="Group 23">
            <a:extLst>
              <a:ext uri="{FF2B5EF4-FFF2-40B4-BE49-F238E27FC236}">
                <a16:creationId xmlns:a16="http://schemas.microsoft.com/office/drawing/2014/main" id="{08512153-FA7B-948B-EFAB-CCA6EA6C3D60}"/>
              </a:ext>
            </a:extLst>
          </p:cNvPr>
          <p:cNvGrpSpPr>
            <a:grpSpLocks/>
          </p:cNvGrpSpPr>
          <p:nvPr/>
        </p:nvGrpSpPr>
        <p:grpSpPr bwMode="auto">
          <a:xfrm>
            <a:off x="4346668" y="5115124"/>
            <a:ext cx="342900" cy="442912"/>
            <a:chOff x="2446" y="3219"/>
            <a:chExt cx="216" cy="279"/>
          </a:xfrm>
        </p:grpSpPr>
        <p:sp>
          <p:nvSpPr>
            <p:cNvPr id="28" name="Rectangle 24">
              <a:extLst>
                <a:ext uri="{FF2B5EF4-FFF2-40B4-BE49-F238E27FC236}">
                  <a16:creationId xmlns:a16="http://schemas.microsoft.com/office/drawing/2014/main" id="{8D4F99F7-B8C2-D34C-D14D-73BC2FB5A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6" y="3268"/>
              <a:ext cx="15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eaLnBrk="1" hangingPunct="1"/>
              <a:r>
                <a:rPr lang="en-US" altLang="zh-CN">
                  <a:solidFill>
                    <a:srgbClr val="000000"/>
                  </a:solidFill>
                </a:rPr>
                <a:t>m</a:t>
              </a:r>
              <a:endParaRPr lang="en-US" altLang="zh-CN" i="0">
                <a:latin typeface="RomanS" charset="0"/>
              </a:endParaRPr>
            </a:p>
          </p:txBody>
        </p:sp>
        <p:sp>
          <p:nvSpPr>
            <p:cNvPr id="29" name="Text Box 25">
              <a:extLst>
                <a:ext uri="{FF2B5EF4-FFF2-40B4-BE49-F238E27FC236}">
                  <a16:creationId xmlns:a16="http://schemas.microsoft.com/office/drawing/2014/main" id="{47B5F531-1557-4E3D-F91E-25DCE6C2EC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6" y="3219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i="0">
                  <a:solidFill>
                    <a:srgbClr val="FF6600"/>
                  </a:solidFill>
                  <a:latin typeface="RomanS" charset="0"/>
                </a:rPr>
                <a:t>●</a:t>
              </a:r>
            </a:p>
          </p:txBody>
        </p:sp>
      </p:grpSp>
      <p:sp>
        <p:nvSpPr>
          <p:cNvPr id="30" name="Text Box 26">
            <a:extLst>
              <a:ext uri="{FF2B5EF4-FFF2-40B4-BE49-F238E27FC236}">
                <a16:creationId xmlns:a16="http://schemas.microsoft.com/office/drawing/2014/main" id="{1B85E64A-122E-3E35-0243-AD95CA085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104" y="559902"/>
            <a:ext cx="924311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1" hangingPunct="1"/>
            <a:r>
              <a:rPr lang="zh-CN" altLang="en-US" sz="2400" b="1" i="0" dirty="0">
                <a:latin typeface="宋体" charset="-122"/>
              </a:rPr>
              <a:t>例</a:t>
            </a:r>
            <a:r>
              <a:rPr lang="en-US" altLang="zh-CN" sz="2400" b="1" i="0" dirty="0">
                <a:latin typeface="宋体" charset="-122"/>
              </a:rPr>
              <a:t>5.6</a:t>
            </a:r>
            <a:r>
              <a:rPr lang="zh-CN" altLang="en-US" sz="2400" dirty="0">
                <a:solidFill>
                  <a:srgbClr val="C00000"/>
                </a:solidFill>
                <a:sym typeface="Wingdings" panose="05000000000000000000" pitchFamily="2" charset="2"/>
              </a:rPr>
              <a:t> </a:t>
            </a:r>
            <a:r>
              <a:rPr lang="zh-CN" altLang="en-US" sz="2400" b="1" i="0" dirty="0">
                <a:latin typeface="宋体" charset="-122"/>
              </a:rPr>
              <a:t>：在△</a:t>
            </a:r>
            <a:r>
              <a:rPr lang="en-US" altLang="zh-CN" sz="2400" b="1" i="0" dirty="0">
                <a:latin typeface="宋体" charset="-122"/>
              </a:rPr>
              <a:t>ABC</a:t>
            </a:r>
            <a:r>
              <a:rPr lang="zh-CN" altLang="en-US" sz="2400" b="1" i="0" dirty="0">
                <a:latin typeface="宋体" charset="-122"/>
              </a:rPr>
              <a:t>内取一点</a:t>
            </a:r>
            <a:r>
              <a:rPr lang="en-US" altLang="zh-CN" sz="2400" b="1" i="0" dirty="0">
                <a:latin typeface="宋体" charset="-122"/>
              </a:rPr>
              <a:t>M</a:t>
            </a:r>
            <a:r>
              <a:rPr lang="zh-CN" altLang="en-US" sz="2400" b="1" i="0" dirty="0">
                <a:latin typeface="宋体" charset="-122"/>
              </a:rPr>
              <a:t>，并使其到</a:t>
            </a:r>
            <a:r>
              <a:rPr lang="en-US" altLang="zh-CN" sz="2400" b="1" i="0" dirty="0">
                <a:latin typeface="宋体" charset="-122"/>
              </a:rPr>
              <a:t>H</a:t>
            </a:r>
            <a:r>
              <a:rPr lang="zh-CN" altLang="en-US" sz="2400" b="1" i="0" dirty="0">
                <a:latin typeface="宋体" charset="-122"/>
              </a:rPr>
              <a:t>面</a:t>
            </a:r>
            <a:r>
              <a:rPr lang="en-US" altLang="zh-CN" sz="2400" b="1" i="0" dirty="0">
                <a:latin typeface="宋体" charset="-122"/>
              </a:rPr>
              <a:t>V</a:t>
            </a:r>
            <a:r>
              <a:rPr lang="zh-CN" altLang="en-US" sz="2400" b="1" i="0" dirty="0">
                <a:latin typeface="宋体" charset="-122"/>
              </a:rPr>
              <a:t>面的距离均为</a:t>
            </a:r>
            <a:r>
              <a:rPr lang="en-US" altLang="zh-CN" sz="2400" b="1" i="0" dirty="0">
                <a:latin typeface="宋体" charset="-122"/>
              </a:rPr>
              <a:t>10mm</a:t>
            </a:r>
            <a:r>
              <a:rPr lang="zh-CN" altLang="en-US" sz="2400" b="1" i="0" dirty="0">
                <a:latin typeface="宋体" charset="-122"/>
              </a:rPr>
              <a:t>。</a:t>
            </a:r>
          </a:p>
        </p:txBody>
      </p:sp>
      <p:grpSp>
        <p:nvGrpSpPr>
          <p:cNvPr id="31" name="Group 27">
            <a:extLst>
              <a:ext uri="{FF2B5EF4-FFF2-40B4-BE49-F238E27FC236}">
                <a16:creationId xmlns:a16="http://schemas.microsoft.com/office/drawing/2014/main" id="{249453DB-FE8C-9C87-B2BB-BDD5FBCCA1D4}"/>
              </a:ext>
            </a:extLst>
          </p:cNvPr>
          <p:cNvGrpSpPr>
            <a:grpSpLocks/>
          </p:cNvGrpSpPr>
          <p:nvPr/>
        </p:nvGrpSpPr>
        <p:grpSpPr bwMode="auto">
          <a:xfrm>
            <a:off x="2563906" y="993974"/>
            <a:ext cx="4935537" cy="5311775"/>
            <a:chOff x="1323" y="623"/>
            <a:chExt cx="3109" cy="3346"/>
          </a:xfrm>
        </p:grpSpPr>
        <p:sp>
          <p:nvSpPr>
            <p:cNvPr id="32" name="Line 28">
              <a:extLst>
                <a:ext uri="{FF2B5EF4-FFF2-40B4-BE49-F238E27FC236}">
                  <a16:creationId xmlns:a16="http://schemas.microsoft.com/office/drawing/2014/main" id="{C543BC58-19BD-7157-08A9-B9F68769F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8" y="2691"/>
              <a:ext cx="683" cy="12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i="1"/>
            </a:p>
          </p:txBody>
        </p:sp>
        <p:sp>
          <p:nvSpPr>
            <p:cNvPr id="33" name="Line 29">
              <a:extLst>
                <a:ext uri="{FF2B5EF4-FFF2-40B4-BE49-F238E27FC236}">
                  <a16:creationId xmlns:a16="http://schemas.microsoft.com/office/drawing/2014/main" id="{5F67A300-3758-6C4A-3C23-6793FC5A9B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8" y="3631"/>
              <a:ext cx="1773" cy="32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i="1"/>
            </a:p>
          </p:txBody>
        </p:sp>
        <p:sp>
          <p:nvSpPr>
            <p:cNvPr id="34" name="Line 30">
              <a:extLst>
                <a:ext uri="{FF2B5EF4-FFF2-40B4-BE49-F238E27FC236}">
                  <a16:creationId xmlns:a16="http://schemas.microsoft.com/office/drawing/2014/main" id="{0891C540-358C-CAFA-FA28-6E78CC9E65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8" y="2691"/>
              <a:ext cx="1090" cy="9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i="1"/>
            </a:p>
          </p:txBody>
        </p:sp>
        <p:sp>
          <p:nvSpPr>
            <p:cNvPr id="35" name="Line 31">
              <a:extLst>
                <a:ext uri="{FF2B5EF4-FFF2-40B4-BE49-F238E27FC236}">
                  <a16:creationId xmlns:a16="http://schemas.microsoft.com/office/drawing/2014/main" id="{1016C8E8-CA61-8E28-676D-2FFAC77EF2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8" y="820"/>
              <a:ext cx="683" cy="9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i="1"/>
            </a:p>
          </p:txBody>
        </p:sp>
        <p:sp>
          <p:nvSpPr>
            <p:cNvPr id="36" name="Line 32">
              <a:extLst>
                <a:ext uri="{FF2B5EF4-FFF2-40B4-BE49-F238E27FC236}">
                  <a16:creationId xmlns:a16="http://schemas.microsoft.com/office/drawing/2014/main" id="{F4AB9742-4BAB-53D6-2AB8-93BD0875B9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76" y="1759"/>
              <a:ext cx="1785" cy="4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i="1"/>
            </a:p>
          </p:txBody>
        </p:sp>
        <p:sp>
          <p:nvSpPr>
            <p:cNvPr id="37" name="Line 33">
              <a:extLst>
                <a:ext uri="{FF2B5EF4-FFF2-40B4-BE49-F238E27FC236}">
                  <a16:creationId xmlns:a16="http://schemas.microsoft.com/office/drawing/2014/main" id="{3DC5E886-38BB-8789-6AEE-358032251D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76" y="820"/>
              <a:ext cx="1102" cy="14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i="1"/>
            </a:p>
          </p:txBody>
        </p:sp>
        <p:sp>
          <p:nvSpPr>
            <p:cNvPr id="38" name="Line 34">
              <a:extLst>
                <a:ext uri="{FF2B5EF4-FFF2-40B4-BE49-F238E27FC236}">
                  <a16:creationId xmlns:a16="http://schemas.microsoft.com/office/drawing/2014/main" id="{FE8EFC3D-888F-1720-D1AF-D03BF7F3C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1" y="1759"/>
              <a:ext cx="0" cy="21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i="1"/>
            </a:p>
          </p:txBody>
        </p:sp>
        <p:sp>
          <p:nvSpPr>
            <p:cNvPr id="39" name="Line 35">
              <a:extLst>
                <a:ext uri="{FF2B5EF4-FFF2-40B4-BE49-F238E27FC236}">
                  <a16:creationId xmlns:a16="http://schemas.microsoft.com/office/drawing/2014/main" id="{4ED8D80F-682D-133D-48F2-374902D6BD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8" y="820"/>
              <a:ext cx="0" cy="18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i="1"/>
            </a:p>
          </p:txBody>
        </p:sp>
        <p:sp>
          <p:nvSpPr>
            <p:cNvPr id="40" name="Line 36">
              <a:extLst>
                <a:ext uri="{FF2B5EF4-FFF2-40B4-BE49-F238E27FC236}">
                  <a16:creationId xmlns:a16="http://schemas.microsoft.com/office/drawing/2014/main" id="{8CF1BF97-5ACD-71D9-F5EA-A7EE50BE20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8" y="2248"/>
              <a:ext cx="0" cy="13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i="1"/>
            </a:p>
          </p:txBody>
        </p:sp>
        <p:sp>
          <p:nvSpPr>
            <p:cNvPr id="41" name="Line 37">
              <a:extLst>
                <a:ext uri="{FF2B5EF4-FFF2-40B4-BE49-F238E27FC236}">
                  <a16:creationId xmlns:a16="http://schemas.microsoft.com/office/drawing/2014/main" id="{F68CB4F7-70CD-52EF-DE7C-03198E7AFB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9" y="2426"/>
              <a:ext cx="28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i="1"/>
            </a:p>
          </p:txBody>
        </p:sp>
        <p:sp>
          <p:nvSpPr>
            <p:cNvPr id="42" name="Rectangle 38">
              <a:extLst>
                <a:ext uri="{FF2B5EF4-FFF2-40B4-BE49-F238E27FC236}">
                  <a16:creationId xmlns:a16="http://schemas.microsoft.com/office/drawing/2014/main" id="{452F02F8-3487-D64F-45D3-53F050618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3496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eaLnBrk="1" hangingPunct="1"/>
              <a:r>
                <a:rPr lang="en-US" altLang="zh-CN" i="1">
                  <a:solidFill>
                    <a:srgbClr val="000000"/>
                  </a:solidFill>
                </a:rPr>
                <a:t>b</a:t>
              </a:r>
              <a:endParaRPr lang="en-US" altLang="zh-CN" i="1">
                <a:latin typeface="RomanS" charset="0"/>
              </a:endParaRPr>
            </a:p>
          </p:txBody>
        </p:sp>
        <p:sp>
          <p:nvSpPr>
            <p:cNvPr id="43" name="Rectangle 39">
              <a:extLst>
                <a:ext uri="{FF2B5EF4-FFF2-40B4-BE49-F238E27FC236}">
                  <a16:creationId xmlns:a16="http://schemas.microsoft.com/office/drawing/2014/main" id="{5A2657F5-6D0D-87FE-1BA7-EB8341FBB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0" y="3795"/>
              <a:ext cx="6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eaLnBrk="1" hangingPunct="1"/>
              <a:r>
                <a:rPr lang="en-US" altLang="zh-CN" i="1">
                  <a:solidFill>
                    <a:srgbClr val="000000"/>
                  </a:solidFill>
                </a:rPr>
                <a:t>c</a:t>
              </a:r>
              <a:endParaRPr lang="en-US" altLang="zh-CN" i="1">
                <a:latin typeface="RomanS" charset="0"/>
              </a:endParaRPr>
            </a:p>
          </p:txBody>
        </p:sp>
        <p:sp>
          <p:nvSpPr>
            <p:cNvPr id="44" name="Rectangle 40">
              <a:extLst>
                <a:ext uri="{FF2B5EF4-FFF2-40B4-BE49-F238E27FC236}">
                  <a16:creationId xmlns:a16="http://schemas.microsoft.com/office/drawing/2014/main" id="{2FEAA529-98C9-B39B-9BE9-4E3B60D647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3" y="2300"/>
              <a:ext cx="7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eaLnBrk="1" hangingPunct="1"/>
              <a:r>
                <a:rPr lang="en-US" altLang="zh-CN" b="1" i="1">
                  <a:latin typeface="宋体" charset="-122"/>
                </a:rPr>
                <a:t>X</a:t>
              </a:r>
              <a:endParaRPr lang="en-US" altLang="zh-CN" b="1" i="1">
                <a:latin typeface="RomanS" charset="0"/>
              </a:endParaRPr>
            </a:p>
          </p:txBody>
        </p:sp>
        <p:sp>
          <p:nvSpPr>
            <p:cNvPr id="45" name="Rectangle 41">
              <a:extLst>
                <a:ext uri="{FF2B5EF4-FFF2-40B4-BE49-F238E27FC236}">
                  <a16:creationId xmlns:a16="http://schemas.microsoft.com/office/drawing/2014/main" id="{A8F3584A-B9C9-EAA2-85DF-EFDAB97E3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9" y="2106"/>
              <a:ext cx="11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eaLnBrk="1" hangingPunct="1"/>
              <a:r>
                <a:rPr lang="en-US" altLang="zh-CN" i="1">
                  <a:solidFill>
                    <a:srgbClr val="000000"/>
                  </a:solidFill>
                </a:rPr>
                <a:t>b</a:t>
              </a:r>
              <a:r>
                <a:rPr lang="en-US" altLang="zh-CN" i="1">
                  <a:solidFill>
                    <a:srgbClr val="000000"/>
                  </a:solidFill>
                  <a:sym typeface="Symbol" charset="2"/>
                </a:rPr>
                <a:t></a:t>
              </a:r>
              <a:endParaRPr lang="en-US" altLang="zh-CN" i="1">
                <a:solidFill>
                  <a:srgbClr val="000000"/>
                </a:solidFill>
                <a:sym typeface="CommercialPi BT" charset="0"/>
              </a:endParaRPr>
            </a:p>
          </p:txBody>
        </p:sp>
        <p:sp>
          <p:nvSpPr>
            <p:cNvPr id="46" name="Rectangle 42">
              <a:extLst>
                <a:ext uri="{FF2B5EF4-FFF2-40B4-BE49-F238E27FC236}">
                  <a16:creationId xmlns:a16="http://schemas.microsoft.com/office/drawing/2014/main" id="{C5C09149-779F-90A1-B8EA-3310E24AC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2" y="1608"/>
              <a:ext cx="9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eaLnBrk="1" hangingPunct="1"/>
              <a:r>
                <a:rPr lang="en-US" altLang="zh-CN" i="1">
                  <a:solidFill>
                    <a:srgbClr val="000000"/>
                  </a:solidFill>
                </a:rPr>
                <a:t>c</a:t>
              </a:r>
              <a:r>
                <a:rPr lang="en-US" altLang="zh-CN" i="1">
                  <a:solidFill>
                    <a:srgbClr val="000000"/>
                  </a:solidFill>
                  <a:sym typeface="Symbol" charset="2"/>
                </a:rPr>
                <a:t></a:t>
              </a:r>
              <a:endParaRPr lang="en-US" altLang="zh-CN" i="1">
                <a:solidFill>
                  <a:srgbClr val="000000"/>
                </a:solidFill>
                <a:sym typeface="CommercialPi BT" charset="0"/>
              </a:endParaRPr>
            </a:p>
          </p:txBody>
        </p:sp>
        <p:sp>
          <p:nvSpPr>
            <p:cNvPr id="47" name="Rectangle 43">
              <a:extLst>
                <a:ext uri="{FF2B5EF4-FFF2-40B4-BE49-F238E27FC236}">
                  <a16:creationId xmlns:a16="http://schemas.microsoft.com/office/drawing/2014/main" id="{68E13484-30A8-656C-804D-DDAFE0675C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6" y="2520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eaLnBrk="1" hangingPunct="1"/>
              <a:r>
                <a:rPr lang="en-US" altLang="zh-CN" i="1">
                  <a:solidFill>
                    <a:srgbClr val="000000"/>
                  </a:solidFill>
                </a:rPr>
                <a:t>a</a:t>
              </a:r>
              <a:endParaRPr lang="en-US" altLang="zh-CN" i="1">
                <a:latin typeface="RomanS" charset="0"/>
              </a:endParaRPr>
            </a:p>
          </p:txBody>
        </p:sp>
        <p:sp>
          <p:nvSpPr>
            <p:cNvPr id="48" name="Rectangle 44">
              <a:extLst>
                <a:ext uri="{FF2B5EF4-FFF2-40B4-BE49-F238E27FC236}">
                  <a16:creationId xmlns:a16="http://schemas.microsoft.com/office/drawing/2014/main" id="{ED915CCD-C511-136A-8188-4DE52E69BC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5" y="623"/>
              <a:ext cx="11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eaLnBrk="1" hangingPunct="1"/>
              <a:r>
                <a:rPr lang="en-US" altLang="zh-CN" i="1">
                  <a:solidFill>
                    <a:srgbClr val="000000"/>
                  </a:solidFill>
                </a:rPr>
                <a:t>a</a:t>
              </a:r>
              <a:r>
                <a:rPr lang="en-US" altLang="zh-CN" i="1">
                  <a:solidFill>
                    <a:srgbClr val="000000"/>
                  </a:solidFill>
                  <a:sym typeface="Symbol" charset="2"/>
                </a:rPr>
                <a:t></a:t>
              </a:r>
              <a:endParaRPr lang="en-US" altLang="zh-CN" i="1">
                <a:latin typeface="RomanS" charset="0"/>
              </a:endParaRPr>
            </a:p>
          </p:txBody>
        </p:sp>
        <p:sp>
          <p:nvSpPr>
            <p:cNvPr id="49" name="Rectangle 45">
              <a:extLst>
                <a:ext uri="{FF2B5EF4-FFF2-40B4-BE49-F238E27FC236}">
                  <a16:creationId xmlns:a16="http://schemas.microsoft.com/office/drawing/2014/main" id="{1EBE70A8-4B70-DE0A-A4EF-96CF2CAB6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8" y="2301"/>
              <a:ext cx="7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eaLnBrk="1" hangingPunct="1"/>
              <a:r>
                <a:rPr lang="en-US" altLang="zh-CN" b="1" i="1">
                  <a:latin typeface="宋体" charset="-122"/>
                </a:rPr>
                <a:t>O</a:t>
              </a:r>
              <a:endParaRPr lang="en-US" altLang="zh-CN" b="1" i="1">
                <a:latin typeface="RomanS" charset="0"/>
              </a:endParaRPr>
            </a:p>
          </p:txBody>
        </p:sp>
      </p:grpSp>
      <p:pic>
        <p:nvPicPr>
          <p:cNvPr id="50" name="图片 49">
            <a:extLst>
              <a:ext uri="{FF2B5EF4-FFF2-40B4-BE49-F238E27FC236}">
                <a16:creationId xmlns:a16="http://schemas.microsoft.com/office/drawing/2014/main" id="{CEA9F227-3C5E-EEA2-A06C-80F82CE45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835183" y="2522521"/>
            <a:ext cx="1585821" cy="379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189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utoUpdateAnimBg="0"/>
      <p:bldP spid="9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9" name="Text Box 3"/>
          <p:cNvSpPr txBox="1">
            <a:spLocks noChangeArrowheads="1"/>
          </p:cNvSpPr>
          <p:nvPr/>
        </p:nvSpPr>
        <p:spPr bwMode="auto">
          <a:xfrm>
            <a:off x="1156870" y="1196133"/>
            <a:ext cx="55707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800" b="1" dirty="0">
                <a:latin typeface="Times New Roman" charset="0"/>
              </a:rPr>
              <a:t>相对位置包括</a:t>
            </a:r>
            <a:r>
              <a:rPr lang="zh-CN" altLang="en-US" sz="2800" b="1" dirty="0">
                <a:solidFill>
                  <a:srgbClr val="FF0000"/>
                </a:solidFill>
                <a:latin typeface="Times New Roman" charset="0"/>
              </a:rPr>
              <a:t>平行</a:t>
            </a:r>
            <a:r>
              <a:rPr lang="zh-CN" altLang="en-US" sz="2800" b="1" dirty="0">
                <a:latin typeface="Times New Roman" charset="0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Times New Roman" charset="0"/>
              </a:rPr>
              <a:t>相交</a:t>
            </a:r>
            <a:r>
              <a:rPr lang="zh-CN" altLang="en-US" sz="2800" b="1" dirty="0">
                <a:latin typeface="Times New Roman" charset="0"/>
              </a:rPr>
              <a:t>和</a:t>
            </a:r>
            <a:r>
              <a:rPr lang="zh-CN" altLang="en-US" sz="2800" b="1" dirty="0">
                <a:solidFill>
                  <a:srgbClr val="333399"/>
                </a:solidFill>
                <a:latin typeface="Times New Roman" charset="0"/>
              </a:rPr>
              <a:t>垂直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charset="0"/>
              </a:rPr>
              <a:t>。</a:t>
            </a:r>
            <a:endParaRPr lang="zh-CN" altLang="en-US" sz="1400" b="1" dirty="0">
              <a:latin typeface="Times New Roman" charset="0"/>
            </a:endParaRPr>
          </a:p>
        </p:txBody>
      </p:sp>
      <p:sp>
        <p:nvSpPr>
          <p:cNvPr id="111620" name="Text Box 4"/>
          <p:cNvSpPr txBox="1">
            <a:spLocks noChangeArrowheads="1"/>
          </p:cNvSpPr>
          <p:nvPr/>
        </p:nvSpPr>
        <p:spPr bwMode="auto">
          <a:xfrm>
            <a:off x="1298381" y="2097854"/>
            <a:ext cx="271420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2800" b="1" dirty="0">
                <a:solidFill>
                  <a:schemeClr val="accent2">
                    <a:lumMod val="50000"/>
                  </a:schemeClr>
                </a:solidFill>
                <a:latin typeface="黑体" charset="-122"/>
                <a:ea typeface="黑体" charset="-122"/>
              </a:rPr>
              <a:t>2.5.1 </a:t>
            </a:r>
            <a:r>
              <a:rPr lang="zh-CN" altLang="en-US" sz="2800" b="1" dirty="0">
                <a:solidFill>
                  <a:schemeClr val="accent2">
                    <a:lumMod val="50000"/>
                  </a:schemeClr>
                </a:solidFill>
                <a:latin typeface="黑体" charset="-122"/>
                <a:ea typeface="黑体" charset="-122"/>
              </a:rPr>
              <a:t>平行问题</a:t>
            </a:r>
          </a:p>
        </p:txBody>
      </p:sp>
      <p:sp>
        <p:nvSpPr>
          <p:cNvPr id="111621" name="Text Box 5"/>
          <p:cNvSpPr txBox="1">
            <a:spLocks noChangeArrowheads="1"/>
          </p:cNvSpPr>
          <p:nvPr/>
        </p:nvSpPr>
        <p:spPr bwMode="auto">
          <a:xfrm>
            <a:off x="5085248" y="2823136"/>
            <a:ext cx="26468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2400" b="1" dirty="0">
                <a:solidFill>
                  <a:srgbClr val="003399"/>
                </a:solidFill>
                <a:latin typeface="Times New Roman" charset="0"/>
              </a:rPr>
              <a:t>1. </a:t>
            </a:r>
            <a:r>
              <a:rPr lang="zh-CN" altLang="en-US" sz="2400" b="1" dirty="0">
                <a:solidFill>
                  <a:srgbClr val="003399"/>
                </a:solidFill>
                <a:latin typeface="Times New Roman" charset="0"/>
              </a:rPr>
              <a:t>直线与平面平行</a:t>
            </a:r>
          </a:p>
        </p:txBody>
      </p:sp>
      <p:sp>
        <p:nvSpPr>
          <p:cNvPr id="111622" name="Text Box 6"/>
          <p:cNvSpPr txBox="1">
            <a:spLocks noChangeArrowheads="1"/>
          </p:cNvSpPr>
          <p:nvPr/>
        </p:nvSpPr>
        <p:spPr bwMode="auto">
          <a:xfrm>
            <a:off x="4980474" y="3440674"/>
            <a:ext cx="28007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003399"/>
                </a:solidFill>
                <a:latin typeface="Times New Roman" charset="0"/>
              </a:rPr>
              <a:t> 2. </a:t>
            </a:r>
            <a:r>
              <a:rPr lang="zh-CN" altLang="en-US" sz="2400" b="1" dirty="0">
                <a:solidFill>
                  <a:srgbClr val="003399"/>
                </a:solidFill>
                <a:latin typeface="Times New Roman" charset="0"/>
              </a:rPr>
              <a:t>平面与平面平行</a:t>
            </a:r>
          </a:p>
        </p:txBody>
      </p:sp>
      <p:grpSp>
        <p:nvGrpSpPr>
          <p:cNvPr id="111623" name="Group 7"/>
          <p:cNvGrpSpPr>
            <a:grpSpLocks/>
          </p:cNvGrpSpPr>
          <p:nvPr/>
        </p:nvGrpSpPr>
        <p:grpSpPr bwMode="auto">
          <a:xfrm>
            <a:off x="2875448" y="2649950"/>
            <a:ext cx="2133600" cy="990600"/>
            <a:chOff x="1440" y="1488"/>
            <a:chExt cx="1632" cy="624"/>
          </a:xfrm>
        </p:grpSpPr>
        <p:sp>
          <p:nvSpPr>
            <p:cNvPr id="111624" name="AutoShape 8"/>
            <p:cNvSpPr>
              <a:spLocks noChangeArrowheads="1"/>
            </p:cNvSpPr>
            <p:nvPr/>
          </p:nvSpPr>
          <p:spPr bwMode="auto">
            <a:xfrm rot="5400000">
              <a:off x="1944" y="984"/>
              <a:ext cx="624" cy="1632"/>
            </a:xfrm>
            <a:custGeom>
              <a:avLst/>
              <a:gdLst>
                <a:gd name="G0" fmla="+- 11643 0 0"/>
                <a:gd name="G1" fmla="+- 18514 0 0"/>
                <a:gd name="G2" fmla="+- 7200 0 0"/>
                <a:gd name="G3" fmla="*/ 11643 1 2"/>
                <a:gd name="G4" fmla="+- G3 10800 0"/>
                <a:gd name="G5" fmla="+- 21600 11643 18514"/>
                <a:gd name="G6" fmla="+- 18514 7200 0"/>
                <a:gd name="G7" fmla="*/ G6 1 2"/>
                <a:gd name="G8" fmla="*/ 18514 2 1"/>
                <a:gd name="G9" fmla="+- G8 0 21600"/>
                <a:gd name="G10" fmla="*/ 21600 G0 G1"/>
                <a:gd name="G11" fmla="*/ 21600 G4 G1"/>
                <a:gd name="G12" fmla="*/ 21600 G5 G1"/>
                <a:gd name="G13" fmla="*/ 21600 G7 G1"/>
                <a:gd name="G14" fmla="*/ 18514 1 2"/>
                <a:gd name="G15" fmla="+- G5 0 G4"/>
                <a:gd name="G16" fmla="+- G0 0 G4"/>
                <a:gd name="G17" fmla="*/ G2 G15 G16"/>
                <a:gd name="T0" fmla="*/ 16622 w 21600"/>
                <a:gd name="T1" fmla="*/ 0 h 21600"/>
                <a:gd name="T2" fmla="*/ 11643 w 21600"/>
                <a:gd name="T3" fmla="*/ 7200 h 21600"/>
                <a:gd name="T4" fmla="*/ 0 w 21600"/>
                <a:gd name="T5" fmla="*/ 19393 h 21600"/>
                <a:gd name="T6" fmla="*/ 9257 w 21600"/>
                <a:gd name="T7" fmla="*/ 21600 h 21600"/>
                <a:gd name="T8" fmla="*/ 18514 w 21600"/>
                <a:gd name="T9" fmla="*/ 15000 h 21600"/>
                <a:gd name="T10" fmla="*/ 21600 w 21600"/>
                <a:gd name="T11" fmla="*/ 7200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G12 h 21600"/>
                <a:gd name="T20" fmla="*/ G1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6622" y="0"/>
                  </a:moveTo>
                  <a:lnTo>
                    <a:pt x="11643" y="7200"/>
                  </a:lnTo>
                  <a:lnTo>
                    <a:pt x="14729" y="7200"/>
                  </a:lnTo>
                  <a:lnTo>
                    <a:pt x="14729" y="17184"/>
                  </a:lnTo>
                  <a:lnTo>
                    <a:pt x="0" y="17184"/>
                  </a:lnTo>
                  <a:lnTo>
                    <a:pt x="0" y="21600"/>
                  </a:lnTo>
                  <a:lnTo>
                    <a:pt x="18514" y="21600"/>
                  </a:lnTo>
                  <a:lnTo>
                    <a:pt x="18514" y="7200"/>
                  </a:lnTo>
                  <a:lnTo>
                    <a:pt x="21600" y="7200"/>
                  </a:lnTo>
                  <a:close/>
                </a:path>
              </a:pathLst>
            </a:cu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25" name="Text Box 9"/>
            <p:cNvSpPr txBox="1">
              <a:spLocks noChangeArrowheads="1"/>
            </p:cNvSpPr>
            <p:nvPr/>
          </p:nvSpPr>
          <p:spPr bwMode="auto">
            <a:xfrm>
              <a:off x="1473" y="1538"/>
              <a:ext cx="353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vert="eaVert" wrap="none" anchor="ctr">
              <a:spAutoFit/>
            </a:bodyPr>
            <a:lstStyle/>
            <a:p>
              <a:pPr eaLnBrk="1" hangingPunct="1"/>
              <a:r>
                <a:rPr lang="zh-CN" altLang="en-US" b="1">
                  <a:latin typeface="Times New Roman" charset="0"/>
                </a:rPr>
                <a:t>包括</a:t>
              </a:r>
            </a:p>
          </p:txBody>
        </p:sp>
      </p:grpSp>
      <p:sp>
        <p:nvSpPr>
          <p:cNvPr id="111626" name="Text Box 10"/>
          <p:cNvSpPr txBox="1">
            <a:spLocks noChangeArrowheads="1"/>
          </p:cNvSpPr>
          <p:nvPr/>
        </p:nvSpPr>
        <p:spPr bwMode="auto">
          <a:xfrm>
            <a:off x="1781854" y="3954613"/>
            <a:ext cx="34243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charset="0"/>
              </a:rPr>
              <a:t>⒈ 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Times New Roman" charset="0"/>
              </a:rPr>
              <a:t>直线与平面平行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charset="0"/>
              </a:rPr>
              <a:t>(P55)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Times New Roman" charset="0"/>
            </a:endParaRPr>
          </a:p>
        </p:txBody>
      </p:sp>
      <p:grpSp>
        <p:nvGrpSpPr>
          <p:cNvPr id="111627" name="Group 11"/>
          <p:cNvGrpSpPr>
            <a:grpSpLocks/>
          </p:cNvGrpSpPr>
          <p:nvPr/>
        </p:nvGrpSpPr>
        <p:grpSpPr bwMode="auto">
          <a:xfrm>
            <a:off x="1651224" y="4582778"/>
            <a:ext cx="9150753" cy="1542571"/>
            <a:chOff x="384" y="2789"/>
            <a:chExt cx="4944" cy="1392"/>
          </a:xfrm>
        </p:grpSpPr>
        <p:sp>
          <p:nvSpPr>
            <p:cNvPr id="111628" name="AutoShape 12"/>
            <p:cNvSpPr>
              <a:spLocks noChangeArrowheads="1"/>
            </p:cNvSpPr>
            <p:nvPr/>
          </p:nvSpPr>
          <p:spPr bwMode="auto">
            <a:xfrm flipH="1">
              <a:off x="384" y="2789"/>
              <a:ext cx="4944" cy="1392"/>
            </a:xfrm>
            <a:prstGeom prst="horizontalScroll">
              <a:avLst>
                <a:gd name="adj" fmla="val 12500"/>
              </a:avLst>
            </a:prstGeom>
            <a:solidFill>
              <a:srgbClr val="FFFF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11629" name="Text Box 13"/>
            <p:cNvSpPr txBox="1">
              <a:spLocks noChangeArrowheads="1"/>
            </p:cNvSpPr>
            <p:nvPr/>
          </p:nvSpPr>
          <p:spPr bwMode="auto">
            <a:xfrm>
              <a:off x="758" y="3190"/>
              <a:ext cx="4330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l" eaLnBrk="1" hangingPunct="1"/>
              <a:r>
                <a:rPr lang="en-US" altLang="zh-CN" sz="2800" b="1" dirty="0">
                  <a:solidFill>
                    <a:srgbClr val="CC0000"/>
                  </a:solidFill>
                  <a:latin typeface="宋体" charset="-122"/>
                </a:rPr>
                <a:t>    </a:t>
              </a:r>
              <a:r>
                <a:rPr lang="zh-CN" altLang="en-US" sz="2800" b="1" dirty="0">
                  <a:solidFill>
                    <a:srgbClr val="CC0000"/>
                  </a:solidFill>
                  <a:latin typeface="Times New Roman" charset="0"/>
                </a:rPr>
                <a:t>若平面外的一直线平行于平面内的某一直线，则该直线与该平面平行。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BB279EE-E3D9-4533-B467-754196EB2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68" y="191280"/>
            <a:ext cx="7246945" cy="626352"/>
          </a:xfrm>
        </p:spPr>
        <p:txBody>
          <a:bodyPr>
            <a:noAutofit/>
          </a:bodyPr>
          <a:lstStyle/>
          <a:p>
            <a:r>
              <a:rPr lang="en-US" altLang="zh-CN" sz="2800" dirty="0">
                <a:latin typeface="黑体" charset="-122"/>
                <a:ea typeface="黑体" charset="-122"/>
              </a:rPr>
              <a:t>2.5 </a:t>
            </a:r>
            <a:r>
              <a:rPr lang="zh-CN" altLang="zh-CN" sz="2800" dirty="0">
                <a:latin typeface="Times New Roman" charset="0"/>
                <a:ea typeface="黑体" charset="-122"/>
              </a:rPr>
              <a:t>直线与平面及两平面的相对位置</a:t>
            </a:r>
            <a:r>
              <a:rPr lang="en-US" altLang="zh-CN" sz="2800" dirty="0">
                <a:latin typeface="Times New Roman" charset="0"/>
                <a:ea typeface="黑体" charset="-122"/>
              </a:rPr>
              <a:t>(P55)</a:t>
            </a:r>
            <a:endParaRPr lang="zh-CN" altLang="en-US" sz="28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397ABE-4B5E-4AF8-9D58-EDE34BC14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A1B54-75B3-7B46-BCEA-44C8CCA30F52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EF6E20-F27E-4BBE-9B27-B7B91C14F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DF01B9-2973-4272-B7B8-F75DD0BBD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1379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11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75"/>
                                        <p:tgtEl>
                                          <p:spTgt spid="111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"/>
                                        <p:tgtEl>
                                          <p:spTgt spid="1116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111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1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9" grpId="0" build="p" autoUpdateAnimBg="0"/>
      <p:bldP spid="111620" grpId="0" autoUpdateAnimBg="0"/>
      <p:bldP spid="111621" grpId="0" build="p" autoUpdateAnimBg="0"/>
      <p:bldP spid="111622" grpId="0" build="p" autoUpdateAnimBg="0"/>
      <p:bldP spid="111626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1" name="Text Box 31"/>
          <p:cNvSpPr txBox="1">
            <a:spLocks noChangeArrowheads="1"/>
          </p:cNvSpPr>
          <p:nvPr/>
        </p:nvSpPr>
        <p:spPr bwMode="auto">
          <a:xfrm>
            <a:off x="796163" y="660050"/>
            <a:ext cx="62546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5.7</a:t>
            </a:r>
            <a:r>
              <a:rPr lang="zh-CN" altLang="en-US" sz="2400" dirty="0">
                <a:solidFill>
                  <a:srgbClr val="C00000"/>
                </a:solidFill>
                <a:sym typeface="Wingdings" panose="05000000000000000000" pitchFamily="2" charset="2"/>
              </a:rPr>
              <a:t> 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：过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点作直线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MN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平行于平面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ABC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A9A26A-048E-4B2E-B84B-7D9EC4DC9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5B5D-09ED-AD4A-A545-F40A326D0A20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143CCC-AAB1-4C16-88AC-823F2B402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B2EBE-7EB7-424C-875C-DBDFF25D0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22</a:t>
            </a:fld>
            <a:endParaRPr lang="en-US"/>
          </a:p>
        </p:txBody>
      </p:sp>
      <p:sp>
        <p:nvSpPr>
          <p:cNvPr id="5" name="Line 2">
            <a:extLst>
              <a:ext uri="{FF2B5EF4-FFF2-40B4-BE49-F238E27FC236}">
                <a16:creationId xmlns:a16="http://schemas.microsoft.com/office/drawing/2014/main" id="{EEA33899-31A0-9EF2-C28A-EF9230C488E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4975" y="2722629"/>
            <a:ext cx="0" cy="1935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3A22C83D-218C-46A1-23C0-0481AA322924}"/>
              </a:ext>
            </a:extLst>
          </p:cNvPr>
          <p:cNvSpPr>
            <a:spLocks/>
          </p:cNvSpPr>
          <p:nvPr/>
        </p:nvSpPr>
        <p:spPr bwMode="auto">
          <a:xfrm>
            <a:off x="6770688" y="4145029"/>
            <a:ext cx="1536700" cy="503237"/>
          </a:xfrm>
          <a:custGeom>
            <a:avLst/>
            <a:gdLst>
              <a:gd name="T0" fmla="*/ 0 w 770"/>
              <a:gd name="T1" fmla="*/ 252 h 252"/>
              <a:gd name="T2" fmla="*/ 770 w 770"/>
              <a:gd name="T3" fmla="*/ 0 h 25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70" h="252">
                <a:moveTo>
                  <a:pt x="0" y="252"/>
                </a:moveTo>
                <a:lnTo>
                  <a:pt x="770" y="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F9D962C1-B80C-ED61-DDF5-EB9B7699D222}"/>
              </a:ext>
            </a:extLst>
          </p:cNvPr>
          <p:cNvSpPr>
            <a:spLocks/>
          </p:cNvSpPr>
          <p:nvPr/>
        </p:nvSpPr>
        <p:spPr bwMode="auto">
          <a:xfrm>
            <a:off x="4003675" y="1911416"/>
            <a:ext cx="1763713" cy="868363"/>
          </a:xfrm>
          <a:custGeom>
            <a:avLst/>
            <a:gdLst>
              <a:gd name="T0" fmla="*/ 0 w 884"/>
              <a:gd name="T1" fmla="*/ 435 h 435"/>
              <a:gd name="T2" fmla="*/ 884 w 884"/>
              <a:gd name="T3" fmla="*/ 0 h 43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84" h="435">
                <a:moveTo>
                  <a:pt x="0" y="435"/>
                </a:moveTo>
                <a:lnTo>
                  <a:pt x="884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0BC91B23-8F5F-173E-0573-719AE2598ACD}"/>
              </a:ext>
            </a:extLst>
          </p:cNvPr>
          <p:cNvSpPr>
            <a:spLocks/>
          </p:cNvSpPr>
          <p:nvPr/>
        </p:nvSpPr>
        <p:spPr bwMode="auto">
          <a:xfrm>
            <a:off x="4003675" y="4165666"/>
            <a:ext cx="1763713" cy="530225"/>
          </a:xfrm>
          <a:custGeom>
            <a:avLst/>
            <a:gdLst>
              <a:gd name="T0" fmla="*/ 0 w 884"/>
              <a:gd name="T1" fmla="*/ 266 h 266"/>
              <a:gd name="T2" fmla="*/ 884 w 884"/>
              <a:gd name="T3" fmla="*/ 0 h 26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84" h="266">
                <a:moveTo>
                  <a:pt x="0" y="266"/>
                </a:moveTo>
                <a:lnTo>
                  <a:pt x="884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48E325DE-1CF2-533E-329B-8CCB9982B5EF}"/>
              </a:ext>
            </a:extLst>
          </p:cNvPr>
          <p:cNvSpPr>
            <a:spLocks/>
          </p:cNvSpPr>
          <p:nvPr/>
        </p:nvSpPr>
        <p:spPr bwMode="auto">
          <a:xfrm>
            <a:off x="6794500" y="4156141"/>
            <a:ext cx="1498600" cy="492125"/>
          </a:xfrm>
          <a:custGeom>
            <a:avLst/>
            <a:gdLst>
              <a:gd name="T0" fmla="*/ 0 w 751"/>
              <a:gd name="T1" fmla="*/ 247 h 247"/>
              <a:gd name="T2" fmla="*/ 751 w 751"/>
              <a:gd name="T3" fmla="*/ 0 h 24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51" h="247">
                <a:moveTo>
                  <a:pt x="0" y="247"/>
                </a:moveTo>
                <a:lnTo>
                  <a:pt x="751" y="0"/>
                </a:lnTo>
              </a:path>
            </a:pathLst>
          </a:custGeom>
          <a:noFill/>
          <a:ln w="38100" cap="flat" cmpd="sng">
            <a:solidFill>
              <a:srgbClr val="FF339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" name="Group 7">
            <a:extLst>
              <a:ext uri="{FF2B5EF4-FFF2-40B4-BE49-F238E27FC236}">
                <a16:creationId xmlns:a16="http://schemas.microsoft.com/office/drawing/2014/main" id="{19B654E7-EA29-88F3-0B3D-FF7EF5BA4BC7}"/>
              </a:ext>
            </a:extLst>
          </p:cNvPr>
          <p:cNvGrpSpPr>
            <a:grpSpLocks/>
          </p:cNvGrpSpPr>
          <p:nvPr/>
        </p:nvGrpSpPr>
        <p:grpSpPr bwMode="auto">
          <a:xfrm>
            <a:off x="6770689" y="1685500"/>
            <a:ext cx="1776054" cy="1053005"/>
            <a:chOff x="4279" y="292"/>
            <a:chExt cx="890" cy="527"/>
          </a:xfrm>
        </p:grpSpPr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3EB7A72C-D106-AC7B-AB27-5543F5044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9" y="466"/>
              <a:ext cx="762" cy="353"/>
            </a:xfrm>
            <a:custGeom>
              <a:avLst/>
              <a:gdLst>
                <a:gd name="T0" fmla="*/ 0 w 762"/>
                <a:gd name="T1" fmla="*/ 353 h 353"/>
                <a:gd name="T2" fmla="*/ 762 w 762"/>
                <a:gd name="T3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353">
                  <a:moveTo>
                    <a:pt x="0" y="353"/>
                  </a:moveTo>
                  <a:lnTo>
                    <a:pt x="762" y="0"/>
                  </a:lnTo>
                </a:path>
              </a:pathLst>
            </a:custGeom>
            <a:noFill/>
            <a:ln w="38100" cap="flat" cmpd="sng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i="1"/>
            </a:p>
          </p:txBody>
        </p:sp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62A60E5D-597D-093A-5C40-9FADEE461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8" y="292"/>
              <a:ext cx="181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n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</p:grpSp>
      <p:sp>
        <p:nvSpPr>
          <p:cNvPr id="13" name="Line 10">
            <a:extLst>
              <a:ext uri="{FF2B5EF4-FFF2-40B4-BE49-F238E27FC236}">
                <a16:creationId xmlns:a16="http://schemas.microsoft.com/office/drawing/2014/main" id="{4109D46E-8FAA-C05C-7728-72E8434336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03675" y="1438341"/>
            <a:ext cx="1339850" cy="1341438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11">
            <a:extLst>
              <a:ext uri="{FF2B5EF4-FFF2-40B4-BE49-F238E27FC236}">
                <a16:creationId xmlns:a16="http://schemas.microsoft.com/office/drawing/2014/main" id="{161DFD2F-A16C-5B37-62FE-E0ED7876B10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3525" y="1438341"/>
            <a:ext cx="958850" cy="105410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AB0B86A8-EEC7-2736-F163-93C7C7BEC0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03675" y="2492441"/>
            <a:ext cx="2298700" cy="287338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13">
            <a:extLst>
              <a:ext uri="{FF2B5EF4-FFF2-40B4-BE49-F238E27FC236}">
                <a16:creationId xmlns:a16="http://schemas.microsoft.com/office/drawing/2014/main" id="{E1EFA547-E80B-00B4-3843-A612F3998B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3675" y="2779779"/>
            <a:ext cx="0" cy="191611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FC8B2687-2F94-F14F-A217-5A43DB4A53E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3525" y="1438341"/>
            <a:ext cx="0" cy="2108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3117B1D7-6443-5378-635A-7390726ABFF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2375" y="2492441"/>
            <a:ext cx="0" cy="24907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DFDA5DAC-5364-755F-DBE6-30BF5CC40D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03675" y="3546541"/>
            <a:ext cx="1339850" cy="114935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F4DFAE78-8F50-5F54-1D67-E1470C833F7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3525" y="3546541"/>
            <a:ext cx="958850" cy="1436688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FC6D934C-E97A-4362-DCA2-18A1C99E599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3675" y="4695891"/>
            <a:ext cx="2298700" cy="287338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Line 19">
            <a:extLst>
              <a:ext uri="{FF2B5EF4-FFF2-40B4-BE49-F238E27FC236}">
                <a16:creationId xmlns:a16="http://schemas.microsoft.com/office/drawing/2014/main" id="{1CB140DD-F090-16AA-B112-5AE5908F28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6338" y="3354454"/>
            <a:ext cx="488473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Text Box 20">
            <a:extLst>
              <a:ext uri="{FF2B5EF4-FFF2-40B4-BE49-F238E27FC236}">
                <a16:creationId xmlns:a16="http://schemas.microsoft.com/office/drawing/2014/main" id="{9E1740A9-CB8C-5C12-8A8D-49828C8E5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4638" y="2617854"/>
            <a:ext cx="300037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900" b="1" i="0">
                <a:solidFill>
                  <a:schemeClr val="accent2"/>
                </a:solidFill>
                <a:latin typeface="Times New Roman" charset="0"/>
              </a:rPr>
              <a:t>●</a:t>
            </a:r>
          </a:p>
        </p:txBody>
      </p:sp>
      <p:sp>
        <p:nvSpPr>
          <p:cNvPr id="24" name="Text Box 21">
            <a:extLst>
              <a:ext uri="{FF2B5EF4-FFF2-40B4-BE49-F238E27FC236}">
                <a16:creationId xmlns:a16="http://schemas.microsoft.com/office/drawing/2014/main" id="{E67B51F0-0A0F-6277-9EE6-53F646335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4638" y="4532379"/>
            <a:ext cx="300037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900" b="1" i="0">
                <a:solidFill>
                  <a:schemeClr val="accent2"/>
                </a:solidFill>
                <a:latin typeface="Times New Roman" charset="0"/>
              </a:rPr>
              <a:t>●</a:t>
            </a:r>
          </a:p>
        </p:txBody>
      </p:sp>
      <p:sp>
        <p:nvSpPr>
          <p:cNvPr id="25" name="Text Box 22">
            <a:extLst>
              <a:ext uri="{FF2B5EF4-FFF2-40B4-BE49-F238E27FC236}">
                <a16:creationId xmlns:a16="http://schemas.microsoft.com/office/drawing/2014/main" id="{97E152F2-F4A8-4183-0B32-AAEE12582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2363" y="2596700"/>
            <a:ext cx="360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a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26" name="Text Box 23">
            <a:extLst>
              <a:ext uri="{FF2B5EF4-FFF2-40B4-BE49-F238E27FC236}">
                <a16:creationId xmlns:a16="http://schemas.microsoft.com/office/drawing/2014/main" id="{5B20D409-B14E-7995-C899-DA608DE7B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0" y="2115688"/>
            <a:ext cx="3385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c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27" name="Text Box 24">
            <a:extLst>
              <a:ext uri="{FF2B5EF4-FFF2-40B4-BE49-F238E27FC236}">
                <a16:creationId xmlns:a16="http://schemas.microsoft.com/office/drawing/2014/main" id="{B003D90C-9034-1415-A1F0-56945E1E8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3524" y="1135071"/>
            <a:ext cx="360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 dirty="0"/>
              <a:t>b</a:t>
            </a:r>
            <a:r>
              <a:rPr lang="en-US" altLang="zh-CN" b="1" i="1" dirty="0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28" name="Text Box 25">
            <a:extLst>
              <a:ext uri="{FF2B5EF4-FFF2-40B4-BE49-F238E27FC236}">
                <a16:creationId xmlns:a16="http://schemas.microsoft.com/office/drawing/2014/main" id="{1577D5EF-EBDB-DAAB-7A6D-CEE720144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8261" y="2400109"/>
            <a:ext cx="838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i="1" dirty="0"/>
              <a:t>m</a:t>
            </a:r>
            <a:r>
              <a:rPr lang="en-US" altLang="zh-CN" b="1" i="1" dirty="0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29" name="Text Box 26">
            <a:extLst>
              <a:ext uri="{FF2B5EF4-FFF2-40B4-BE49-F238E27FC236}">
                <a16:creationId xmlns:a16="http://schemas.microsoft.com/office/drawing/2014/main" id="{863CCC74-9733-4244-5F7E-3F3371914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6813" y="4512813"/>
            <a:ext cx="3032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a</a:t>
            </a:r>
            <a:endParaRPr lang="en-US" altLang="zh-CN" b="1" i="1">
              <a:latin typeface="Times New Roman" charset="0"/>
            </a:endParaRPr>
          </a:p>
        </p:txBody>
      </p:sp>
      <p:sp>
        <p:nvSpPr>
          <p:cNvPr id="30" name="Text Box 27">
            <a:extLst>
              <a:ext uri="{FF2B5EF4-FFF2-40B4-BE49-F238E27FC236}">
                <a16:creationId xmlns:a16="http://schemas.microsoft.com/office/drawing/2014/main" id="{045CFD39-74A7-36E8-73A6-78A21E12F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800" y="3360288"/>
            <a:ext cx="3032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b</a:t>
            </a:r>
            <a:endParaRPr lang="en-US" altLang="zh-CN" b="1" i="1">
              <a:latin typeface="Times New Roman" charset="0"/>
            </a:endParaRPr>
          </a:p>
        </p:txBody>
      </p:sp>
      <p:sp>
        <p:nvSpPr>
          <p:cNvPr id="31" name="Text Box 28">
            <a:extLst>
              <a:ext uri="{FF2B5EF4-FFF2-40B4-BE49-F238E27FC236}">
                <a16:creationId xmlns:a16="http://schemas.microsoft.com/office/drawing/2014/main" id="{11DB90EB-BE47-2275-D218-C6B8D6261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4893813"/>
            <a:ext cx="2808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c</a:t>
            </a:r>
            <a:endParaRPr lang="en-US" altLang="zh-CN" b="1" i="1">
              <a:latin typeface="Times New Roman" charset="0"/>
            </a:endParaRPr>
          </a:p>
        </p:txBody>
      </p:sp>
      <p:sp>
        <p:nvSpPr>
          <p:cNvPr id="32" name="Text Box 29">
            <a:extLst>
              <a:ext uri="{FF2B5EF4-FFF2-40B4-BE49-F238E27FC236}">
                <a16:creationId xmlns:a16="http://schemas.microsoft.com/office/drawing/2014/main" id="{6A066117-37FC-731E-3B88-0F4FE5C3B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75" y="4606475"/>
            <a:ext cx="3674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m</a:t>
            </a:r>
            <a:endParaRPr lang="en-US" altLang="zh-CN" b="1" i="1">
              <a:latin typeface="Times New Roman" charset="0"/>
            </a:endParaRPr>
          </a:p>
        </p:txBody>
      </p:sp>
      <p:sp>
        <p:nvSpPr>
          <p:cNvPr id="33" name="Text Box 30">
            <a:extLst>
              <a:ext uri="{FF2B5EF4-FFF2-40B4-BE49-F238E27FC236}">
                <a16:creationId xmlns:a16="http://schemas.microsoft.com/office/drawing/2014/main" id="{46E2C62E-2AB5-A194-EB5F-6F993A15C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5313" y="4031800"/>
            <a:ext cx="3032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n</a:t>
            </a:r>
            <a:endParaRPr lang="en-US" altLang="zh-CN" b="1" i="1">
              <a:latin typeface="Times New Roman" charset="0"/>
            </a:endParaRPr>
          </a:p>
        </p:txBody>
      </p:sp>
      <p:sp>
        <p:nvSpPr>
          <p:cNvPr id="34" name="AutoShape 32">
            <a:extLst>
              <a:ext uri="{FF2B5EF4-FFF2-40B4-BE49-F238E27FC236}">
                <a16:creationId xmlns:a16="http://schemas.microsoft.com/office/drawing/2014/main" id="{730470C0-6B44-02BD-EF0D-AB3717D53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4563" y="5324575"/>
            <a:ext cx="2424113" cy="649188"/>
          </a:xfrm>
          <a:prstGeom prst="wedgeEllipseCallout">
            <a:avLst>
              <a:gd name="adj1" fmla="val -57926"/>
              <a:gd name="adj2" fmla="val -166181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2400" b="1" i="0" dirty="0">
                <a:latin typeface="Times New Roman" charset="0"/>
              </a:rPr>
              <a:t>有无数解</a:t>
            </a:r>
          </a:p>
        </p:txBody>
      </p:sp>
      <p:sp>
        <p:nvSpPr>
          <p:cNvPr id="35" name="Line 33">
            <a:extLst>
              <a:ext uri="{FF2B5EF4-FFF2-40B4-BE49-F238E27FC236}">
                <a16:creationId xmlns:a16="http://schemas.microsoft.com/office/drawing/2014/main" id="{D52DB021-085C-8242-A9E6-9D46A60D555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4703" y="6430962"/>
            <a:ext cx="35814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" name="Line 43">
            <a:extLst>
              <a:ext uri="{FF2B5EF4-FFF2-40B4-BE49-F238E27FC236}">
                <a16:creationId xmlns:a16="http://schemas.microsoft.com/office/drawing/2014/main" id="{0545EB1C-C94A-4C02-ABC5-8E6A9BB1298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7388" y="1911416"/>
            <a:ext cx="0" cy="22542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" name="Text Box 44">
            <a:extLst>
              <a:ext uri="{FF2B5EF4-FFF2-40B4-BE49-F238E27FC236}">
                <a16:creationId xmlns:a16="http://schemas.microsoft.com/office/drawing/2014/main" id="{380B6FF4-CE17-B652-71BA-15D808EAD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3100" y="1639438"/>
            <a:ext cx="360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d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47" name="Text Box 45">
            <a:extLst>
              <a:ext uri="{FF2B5EF4-FFF2-40B4-BE49-F238E27FC236}">
                <a16:creationId xmlns:a16="http://schemas.microsoft.com/office/drawing/2014/main" id="{F41DD211-F971-09CE-1068-00F571D43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2625" y="3931788"/>
            <a:ext cx="3032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d</a:t>
            </a:r>
            <a:endParaRPr lang="en-US" altLang="zh-CN" b="1" i="1">
              <a:latin typeface="Times New Roman" charset="0"/>
            </a:endParaRPr>
          </a:p>
        </p:txBody>
      </p:sp>
      <p:sp>
        <p:nvSpPr>
          <p:cNvPr id="48" name="Line 46">
            <a:extLst>
              <a:ext uri="{FF2B5EF4-FFF2-40B4-BE49-F238E27FC236}">
                <a16:creationId xmlns:a16="http://schemas.microsoft.com/office/drawing/2014/main" id="{DC22D86A-458B-8D8F-073A-A57B91052DBE}"/>
              </a:ext>
            </a:extLst>
          </p:cNvPr>
          <p:cNvSpPr>
            <a:spLocks noChangeShapeType="1"/>
          </p:cNvSpPr>
          <p:nvPr/>
        </p:nvSpPr>
        <p:spPr bwMode="auto">
          <a:xfrm>
            <a:off x="8297863" y="2033654"/>
            <a:ext cx="0" cy="21320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B52FB7A-C10D-9C04-75A7-079218A23263}"/>
              </a:ext>
            </a:extLst>
          </p:cNvPr>
          <p:cNvGrpSpPr/>
          <p:nvPr/>
        </p:nvGrpSpPr>
        <p:grpSpPr>
          <a:xfrm>
            <a:off x="1130769" y="3316147"/>
            <a:ext cx="2550644" cy="2964620"/>
            <a:chOff x="1130769" y="3316147"/>
            <a:chExt cx="2550644" cy="2964620"/>
          </a:xfrm>
        </p:grpSpPr>
        <p:sp>
          <p:nvSpPr>
            <p:cNvPr id="37" name="Text Box 35">
              <a:extLst>
                <a:ext uri="{FF2B5EF4-FFF2-40B4-BE49-F238E27FC236}">
                  <a16:creationId xmlns:a16="http://schemas.microsoft.com/office/drawing/2014/main" id="{D46890B5-C7A9-5E59-D65C-FEBDEAE2D8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7176" y="3316147"/>
              <a:ext cx="1724237" cy="4576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l" eaLnBrk="1" hangingPunct="1"/>
              <a:r>
                <a:rPr lang="zh-CN" altLang="en-US" b="1" i="0" dirty="0">
                  <a:latin typeface="Times New Roman" charset="0"/>
                </a:rPr>
                <a:t>有多少解？</a:t>
              </a:r>
            </a:p>
          </p:txBody>
        </p:sp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4A8EA3E4-B55C-4C2E-5154-F14FC3C011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0769" y="3316147"/>
              <a:ext cx="896798" cy="29646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67402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#ppt_w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left)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33" grpId="0" build="p" autoUpdateAnimBg="0" advAuto="0"/>
      <p:bldP spid="34" grpId="0" animBg="1" autoUpdateAnimBg="0"/>
      <p:bldP spid="45" grpId="0" animBg="1"/>
      <p:bldP spid="46" grpId="0" autoUpdateAnimBg="0"/>
      <p:bldP spid="47" grpId="0" autoUpdateAnimBg="0"/>
      <p:bldP spid="4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6479AF-7C81-4F5D-8FB2-D2DF847F9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8E25-F15B-F64F-B305-CE9872DC4D92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B4F701-16C1-47EA-ADDD-DF43FB665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F9BDE-7DEF-472B-8BBB-02AFFAA7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23</a:t>
            </a:fld>
            <a:endParaRPr lang="en-US"/>
          </a:p>
        </p:txBody>
      </p:sp>
      <p:sp>
        <p:nvSpPr>
          <p:cNvPr id="5" name="Line 2">
            <a:extLst>
              <a:ext uri="{FF2B5EF4-FFF2-40B4-BE49-F238E27FC236}">
                <a16:creationId xmlns:a16="http://schemas.microsoft.com/office/drawing/2014/main" id="{08EA3DE5-E184-5389-2209-901435609D7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1269" y="3700899"/>
            <a:ext cx="50180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4AAC528F-EF7A-0F18-5FE0-DCF3240EF9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8706" y="3148449"/>
            <a:ext cx="35814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E80F3432-7945-D4F4-5954-63CB19AEF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093" y="2038042"/>
            <a:ext cx="2174875" cy="649188"/>
          </a:xfrm>
          <a:prstGeom prst="wedgeEllipseCallout">
            <a:avLst>
              <a:gd name="adj1" fmla="val -58028"/>
              <a:gd name="adj2" fmla="val -178204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2400" b="1" i="0">
                <a:latin typeface="Times New Roman" charset="0"/>
              </a:rPr>
              <a:t>正平线</a:t>
            </a:r>
            <a:endParaRPr lang="zh-CN" altLang="en-US" sz="1600" b="1" i="0">
              <a:latin typeface="Times New Roman" charset="0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AD52C7B0-083D-F2C0-1C9A-3021F4755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570" y="742225"/>
            <a:ext cx="80397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zh-CN" altLang="en-US" sz="2400" b="1" i="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i="0" dirty="0">
                <a:latin typeface="黑体" panose="02010609060101010101" pitchFamily="49" charset="-122"/>
                <a:ea typeface="黑体" panose="02010609060101010101" pitchFamily="49" charset="-122"/>
              </a:rPr>
              <a:t>5.8</a:t>
            </a:r>
            <a:r>
              <a:rPr lang="zh-CN" altLang="en-US" sz="2400" dirty="0">
                <a:solidFill>
                  <a:srgbClr val="C00000"/>
                </a:solidFill>
                <a:sym typeface="Wingdings" panose="05000000000000000000" pitchFamily="2" charset="2"/>
              </a:rPr>
              <a:t> </a:t>
            </a:r>
            <a:r>
              <a:rPr lang="zh-CN" altLang="en-US" sz="2400" b="1" i="0" dirty="0">
                <a:latin typeface="黑体" panose="02010609060101010101" pitchFamily="49" charset="-122"/>
                <a:ea typeface="黑体" panose="02010609060101010101" pitchFamily="49" charset="-122"/>
              </a:rPr>
              <a:t>：过</a:t>
            </a:r>
            <a:r>
              <a:rPr lang="en-US" altLang="zh-CN" sz="2400" b="1" i="0" dirty="0"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zh-CN" altLang="en-US" sz="2400" b="1" i="0" dirty="0">
                <a:latin typeface="黑体" panose="02010609060101010101" pitchFamily="49" charset="-122"/>
                <a:ea typeface="黑体" panose="02010609060101010101" pitchFamily="49" charset="-122"/>
              </a:rPr>
              <a:t>点作直线</a:t>
            </a:r>
            <a:r>
              <a:rPr lang="en-US" altLang="zh-CN" sz="2400" b="1" i="0" dirty="0">
                <a:latin typeface="黑体" panose="02010609060101010101" pitchFamily="49" charset="-122"/>
                <a:ea typeface="黑体" panose="02010609060101010101" pitchFamily="49" charset="-122"/>
              </a:rPr>
              <a:t>MN</a:t>
            </a:r>
            <a:r>
              <a:rPr lang="zh-CN" altLang="en-US" sz="2400" b="1" i="0" dirty="0">
                <a:latin typeface="黑体" panose="02010609060101010101" pitchFamily="49" charset="-122"/>
                <a:ea typeface="黑体" panose="02010609060101010101" pitchFamily="49" charset="-122"/>
              </a:rPr>
              <a:t>平行于</a:t>
            </a:r>
            <a:r>
              <a:rPr lang="en-US" altLang="zh-CN" sz="2400" b="1" i="0" dirty="0"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lang="zh-CN" altLang="en-US" sz="2400" b="1" i="0" dirty="0">
                <a:latin typeface="黑体" panose="02010609060101010101" pitchFamily="49" charset="-122"/>
                <a:ea typeface="黑体" panose="02010609060101010101" pitchFamily="49" charset="-122"/>
              </a:rPr>
              <a:t>面和平面</a:t>
            </a:r>
            <a:r>
              <a:rPr lang="en-US" altLang="zh-CN" sz="2400" b="1" i="0" dirty="0">
                <a:latin typeface="黑体" panose="02010609060101010101" pitchFamily="49" charset="-122"/>
                <a:ea typeface="黑体" panose="02010609060101010101" pitchFamily="49" charset="-122"/>
              </a:rPr>
              <a:t>ABC</a:t>
            </a:r>
            <a:r>
              <a:rPr lang="zh-CN" altLang="en-US" sz="2400" b="1" i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08403A28-97CA-041B-EAD8-003AAF925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9869" y="5567849"/>
            <a:ext cx="2098675" cy="649188"/>
          </a:xfrm>
          <a:prstGeom prst="wedgeEllipseCallout">
            <a:avLst>
              <a:gd name="adj1" fmla="val -65963"/>
              <a:gd name="adj2" fmla="val -96153"/>
            </a:avLst>
          </a:prstGeom>
          <a:solidFill>
            <a:srgbClr val="FF99FF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2400" b="1" i="0">
                <a:latin typeface="Times New Roman" charset="0"/>
              </a:rPr>
              <a:t>唯一解</a:t>
            </a: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ED04282D-ED0D-E2A6-1794-E7FCE6880476}"/>
              </a:ext>
            </a:extLst>
          </p:cNvPr>
          <p:cNvSpPr>
            <a:spLocks/>
          </p:cNvSpPr>
          <p:nvPr/>
        </p:nvSpPr>
        <p:spPr bwMode="auto">
          <a:xfrm>
            <a:off x="6006944" y="2957949"/>
            <a:ext cx="1139825" cy="271463"/>
          </a:xfrm>
          <a:custGeom>
            <a:avLst/>
            <a:gdLst>
              <a:gd name="T0" fmla="*/ 0 w 526"/>
              <a:gd name="T1" fmla="*/ 125 h 125"/>
              <a:gd name="T2" fmla="*/ 526 w 526"/>
              <a:gd name="T3" fmla="*/ 0 h 1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26" h="125">
                <a:moveTo>
                  <a:pt x="0" y="125"/>
                </a:moveTo>
                <a:lnTo>
                  <a:pt x="526" y="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C293BD0B-26EB-F6B3-5190-50B112BD4EB2}"/>
              </a:ext>
            </a:extLst>
          </p:cNvPr>
          <p:cNvSpPr>
            <a:spLocks/>
          </p:cNvSpPr>
          <p:nvPr/>
        </p:nvSpPr>
        <p:spPr bwMode="auto">
          <a:xfrm>
            <a:off x="2877981" y="2588062"/>
            <a:ext cx="2363788" cy="696912"/>
          </a:xfrm>
          <a:custGeom>
            <a:avLst/>
            <a:gdLst>
              <a:gd name="T0" fmla="*/ 0 w 1091"/>
              <a:gd name="T1" fmla="*/ 322 h 322"/>
              <a:gd name="T2" fmla="*/ 1091 w 1091"/>
              <a:gd name="T3" fmla="*/ 0 h 32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91" h="322">
                <a:moveTo>
                  <a:pt x="0" y="322"/>
                </a:moveTo>
                <a:lnTo>
                  <a:pt x="1091" y="0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5068F783-64A0-6203-DFB3-3AE3466441EB}"/>
              </a:ext>
            </a:extLst>
          </p:cNvPr>
          <p:cNvSpPr>
            <a:spLocks/>
          </p:cNvSpPr>
          <p:nvPr/>
        </p:nvSpPr>
        <p:spPr bwMode="auto">
          <a:xfrm>
            <a:off x="6014881" y="2951599"/>
            <a:ext cx="1139825" cy="269875"/>
          </a:xfrm>
          <a:custGeom>
            <a:avLst/>
            <a:gdLst>
              <a:gd name="T0" fmla="*/ 0 w 526"/>
              <a:gd name="T1" fmla="*/ 125 h 125"/>
              <a:gd name="T2" fmla="*/ 526 w 526"/>
              <a:gd name="T3" fmla="*/ 0 h 1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26" h="125">
                <a:moveTo>
                  <a:pt x="0" y="125"/>
                </a:moveTo>
                <a:lnTo>
                  <a:pt x="526" y="0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" name="Line 10">
            <a:extLst>
              <a:ext uri="{FF2B5EF4-FFF2-40B4-BE49-F238E27FC236}">
                <a16:creationId xmlns:a16="http://schemas.microsoft.com/office/drawing/2014/main" id="{9F0DC7E6-548A-AB04-3223-5A9D31CAE59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7419" y="3243699"/>
            <a:ext cx="0" cy="1663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AA2A50BA-25AE-4B49-1EAE-F553D1D26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3081" y="2578021"/>
            <a:ext cx="3385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c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B07DC05B-CAB4-5DB6-10D3-EB859B24F5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77981" y="1726049"/>
            <a:ext cx="1560513" cy="1558925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6" name="Line 13">
            <a:extLst>
              <a:ext uri="{FF2B5EF4-FFF2-40B4-BE49-F238E27FC236}">
                <a16:creationId xmlns:a16="http://schemas.microsoft.com/office/drawing/2014/main" id="{86E7B1EF-3B29-42FC-8FDD-00015EB8BC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8494" y="1726049"/>
            <a:ext cx="1143000" cy="1247775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C9D2D36C-9D83-FB3D-37A5-B3757510BC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77981" y="2973824"/>
            <a:ext cx="2703513" cy="31115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021AE2FD-EF16-4C21-3882-757CB9920CF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1494" y="2973824"/>
            <a:ext cx="0" cy="1143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ED3E74F7-8277-2E90-5232-1F46257BD6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7981" y="3284974"/>
            <a:ext cx="0" cy="12620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D7BF7D63-D298-F358-AB81-3D9737F027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8494" y="1726049"/>
            <a:ext cx="0" cy="3743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C227E586-787C-A032-3726-292768D9E9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77981" y="4116824"/>
            <a:ext cx="2703513" cy="415925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2" name="Line 19">
            <a:extLst>
              <a:ext uri="{FF2B5EF4-FFF2-40B4-BE49-F238E27FC236}">
                <a16:creationId xmlns:a16="http://schemas.microsoft.com/office/drawing/2014/main" id="{45EC6632-DBB4-B0A1-A7B7-F83BCFDB57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7981" y="4547037"/>
            <a:ext cx="1560513" cy="922337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C3E20163-3A43-DAFF-AE7B-29A6650AA9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38494" y="4116824"/>
            <a:ext cx="1143000" cy="135255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4" name="Text Box 21">
            <a:extLst>
              <a:ext uri="{FF2B5EF4-FFF2-40B4-BE49-F238E27FC236}">
                <a16:creationId xmlns:a16="http://schemas.microsoft.com/office/drawing/2014/main" id="{A09BC561-DBA2-E50D-77D9-8B21EE1DB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1844" y="3118287"/>
            <a:ext cx="300037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900" b="1" i="0">
                <a:solidFill>
                  <a:schemeClr val="accent2"/>
                </a:solidFill>
                <a:latin typeface="Times New Roman" charset="0"/>
              </a:rPr>
              <a:t>●</a:t>
            </a:r>
            <a:endParaRPr lang="en-US" altLang="zh-CN" b="1" i="0">
              <a:latin typeface="Times New Roman" charset="0"/>
            </a:endParaRPr>
          </a:p>
        </p:txBody>
      </p:sp>
      <p:sp>
        <p:nvSpPr>
          <p:cNvPr id="25" name="Text Box 22">
            <a:extLst>
              <a:ext uri="{FF2B5EF4-FFF2-40B4-BE49-F238E27FC236}">
                <a16:creationId xmlns:a16="http://schemas.microsoft.com/office/drawing/2014/main" id="{5A35E4D2-5A3A-F48A-29A6-8D9E967FC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1369" y="4781987"/>
            <a:ext cx="300037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900" b="1" i="0">
                <a:solidFill>
                  <a:schemeClr val="accent2"/>
                </a:solidFill>
                <a:latin typeface="Times New Roman" charset="0"/>
              </a:rPr>
              <a:t>●</a:t>
            </a:r>
            <a:endParaRPr lang="en-US" altLang="zh-CN" b="1" i="0">
              <a:latin typeface="Times New Roman" charset="0"/>
            </a:endParaRPr>
          </a:p>
        </p:txBody>
      </p:sp>
      <p:sp>
        <p:nvSpPr>
          <p:cNvPr id="26" name="Text Box 23">
            <a:extLst>
              <a:ext uri="{FF2B5EF4-FFF2-40B4-BE49-F238E27FC236}">
                <a16:creationId xmlns:a16="http://schemas.microsoft.com/office/drawing/2014/main" id="{3BE52AE1-0353-B0EF-C782-3F91F6909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4181" y="1388983"/>
            <a:ext cx="360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b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27" name="Text Box 24">
            <a:extLst>
              <a:ext uri="{FF2B5EF4-FFF2-40B4-BE49-F238E27FC236}">
                <a16:creationId xmlns:a16="http://schemas.microsoft.com/office/drawing/2014/main" id="{B81EF81D-6055-CD00-ABC5-193AD0871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7144" y="3024108"/>
            <a:ext cx="360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a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28" name="Text Box 25">
            <a:extLst>
              <a:ext uri="{FF2B5EF4-FFF2-40B4-BE49-F238E27FC236}">
                <a16:creationId xmlns:a16="http://schemas.microsoft.com/office/drawing/2014/main" id="{6E4FABAE-4141-1268-2276-C91F99DAB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3048" y="2871951"/>
            <a:ext cx="8509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i="1" dirty="0"/>
              <a:t>m</a:t>
            </a:r>
            <a:r>
              <a:rPr lang="en-US" altLang="zh-CN" b="1" i="1" dirty="0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29" name="Text Box 26">
            <a:extLst>
              <a:ext uri="{FF2B5EF4-FFF2-40B4-BE49-F238E27FC236}">
                <a16:creationId xmlns:a16="http://schemas.microsoft.com/office/drawing/2014/main" id="{24B9E88C-F52C-4D9A-B7C6-35A4129CB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3181" y="4348083"/>
            <a:ext cx="3032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a</a:t>
            </a:r>
            <a:endParaRPr lang="en-US" altLang="zh-CN" b="1" i="1">
              <a:latin typeface="Times New Roman" charset="0"/>
            </a:endParaRPr>
          </a:p>
        </p:txBody>
      </p:sp>
      <p:sp>
        <p:nvSpPr>
          <p:cNvPr id="30" name="Text Box 27">
            <a:extLst>
              <a:ext uri="{FF2B5EF4-FFF2-40B4-BE49-F238E27FC236}">
                <a16:creationId xmlns:a16="http://schemas.microsoft.com/office/drawing/2014/main" id="{61887B8B-3123-B8A4-43AE-E31F46D66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4994" y="5419646"/>
            <a:ext cx="3032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b</a:t>
            </a:r>
            <a:endParaRPr lang="en-US" altLang="zh-CN" b="1" i="1">
              <a:latin typeface="Times New Roman" charset="0"/>
            </a:endParaRPr>
          </a:p>
        </p:txBody>
      </p:sp>
      <p:sp>
        <p:nvSpPr>
          <p:cNvPr id="31" name="Text Box 28">
            <a:extLst>
              <a:ext uri="{FF2B5EF4-FFF2-40B4-BE49-F238E27FC236}">
                <a16:creationId xmlns:a16="http://schemas.microsoft.com/office/drawing/2014/main" id="{5A39DB1B-FC94-77FA-0432-9FDCFDA0F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219" y="3989824"/>
            <a:ext cx="319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/>
              <a:t>c</a:t>
            </a:r>
            <a:endParaRPr lang="en-US" altLang="zh-CN" b="1" i="0">
              <a:latin typeface="Times New Roman" charset="0"/>
            </a:endParaRPr>
          </a:p>
        </p:txBody>
      </p:sp>
      <p:sp>
        <p:nvSpPr>
          <p:cNvPr id="32" name="Text Box 29">
            <a:extLst>
              <a:ext uri="{FF2B5EF4-FFF2-40B4-BE49-F238E27FC236}">
                <a16:creationId xmlns:a16="http://schemas.microsoft.com/office/drawing/2014/main" id="{79891614-00F6-6F30-77FA-21E90D1A5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5469" y="4824333"/>
            <a:ext cx="3674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m</a:t>
            </a:r>
            <a:endParaRPr lang="en-US" altLang="zh-CN" b="1" i="1">
              <a:latin typeface="Times New Roman" charset="0"/>
            </a:endParaRPr>
          </a:p>
        </p:txBody>
      </p:sp>
      <p:grpSp>
        <p:nvGrpSpPr>
          <p:cNvPr id="33" name="Group 30">
            <a:extLst>
              <a:ext uri="{FF2B5EF4-FFF2-40B4-BE49-F238E27FC236}">
                <a16:creationId xmlns:a16="http://schemas.microsoft.com/office/drawing/2014/main" id="{05C71B5C-CB73-A801-1197-6F0899BC0C0E}"/>
              </a:ext>
            </a:extLst>
          </p:cNvPr>
          <p:cNvGrpSpPr>
            <a:grpSpLocks/>
          </p:cNvGrpSpPr>
          <p:nvPr/>
        </p:nvGrpSpPr>
        <p:grpSpPr bwMode="auto">
          <a:xfrm>
            <a:off x="5997419" y="4721662"/>
            <a:ext cx="1506537" cy="457200"/>
            <a:chOff x="4656" y="3639"/>
            <a:chExt cx="694" cy="211"/>
          </a:xfrm>
        </p:grpSpPr>
        <p:sp>
          <p:nvSpPr>
            <p:cNvPr id="34" name="Line 31">
              <a:extLst>
                <a:ext uri="{FF2B5EF4-FFF2-40B4-BE49-F238E27FC236}">
                  <a16:creationId xmlns:a16="http://schemas.microsoft.com/office/drawing/2014/main" id="{135E826E-6213-CC29-4D7C-8416E366A5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3725"/>
              <a:ext cx="5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5" name="Text Box 32">
              <a:extLst>
                <a:ext uri="{FF2B5EF4-FFF2-40B4-BE49-F238E27FC236}">
                  <a16:creationId xmlns:a16="http://schemas.microsoft.com/office/drawing/2014/main" id="{98738344-EC50-DCB0-D93F-167BEC4EF6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9" y="3639"/>
              <a:ext cx="16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/>
                <a:t>n</a:t>
              </a:r>
              <a:endParaRPr lang="en-US" altLang="zh-CN" b="1" i="0">
                <a:latin typeface="Times New Roman" charset="0"/>
              </a:endParaRPr>
            </a:p>
          </p:txBody>
        </p:sp>
      </p:grpSp>
      <p:sp>
        <p:nvSpPr>
          <p:cNvPr id="36" name="Line 33">
            <a:extLst>
              <a:ext uri="{FF2B5EF4-FFF2-40B4-BE49-F238E27FC236}">
                <a16:creationId xmlns:a16="http://schemas.microsoft.com/office/drawing/2014/main" id="{1D2F47A4-CF2A-444D-9DC2-84360E5A92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444" y="4547037"/>
            <a:ext cx="23463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Line 34">
            <a:extLst>
              <a:ext uri="{FF2B5EF4-FFF2-40B4-BE49-F238E27FC236}">
                <a16:creationId xmlns:a16="http://schemas.microsoft.com/office/drawing/2014/main" id="{9B45D472-0C44-9E5F-B77F-B445538C822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7481" y="2588062"/>
            <a:ext cx="0" cy="19446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" name="Line 35">
            <a:extLst>
              <a:ext uri="{FF2B5EF4-FFF2-40B4-BE49-F238E27FC236}">
                <a16:creationId xmlns:a16="http://schemas.microsoft.com/office/drawing/2014/main" id="{A0E72CE7-B29B-4C5E-C72D-35A2E79B27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46769" y="2957949"/>
            <a:ext cx="0" cy="19494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" name="Text Box 36">
            <a:extLst>
              <a:ext uri="{FF2B5EF4-FFF2-40B4-BE49-F238E27FC236}">
                <a16:creationId xmlns:a16="http://schemas.microsoft.com/office/drawing/2014/main" id="{A9A02FA5-DA9B-9BD4-F682-2FCBF307E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3152" y="2625357"/>
            <a:ext cx="8509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i="1"/>
              <a:t>n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40" name="Text Box 37">
            <a:extLst>
              <a:ext uri="{FF2B5EF4-FFF2-40B4-BE49-F238E27FC236}">
                <a16:creationId xmlns:a16="http://schemas.microsoft.com/office/drawing/2014/main" id="{296D6B34-5401-FD3D-968E-E0B965499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719" y="2328783"/>
            <a:ext cx="360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d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41" name="Text Box 38">
            <a:extLst>
              <a:ext uri="{FF2B5EF4-FFF2-40B4-BE49-F238E27FC236}">
                <a16:creationId xmlns:a16="http://schemas.microsoft.com/office/drawing/2014/main" id="{EB40B682-8740-F321-FF24-ADE5AC2F5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5894" y="4375587"/>
            <a:ext cx="338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zh-CN"/>
              <a:t>d</a:t>
            </a:r>
            <a:endParaRPr lang="en-US" altLang="zh-CN" b="1" i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459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9" grpId="0" animBg="1" autoUpdateAnimBg="0"/>
      <p:bldP spid="10" grpId="0" animBg="1"/>
      <p:bldP spid="11" grpId="0" animBg="1"/>
      <p:bldP spid="12" grpId="0" animBg="1"/>
      <p:bldP spid="36" grpId="0" animBg="1"/>
      <p:bldP spid="37" grpId="0" animBg="1"/>
      <p:bldP spid="38" grpId="0" animBg="1"/>
      <p:bldP spid="39" grpId="0" autoUpdateAnimBg="0"/>
      <p:bldP spid="40" grpId="0" autoUpdateAnimBg="0"/>
      <p:bldP spid="41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6868" y="286973"/>
            <a:ext cx="6048267" cy="626352"/>
          </a:xfr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作业</a:t>
            </a:r>
            <a:r>
              <a:rPr kumimoji="1"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#3</a:t>
            </a:r>
            <a:endParaRPr kumimoji="1" lang="zh-CN" altLang="en-US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80C99C-702C-4745-9EB6-76829B060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56F6E-9EE8-F14B-831B-9D4CB3B50F1F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19-6ADE-4142-BF05-449424DA4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B995B-91B3-44D1-9CD2-A250A5545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24</a:t>
            </a:fld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3421001" y="1978335"/>
            <a:ext cx="4503738" cy="18875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dirty="0"/>
              <a:t>P7: 1(2),1(3),3</a:t>
            </a:r>
          </a:p>
          <a:p>
            <a:pPr>
              <a:spcAft>
                <a:spcPts val="600"/>
              </a:spcAft>
            </a:pPr>
            <a:r>
              <a:rPr lang="en-US" altLang="zh-CN" sz="3200" dirty="0"/>
              <a:t>P8: 2, 4</a:t>
            </a:r>
          </a:p>
          <a:p>
            <a:pPr>
              <a:spcAft>
                <a:spcPts val="600"/>
              </a:spcAft>
            </a:pPr>
            <a:r>
              <a:rPr lang="en-US" altLang="zh-CN" sz="3200" dirty="0"/>
              <a:t>P9: 1, 4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7377104" y="1893573"/>
            <a:ext cx="3976696" cy="2057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sz="32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001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  <a:defRPr sz="24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/>
              <a:t>P10: 3, 5, 6</a:t>
            </a:r>
          </a:p>
          <a:p>
            <a:r>
              <a:rPr lang="en-US" altLang="zh-CN" dirty="0"/>
              <a:t>P11: 1(3), 2(2), 3</a:t>
            </a:r>
          </a:p>
          <a:p>
            <a:r>
              <a:rPr lang="en-US" altLang="zh-CN" dirty="0"/>
              <a:t>P12: 4, 5, 6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1EA802F-4B45-5709-DA09-77DD3F220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98" y="2922104"/>
            <a:ext cx="2214189" cy="32924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0CCC216-F691-8DBD-A1C8-551B048C7DE6}"/>
              </a:ext>
            </a:extLst>
          </p:cNvPr>
          <p:cNvSpPr txBox="1"/>
          <p:nvPr/>
        </p:nvSpPr>
        <p:spPr>
          <a:xfrm>
            <a:off x="3878664" y="4813160"/>
            <a:ext cx="2547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9</a:t>
            </a:r>
            <a:r>
              <a:rPr lang="zh-CN" altLang="en-US" sz="2800" dirty="0"/>
              <a:t>月</a:t>
            </a:r>
            <a:r>
              <a:rPr lang="en-US" altLang="zh-CN" sz="2800"/>
              <a:t>29</a:t>
            </a:r>
            <a:r>
              <a:rPr lang="zh-CN" altLang="en-US" sz="2800"/>
              <a:t>日</a:t>
            </a:r>
            <a:r>
              <a:rPr lang="zh-CN" altLang="en-US" sz="2800" dirty="0"/>
              <a:t>布置。</a:t>
            </a:r>
          </a:p>
        </p:txBody>
      </p:sp>
    </p:spTree>
    <p:extLst>
      <p:ext uri="{BB962C8B-B14F-4D97-AF65-F5344CB8AC3E}">
        <p14:creationId xmlns:p14="http://schemas.microsoft.com/office/powerpoint/2010/main" val="2252397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ED5CF667-0385-81B8-9E13-42A3C7164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课程和习题的说明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D0243BBC-56D2-A77F-2047-1AA97A6F0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186"/>
            <a:ext cx="10515600" cy="4771778"/>
          </a:xfrm>
        </p:spPr>
        <p:txBody>
          <a:bodyPr/>
          <a:lstStyle/>
          <a:p>
            <a:r>
              <a:rPr lang="zh-CN" altLang="en-US" dirty="0"/>
              <a:t>辅助点和辅助符号的使用</a:t>
            </a:r>
            <a:endParaRPr lang="en-US" altLang="zh-CN" dirty="0"/>
          </a:p>
          <a:p>
            <a:r>
              <a:rPr lang="zh-CN" altLang="en-US" dirty="0"/>
              <a:t>直角符号标注</a:t>
            </a:r>
            <a:endParaRPr lang="en-US" altLang="zh-CN" dirty="0"/>
          </a:p>
          <a:p>
            <a:r>
              <a:rPr lang="zh-CN" altLang="en-US" dirty="0"/>
              <a:t>波浪线含义</a:t>
            </a:r>
            <a:endParaRPr lang="en-US" altLang="zh-CN" dirty="0"/>
          </a:p>
          <a:p>
            <a:r>
              <a:rPr lang="zh-CN" altLang="en-US" dirty="0"/>
              <a:t>题目错误的处理</a:t>
            </a:r>
            <a:endParaRPr lang="en-US" altLang="zh-CN" dirty="0"/>
          </a:p>
          <a:p>
            <a:r>
              <a:rPr lang="zh-CN" altLang="en-US" dirty="0"/>
              <a:t>课件内「例题」编号规则说明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7006600-E7A9-6F2E-FA0C-16B6BA6AA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55329-1D4E-0544-AC2E-6DC0679FA42C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A51178-4C9A-D55F-A5FF-96D9BE1A8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FEA523-C074-F694-B391-171AAE73C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25</a:t>
            </a:fld>
            <a:endParaRPr 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F771CBE-4804-5148-3B0F-E948D6C82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7782" y="2528888"/>
            <a:ext cx="1340668" cy="364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150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2"/>
          <p:cNvSpPr txBox="1">
            <a:spLocks noChangeArrowheads="1"/>
          </p:cNvSpPr>
          <p:nvPr/>
        </p:nvSpPr>
        <p:spPr bwMode="auto">
          <a:xfrm>
            <a:off x="1459262" y="657524"/>
            <a:ext cx="28857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2400" b="1" dirty="0">
                <a:latin typeface="Times New Roman" charset="0"/>
              </a:rPr>
              <a:t>⒉  </a:t>
            </a:r>
            <a:r>
              <a:rPr lang="zh-CN" altLang="en-US" sz="2400" b="1" dirty="0">
                <a:latin typeface="Times New Roman" charset="0"/>
              </a:rPr>
              <a:t>两平面平行</a:t>
            </a:r>
            <a:r>
              <a:rPr lang="en-US" altLang="zh-CN" sz="2400" b="1" dirty="0">
                <a:latin typeface="Times New Roman" charset="0"/>
              </a:rPr>
              <a:t>(P56)</a:t>
            </a:r>
            <a:endParaRPr lang="zh-CN" altLang="en-US" sz="2400" b="1" dirty="0">
              <a:latin typeface="Times New Roman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681069-F212-4EDC-AB86-1E571F0C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DF4DA-A275-B345-BEDC-1CEED6C70149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91D4DA-06D8-4281-8B9B-627E45508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382C5-452E-44AF-A3ED-CDEE38117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26</a:t>
            </a:fld>
            <a:endParaRPr lang="en-US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D7D88EDF-A0F7-6C57-FCC1-B9015C8EA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2120017"/>
            <a:ext cx="507328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2400" b="1" i="0" dirty="0">
                <a:latin typeface="宋体" charset="-122"/>
              </a:rPr>
              <a:t>①</a:t>
            </a:r>
            <a:r>
              <a:rPr lang="zh-CN" altLang="en-US" sz="2400" b="1" i="0" dirty="0">
                <a:latin typeface="宋体" charset="-122"/>
              </a:rPr>
              <a:t>若一平面上的</a:t>
            </a:r>
            <a:r>
              <a:rPr lang="zh-CN" altLang="en-US" sz="2400" b="1" i="0" dirty="0">
                <a:solidFill>
                  <a:srgbClr val="FF0000"/>
                </a:solidFill>
                <a:latin typeface="宋体" charset="-122"/>
              </a:rPr>
              <a:t>两相交直线</a:t>
            </a:r>
            <a:r>
              <a:rPr lang="zh-CN" altLang="en-US" sz="2400" b="1" i="0" dirty="0">
                <a:latin typeface="宋体" charset="-122"/>
              </a:rPr>
              <a:t>分别平行于另一平面上的</a:t>
            </a:r>
            <a:r>
              <a:rPr lang="zh-CN" altLang="en-US" sz="2400" b="1" i="0" dirty="0">
                <a:solidFill>
                  <a:srgbClr val="FF0000"/>
                </a:solidFill>
                <a:latin typeface="宋体" charset="-122"/>
              </a:rPr>
              <a:t>两相交直线</a:t>
            </a:r>
            <a:r>
              <a:rPr lang="zh-CN" altLang="en-US" sz="2400" b="1" i="0" dirty="0">
                <a:latin typeface="宋体" charset="-122"/>
              </a:rPr>
              <a:t>，则这两平面相互平行。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3330643C-5FF4-EED1-BD26-6CB1BD9F2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1" y="4861352"/>
            <a:ext cx="527489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2400" b="1" i="0" dirty="0">
                <a:latin typeface="宋体" charset="-122"/>
              </a:rPr>
              <a:t>②</a:t>
            </a:r>
            <a:r>
              <a:rPr lang="zh-CN" altLang="en-US" sz="2400" b="1" i="0" dirty="0">
                <a:latin typeface="宋体" charset="-122"/>
              </a:rPr>
              <a:t>若两</a:t>
            </a:r>
            <a:r>
              <a:rPr lang="zh-CN" altLang="en-US" sz="2400" b="1" i="0" dirty="0">
                <a:solidFill>
                  <a:srgbClr val="FF0000"/>
                </a:solidFill>
                <a:latin typeface="宋体" charset="-122"/>
              </a:rPr>
              <a:t>投影面垂直面</a:t>
            </a:r>
            <a:r>
              <a:rPr lang="zh-CN" altLang="en-US" sz="2400" b="1" i="0" dirty="0">
                <a:latin typeface="宋体" charset="-122"/>
              </a:rPr>
              <a:t>相互平行，则它们</a:t>
            </a:r>
            <a:r>
              <a:rPr lang="zh-CN" altLang="en-US" sz="2400" b="1" i="0" dirty="0">
                <a:solidFill>
                  <a:srgbClr val="FF0000"/>
                </a:solidFill>
                <a:latin typeface="宋体" charset="-122"/>
              </a:rPr>
              <a:t>具有积聚性</a:t>
            </a:r>
            <a:r>
              <a:rPr lang="zh-CN" altLang="en-US" sz="2400" b="1" i="0" dirty="0">
                <a:latin typeface="宋体" charset="-122"/>
              </a:rPr>
              <a:t>的那组投影必相互平行。</a:t>
            </a:r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D8B43A8E-E1B6-478F-A089-08B8C8B0B5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39046" y="4295776"/>
            <a:ext cx="0" cy="17526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8" name="Group 6">
            <a:extLst>
              <a:ext uri="{FF2B5EF4-FFF2-40B4-BE49-F238E27FC236}">
                <a16:creationId xmlns:a16="http://schemas.microsoft.com/office/drawing/2014/main" id="{56FAFB9D-6C9A-869A-1280-D2627C80C752}"/>
              </a:ext>
            </a:extLst>
          </p:cNvPr>
          <p:cNvGrpSpPr>
            <a:grpSpLocks/>
          </p:cNvGrpSpPr>
          <p:nvPr/>
        </p:nvGrpSpPr>
        <p:grpSpPr bwMode="auto">
          <a:xfrm>
            <a:off x="7297371" y="1055689"/>
            <a:ext cx="3376613" cy="2767013"/>
            <a:chOff x="3046" y="407"/>
            <a:chExt cx="2127" cy="1743"/>
          </a:xfrm>
        </p:grpSpPr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5E7BC09D-5AE1-27B4-29EA-B70E9CBEE3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2" y="1315"/>
              <a:ext cx="199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CD0DE2CF-336E-D126-C9D7-0EDDB72772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8" y="677"/>
              <a:ext cx="398" cy="479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83C64991-C2EC-D4E1-A9F8-1C7ADEA39E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8" y="956"/>
              <a:ext cx="664" cy="2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8FE5016B-3B41-D468-F141-2D9414CCB9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8" y="1156"/>
              <a:ext cx="0" cy="6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9E3247F7-5C4C-C09D-C9DF-B6BB81F637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2" y="956"/>
              <a:ext cx="0" cy="5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6FE7215A-FBD0-277C-B901-2B87731B8A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8" y="1475"/>
              <a:ext cx="664" cy="31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7FD8C4C7-C076-0B47-C84C-022BFD3513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6" y="677"/>
              <a:ext cx="0" cy="1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9044C670-39E9-8594-DFF5-48550F7660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8" y="1793"/>
              <a:ext cx="398" cy="16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3DC79E6B-FDAA-E4AC-A88C-A2E4B05F84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1" y="956"/>
              <a:ext cx="0" cy="8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50E5CA1A-6AB5-BFDE-1C8E-DE2762D3ED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1" y="579"/>
              <a:ext cx="319" cy="377"/>
            </a:xfrm>
            <a:custGeom>
              <a:avLst/>
              <a:gdLst>
                <a:gd name="T0" fmla="*/ 0 w 346"/>
                <a:gd name="T1" fmla="*/ 455 h 455"/>
                <a:gd name="T2" fmla="*/ 346 w 346"/>
                <a:gd name="T3" fmla="*/ 0 h 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46" h="455">
                  <a:moveTo>
                    <a:pt x="0" y="455"/>
                  </a:moveTo>
                  <a:lnTo>
                    <a:pt x="346" y="0"/>
                  </a:lnTo>
                </a:path>
              </a:pathLst>
            </a:custGeom>
            <a:solidFill>
              <a:srgbClr val="0066FF"/>
            </a:solidFill>
            <a:ln w="3810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0BAF2E48-87E9-3463-70CA-264C7C27C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1" y="1793"/>
              <a:ext cx="319" cy="122"/>
            </a:xfrm>
            <a:custGeom>
              <a:avLst/>
              <a:gdLst>
                <a:gd name="T0" fmla="*/ 0 w 346"/>
                <a:gd name="T1" fmla="*/ 0 h 147"/>
                <a:gd name="T2" fmla="*/ 346 w 346"/>
                <a:gd name="T3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46" h="147">
                  <a:moveTo>
                    <a:pt x="0" y="0"/>
                  </a:moveTo>
                  <a:lnTo>
                    <a:pt x="346" y="147"/>
                  </a:lnTo>
                </a:path>
              </a:pathLst>
            </a:custGeom>
            <a:noFill/>
            <a:ln w="3810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F9B5CC9C-7B92-0CF9-CFDE-12143D672D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1" y="598"/>
              <a:ext cx="0" cy="13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678E00C0-A593-B1C1-5198-3ECB2D5D40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31" y="757"/>
              <a:ext cx="664" cy="199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5F7E1C30-5C88-1B2E-D8E5-30716F96B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1" y="1470"/>
              <a:ext cx="670" cy="323"/>
            </a:xfrm>
            <a:custGeom>
              <a:avLst/>
              <a:gdLst>
                <a:gd name="T0" fmla="*/ 0 w 727"/>
                <a:gd name="T1" fmla="*/ 390 h 390"/>
                <a:gd name="T2" fmla="*/ 727 w 727"/>
                <a:gd name="T3" fmla="*/ 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7" h="390">
                  <a:moveTo>
                    <a:pt x="0" y="390"/>
                  </a:moveTo>
                  <a:lnTo>
                    <a:pt x="727" y="0"/>
                  </a:lnTo>
                </a:path>
              </a:pathLst>
            </a:custGeom>
            <a:noFill/>
            <a:ln w="3810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869E0279-6059-6482-8F90-BFA9F16245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5" y="757"/>
              <a:ext cx="0" cy="71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" name="Text Box 22">
              <a:extLst>
                <a:ext uri="{FF2B5EF4-FFF2-40B4-BE49-F238E27FC236}">
                  <a16:creationId xmlns:a16="http://schemas.microsoft.com/office/drawing/2014/main" id="{27E33C69-AA34-AB93-0693-41E5969CC7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7" y="801"/>
              <a:ext cx="21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5" name="Text Box 23">
              <a:extLst>
                <a:ext uri="{FF2B5EF4-FFF2-40B4-BE49-F238E27FC236}">
                  <a16:creationId xmlns:a16="http://schemas.microsoft.com/office/drawing/2014/main" id="{D0163928-F039-AE85-F74A-77F786E570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6" y="508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f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6" name="Text Box 24">
              <a:extLst>
                <a:ext uri="{FF2B5EF4-FFF2-40B4-BE49-F238E27FC236}">
                  <a16:creationId xmlns:a16="http://schemas.microsoft.com/office/drawing/2014/main" id="{B7C3E1E6-9D78-F8B6-9497-F764E0C091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8" y="502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/>
                <a:t>b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7" name="Text Box 25">
              <a:extLst>
                <a:ext uri="{FF2B5EF4-FFF2-40B4-BE49-F238E27FC236}">
                  <a16:creationId xmlns:a16="http://schemas.microsoft.com/office/drawing/2014/main" id="{7CEDCBAC-7333-CE10-50ED-FF4CE5184B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3" y="783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d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8" name="Text Box 26">
              <a:extLst>
                <a:ext uri="{FF2B5EF4-FFF2-40B4-BE49-F238E27FC236}">
                  <a16:creationId xmlns:a16="http://schemas.microsoft.com/office/drawing/2014/main" id="{9FF9FCE6-932F-AAAD-23B1-191550C1F2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6" y="407"/>
              <a:ext cx="22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e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9" name="Text Box 27">
              <a:extLst>
                <a:ext uri="{FF2B5EF4-FFF2-40B4-BE49-F238E27FC236}">
                  <a16:creationId xmlns:a16="http://schemas.microsoft.com/office/drawing/2014/main" id="{561D224C-D68A-B327-AAF5-6B4333B678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6" y="1039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r>
                <a:rPr lang="en-US" altLang="zh-CN" b="1" i="1">
                  <a:sym typeface="Symbol" charset="2"/>
                </a:rPr>
                <a:t></a:t>
              </a:r>
              <a:endParaRPr lang="en-US" altLang="zh-CN" b="1" i="1">
                <a:latin typeface="Times New Roman" charset="0"/>
                <a:sym typeface="Symbol" charset="2"/>
              </a:endParaRPr>
            </a:p>
          </p:txBody>
        </p:sp>
        <p:sp>
          <p:nvSpPr>
            <p:cNvPr id="30" name="Text Box 28">
              <a:extLst>
                <a:ext uri="{FF2B5EF4-FFF2-40B4-BE49-F238E27FC236}">
                  <a16:creationId xmlns:a16="http://schemas.microsoft.com/office/drawing/2014/main" id="{51863D62-B9B8-E9BF-ABFC-FFC521CAEF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3" y="1718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31" name="Text Box 29">
              <a:extLst>
                <a:ext uri="{FF2B5EF4-FFF2-40B4-BE49-F238E27FC236}">
                  <a16:creationId xmlns:a16="http://schemas.microsoft.com/office/drawing/2014/main" id="{09D1628B-0435-63FA-0050-6BB2EA4C18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1" y="1917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32" name="Text Box 30">
              <a:extLst>
                <a:ext uri="{FF2B5EF4-FFF2-40B4-BE49-F238E27FC236}">
                  <a16:creationId xmlns:a16="http://schemas.microsoft.com/office/drawing/2014/main" id="{22F5D3C5-7DC7-FE7A-9E5A-BE787E8735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2" y="1400"/>
              <a:ext cx="17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33" name="Text Box 31">
              <a:extLst>
                <a:ext uri="{FF2B5EF4-FFF2-40B4-BE49-F238E27FC236}">
                  <a16:creationId xmlns:a16="http://schemas.microsoft.com/office/drawing/2014/main" id="{4DD66B59-9095-E139-C1D2-ADA465D4A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3" y="1677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d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34" name="Text Box 32">
              <a:extLst>
                <a:ext uri="{FF2B5EF4-FFF2-40B4-BE49-F238E27FC236}">
                  <a16:creationId xmlns:a16="http://schemas.microsoft.com/office/drawing/2014/main" id="{FF3127BE-1C52-80D1-4A1B-DCD52B747A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9" y="1837"/>
              <a:ext cx="18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e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35" name="Text Box 33">
              <a:extLst>
                <a:ext uri="{FF2B5EF4-FFF2-40B4-BE49-F238E27FC236}">
                  <a16:creationId xmlns:a16="http://schemas.microsoft.com/office/drawing/2014/main" id="{5021D536-0A9A-CED6-B235-D27E303BDD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0" y="1419"/>
              <a:ext cx="16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f</a:t>
              </a:r>
              <a:endParaRPr lang="en-US" altLang="zh-CN" b="1" i="1">
                <a:latin typeface="Times New Roman" charset="0"/>
              </a:endParaRPr>
            </a:p>
          </p:txBody>
        </p:sp>
      </p:grpSp>
      <p:grpSp>
        <p:nvGrpSpPr>
          <p:cNvPr id="36" name="Group 64">
            <a:extLst>
              <a:ext uri="{FF2B5EF4-FFF2-40B4-BE49-F238E27FC236}">
                <a16:creationId xmlns:a16="http://schemas.microsoft.com/office/drawing/2014/main" id="{91F77D8B-8263-3445-7973-AA0A83DD3F7C}"/>
              </a:ext>
            </a:extLst>
          </p:cNvPr>
          <p:cNvGrpSpPr>
            <a:grpSpLocks/>
          </p:cNvGrpSpPr>
          <p:nvPr/>
        </p:nvGrpSpPr>
        <p:grpSpPr bwMode="auto">
          <a:xfrm>
            <a:off x="7425958" y="3779840"/>
            <a:ext cx="3473450" cy="2690813"/>
            <a:chOff x="3127" y="2123"/>
            <a:chExt cx="2188" cy="1695"/>
          </a:xfrm>
        </p:grpSpPr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D032F0A6-3E92-75F7-34C8-E3A5001CCE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7" y="2950"/>
              <a:ext cx="0" cy="5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8" name="Freeform 36">
              <a:extLst>
                <a:ext uri="{FF2B5EF4-FFF2-40B4-BE49-F238E27FC236}">
                  <a16:creationId xmlns:a16="http://schemas.microsoft.com/office/drawing/2014/main" id="{EF511FDC-04EF-F4EB-39A1-DBF8C77D9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5" y="3214"/>
              <a:ext cx="824" cy="421"/>
            </a:xfrm>
            <a:custGeom>
              <a:avLst/>
              <a:gdLst>
                <a:gd name="T0" fmla="*/ 0 w 916"/>
                <a:gd name="T1" fmla="*/ 472 h 472"/>
                <a:gd name="T2" fmla="*/ 916 w 916"/>
                <a:gd name="T3" fmla="*/ 0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16" h="472">
                  <a:moveTo>
                    <a:pt x="0" y="472"/>
                  </a:moveTo>
                  <a:lnTo>
                    <a:pt x="916" y="0"/>
                  </a:lnTo>
                </a:path>
              </a:pathLst>
            </a:custGeom>
            <a:solidFill>
              <a:srgbClr val="0066FF"/>
            </a:solidFill>
            <a:ln w="3810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9" name="Text Box 37">
              <a:extLst>
                <a:ext uri="{FF2B5EF4-FFF2-40B4-BE49-F238E27FC236}">
                  <a16:creationId xmlns:a16="http://schemas.microsoft.com/office/drawing/2014/main" id="{41F6FD97-95C4-7E04-32B9-809B56A751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" y="2123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f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40" name="Text Box 38">
              <a:extLst>
                <a:ext uri="{FF2B5EF4-FFF2-40B4-BE49-F238E27FC236}">
                  <a16:creationId xmlns:a16="http://schemas.microsoft.com/office/drawing/2014/main" id="{E01FB5A0-A0F3-F52A-CBC7-919AB824B1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2578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h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6ABDA336-D175-6E07-9058-B70A6BCA01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5" y="3035"/>
              <a:ext cx="20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" name="Line 40">
              <a:extLst>
                <a:ext uri="{FF2B5EF4-FFF2-40B4-BE49-F238E27FC236}">
                  <a16:creationId xmlns:a16="http://schemas.microsoft.com/office/drawing/2014/main" id="{C0C61632-BC34-D02C-2377-D120AB1F63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1" y="2393"/>
              <a:ext cx="518" cy="4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3" name="Line 41">
              <a:extLst>
                <a:ext uri="{FF2B5EF4-FFF2-40B4-BE49-F238E27FC236}">
                  <a16:creationId xmlns:a16="http://schemas.microsoft.com/office/drawing/2014/main" id="{A43316F8-176A-839C-0CF2-5C53F3389B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7" y="2479"/>
              <a:ext cx="517" cy="4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4" name="Line 42">
              <a:extLst>
                <a:ext uri="{FF2B5EF4-FFF2-40B4-BE49-F238E27FC236}">
                  <a16:creationId xmlns:a16="http://schemas.microsoft.com/office/drawing/2014/main" id="{0AE46782-9E52-40BC-3CEA-E193BD4ABB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1" y="2864"/>
              <a:ext cx="0" cy="7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5" name="Line 43">
              <a:extLst>
                <a:ext uri="{FF2B5EF4-FFF2-40B4-BE49-F238E27FC236}">
                  <a16:creationId xmlns:a16="http://schemas.microsoft.com/office/drawing/2014/main" id="{568F3301-A1F0-3270-DAF3-689D5CBE24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3" y="2350"/>
              <a:ext cx="561" cy="600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6" name="Line 44">
              <a:extLst>
                <a:ext uri="{FF2B5EF4-FFF2-40B4-BE49-F238E27FC236}">
                  <a16:creationId xmlns:a16="http://schemas.microsoft.com/office/drawing/2014/main" id="{09CBA4F1-C5DE-E2B9-B8C8-C5392F1D24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3" y="2778"/>
              <a:ext cx="820" cy="172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7" name="Line 45">
              <a:extLst>
                <a:ext uri="{FF2B5EF4-FFF2-40B4-BE49-F238E27FC236}">
                  <a16:creationId xmlns:a16="http://schemas.microsoft.com/office/drawing/2014/main" id="{78970073-F6F2-713C-6606-647851E470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4" y="2350"/>
              <a:ext cx="259" cy="428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8" name="Line 46">
              <a:extLst>
                <a:ext uri="{FF2B5EF4-FFF2-40B4-BE49-F238E27FC236}">
                  <a16:creationId xmlns:a16="http://schemas.microsoft.com/office/drawing/2014/main" id="{339DEA35-F151-A645-C546-375FF1792F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3" y="2950"/>
              <a:ext cx="0" cy="6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9" name="Line 47">
              <a:extLst>
                <a:ext uri="{FF2B5EF4-FFF2-40B4-BE49-F238E27FC236}">
                  <a16:creationId xmlns:a16="http://schemas.microsoft.com/office/drawing/2014/main" id="{0D9DA1D1-077F-C41D-A0DE-F672B57CC8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3" y="2778"/>
              <a:ext cx="0" cy="4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0" name="Text Box 48">
              <a:extLst>
                <a:ext uri="{FF2B5EF4-FFF2-40B4-BE49-F238E27FC236}">
                  <a16:creationId xmlns:a16="http://schemas.microsoft.com/office/drawing/2014/main" id="{06960BB6-188C-5A28-0144-ED2ED0C2FD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7" y="3585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/>
                <a:t>a</a:t>
              </a:r>
              <a:endParaRPr lang="en-US" altLang="zh-CN" b="1" i="1" dirty="0">
                <a:latin typeface="Times New Roman" charset="0"/>
              </a:endParaRPr>
            </a:p>
          </p:txBody>
        </p:sp>
        <p:sp>
          <p:nvSpPr>
            <p:cNvPr id="51" name="Text Box 49">
              <a:extLst>
                <a:ext uri="{FF2B5EF4-FFF2-40B4-BE49-F238E27FC236}">
                  <a16:creationId xmlns:a16="http://schemas.microsoft.com/office/drawing/2014/main" id="{9AA6EBA8-1340-0AF8-C8C8-D6B75BE428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2" y="3366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52" name="Text Box 50">
              <a:extLst>
                <a:ext uri="{FF2B5EF4-FFF2-40B4-BE49-F238E27FC236}">
                  <a16:creationId xmlns:a16="http://schemas.microsoft.com/office/drawing/2014/main" id="{39AF6277-DDAC-8D3C-29F8-2F0BDB72D7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1" y="3477"/>
              <a:ext cx="17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53" name="Text Box 51">
              <a:extLst>
                <a:ext uri="{FF2B5EF4-FFF2-40B4-BE49-F238E27FC236}">
                  <a16:creationId xmlns:a16="http://schemas.microsoft.com/office/drawing/2014/main" id="{52FAB826-DA7F-72F4-EE90-FBCDF7E269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3218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d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54" name="Text Box 52">
              <a:extLst>
                <a:ext uri="{FF2B5EF4-FFF2-40B4-BE49-F238E27FC236}">
                  <a16:creationId xmlns:a16="http://schemas.microsoft.com/office/drawing/2014/main" id="{984E766F-13BF-76F5-E6FE-8B323B38ED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1" y="3537"/>
              <a:ext cx="18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e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55" name="Text Box 53">
              <a:extLst>
                <a:ext uri="{FF2B5EF4-FFF2-40B4-BE49-F238E27FC236}">
                  <a16:creationId xmlns:a16="http://schemas.microsoft.com/office/drawing/2014/main" id="{62398570-386B-3A4A-677C-BB7C73DB1D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9" y="3323"/>
              <a:ext cx="16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f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56" name="Text Box 54">
              <a:extLst>
                <a:ext uri="{FF2B5EF4-FFF2-40B4-BE49-F238E27FC236}">
                  <a16:creationId xmlns:a16="http://schemas.microsoft.com/office/drawing/2014/main" id="{AD330A5E-4478-78DE-4BB7-3F1283A733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5" y="3176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h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57" name="Text Box 55">
              <a:extLst>
                <a:ext uri="{FF2B5EF4-FFF2-40B4-BE49-F238E27FC236}">
                  <a16:creationId xmlns:a16="http://schemas.microsoft.com/office/drawing/2014/main" id="{5926F904-DAC3-634A-4A49-E495A0DBBF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7" y="2655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58" name="Text Box 56">
              <a:extLst>
                <a:ext uri="{FF2B5EF4-FFF2-40B4-BE49-F238E27FC236}">
                  <a16:creationId xmlns:a16="http://schemas.microsoft.com/office/drawing/2014/main" id="{7B79C966-973E-00A6-4362-6DBF310A3D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9" y="2224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59" name="Text Box 57">
              <a:extLst>
                <a:ext uri="{FF2B5EF4-FFF2-40B4-BE49-F238E27FC236}">
                  <a16:creationId xmlns:a16="http://schemas.microsoft.com/office/drawing/2014/main" id="{84AD450E-AB8D-ABC7-7E52-59EF4A30AE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6" y="2763"/>
              <a:ext cx="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/>
                <a:t>c</a:t>
              </a:r>
              <a:r>
                <a:rPr lang="en-US" altLang="zh-CN" b="1" i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60" name="Text Box 58">
              <a:extLst>
                <a:ext uri="{FF2B5EF4-FFF2-40B4-BE49-F238E27FC236}">
                  <a16:creationId xmlns:a16="http://schemas.microsoft.com/office/drawing/2014/main" id="{B6F1D50A-6637-047E-9E70-82BB372C82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7" y="2321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d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61" name="Text Box 59">
              <a:extLst>
                <a:ext uri="{FF2B5EF4-FFF2-40B4-BE49-F238E27FC236}">
                  <a16:creationId xmlns:a16="http://schemas.microsoft.com/office/drawing/2014/main" id="{32D441C4-31F7-A96C-E325-63E41F9CFE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8" y="2748"/>
              <a:ext cx="22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e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62" name="Line 60">
              <a:extLst>
                <a:ext uri="{FF2B5EF4-FFF2-40B4-BE49-F238E27FC236}">
                  <a16:creationId xmlns:a16="http://schemas.microsoft.com/office/drawing/2014/main" id="{40214E13-6DF1-1712-3488-BADE6CE255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1" y="3238"/>
              <a:ext cx="733" cy="38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3" name="Line 61">
              <a:extLst>
                <a:ext uri="{FF2B5EF4-FFF2-40B4-BE49-F238E27FC236}">
                  <a16:creationId xmlns:a16="http://schemas.microsoft.com/office/drawing/2014/main" id="{CAAC9D7B-9D9C-8193-3682-94DF937356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4" y="2479"/>
              <a:ext cx="0" cy="7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14688" name="Line 62">
              <a:extLst>
                <a:ext uri="{FF2B5EF4-FFF2-40B4-BE49-F238E27FC236}">
                  <a16:creationId xmlns:a16="http://schemas.microsoft.com/office/drawing/2014/main" id="{0B138D07-7E33-0233-079E-7510B9F703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9" y="2393"/>
              <a:ext cx="0" cy="9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14689" name="Line 63">
              <a:extLst>
                <a:ext uri="{FF2B5EF4-FFF2-40B4-BE49-F238E27FC236}">
                  <a16:creationId xmlns:a16="http://schemas.microsoft.com/office/drawing/2014/main" id="{BF005A30-E470-7743-9EDB-9817B20D06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4" y="2350"/>
              <a:ext cx="0" cy="9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0353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Line 2"/>
          <p:cNvSpPr>
            <a:spLocks noChangeShapeType="1"/>
          </p:cNvSpPr>
          <p:nvPr/>
        </p:nvSpPr>
        <p:spPr bwMode="auto">
          <a:xfrm flipV="1">
            <a:off x="5589640" y="4924750"/>
            <a:ext cx="871538" cy="8953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5715" name="Line 3"/>
          <p:cNvSpPr>
            <a:spLocks noChangeShapeType="1"/>
          </p:cNvSpPr>
          <p:nvPr/>
        </p:nvSpPr>
        <p:spPr bwMode="auto">
          <a:xfrm flipV="1">
            <a:off x="4430766" y="5093026"/>
            <a:ext cx="760413" cy="7889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716" name="Line 4"/>
          <p:cNvSpPr>
            <a:spLocks noChangeShapeType="1"/>
          </p:cNvSpPr>
          <p:nvPr/>
        </p:nvSpPr>
        <p:spPr bwMode="auto">
          <a:xfrm>
            <a:off x="5589640" y="2025975"/>
            <a:ext cx="865188" cy="116681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5717" name="Line 5"/>
          <p:cNvSpPr>
            <a:spLocks noChangeShapeType="1"/>
          </p:cNvSpPr>
          <p:nvPr/>
        </p:nvSpPr>
        <p:spPr bwMode="auto">
          <a:xfrm>
            <a:off x="4430765" y="2453012"/>
            <a:ext cx="762000" cy="10287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718" name="Line 6"/>
          <p:cNvSpPr>
            <a:spLocks noChangeShapeType="1"/>
          </p:cNvSpPr>
          <p:nvPr/>
        </p:nvSpPr>
        <p:spPr bwMode="auto">
          <a:xfrm>
            <a:off x="4430766" y="2453012"/>
            <a:ext cx="1590675" cy="1539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719" name="Line 7"/>
          <p:cNvSpPr>
            <a:spLocks noChangeShapeType="1"/>
          </p:cNvSpPr>
          <p:nvPr/>
        </p:nvSpPr>
        <p:spPr bwMode="auto">
          <a:xfrm flipV="1">
            <a:off x="4430766" y="5374012"/>
            <a:ext cx="1590675" cy="508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720" name="Line 8"/>
          <p:cNvSpPr>
            <a:spLocks noChangeShapeType="1"/>
          </p:cNvSpPr>
          <p:nvPr/>
        </p:nvSpPr>
        <p:spPr bwMode="auto">
          <a:xfrm>
            <a:off x="1465316" y="4038925"/>
            <a:ext cx="53117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5721" name="Line 9"/>
          <p:cNvSpPr>
            <a:spLocks noChangeShapeType="1"/>
          </p:cNvSpPr>
          <p:nvPr/>
        </p:nvSpPr>
        <p:spPr bwMode="auto">
          <a:xfrm>
            <a:off x="6454828" y="3192788"/>
            <a:ext cx="0" cy="17383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722" name="Line 10"/>
          <p:cNvSpPr>
            <a:spLocks noChangeShapeType="1"/>
          </p:cNvSpPr>
          <p:nvPr/>
        </p:nvSpPr>
        <p:spPr bwMode="auto">
          <a:xfrm>
            <a:off x="6021440" y="2607000"/>
            <a:ext cx="0" cy="27670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723" name="Line 11"/>
          <p:cNvSpPr>
            <a:spLocks noChangeShapeType="1"/>
          </p:cNvSpPr>
          <p:nvPr/>
        </p:nvSpPr>
        <p:spPr bwMode="auto">
          <a:xfrm flipH="1">
            <a:off x="5589640" y="2025976"/>
            <a:ext cx="1588" cy="3794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5724" name="Line 12"/>
          <p:cNvSpPr>
            <a:spLocks noChangeShapeType="1"/>
          </p:cNvSpPr>
          <p:nvPr/>
        </p:nvSpPr>
        <p:spPr bwMode="auto">
          <a:xfrm>
            <a:off x="5191178" y="3465837"/>
            <a:ext cx="0" cy="16271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725" name="Line 13"/>
          <p:cNvSpPr>
            <a:spLocks noChangeShapeType="1"/>
          </p:cNvSpPr>
          <p:nvPr/>
        </p:nvSpPr>
        <p:spPr bwMode="auto">
          <a:xfrm>
            <a:off x="4430765" y="2453012"/>
            <a:ext cx="0" cy="3448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726" name="Line 14"/>
          <p:cNvSpPr>
            <a:spLocks noChangeShapeType="1"/>
          </p:cNvSpPr>
          <p:nvPr/>
        </p:nvSpPr>
        <p:spPr bwMode="auto">
          <a:xfrm flipV="1">
            <a:off x="1768529" y="4515176"/>
            <a:ext cx="1031875" cy="1069975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727" name="Line 15"/>
          <p:cNvSpPr>
            <a:spLocks noChangeShapeType="1"/>
          </p:cNvSpPr>
          <p:nvPr/>
        </p:nvSpPr>
        <p:spPr bwMode="auto">
          <a:xfrm>
            <a:off x="1768528" y="2135512"/>
            <a:ext cx="1033462" cy="1398588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728" name="Line 16"/>
          <p:cNvSpPr>
            <a:spLocks noChangeShapeType="1"/>
          </p:cNvSpPr>
          <p:nvPr/>
        </p:nvSpPr>
        <p:spPr bwMode="auto">
          <a:xfrm>
            <a:off x="1768529" y="2135512"/>
            <a:ext cx="1195387" cy="120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729" name="Line 17"/>
          <p:cNvSpPr>
            <a:spLocks noChangeShapeType="1"/>
          </p:cNvSpPr>
          <p:nvPr/>
        </p:nvSpPr>
        <p:spPr bwMode="auto">
          <a:xfrm>
            <a:off x="1768529" y="5585151"/>
            <a:ext cx="1195387" cy="320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5730" name="Line 18"/>
          <p:cNvSpPr>
            <a:spLocks noChangeShapeType="1"/>
          </p:cNvSpPr>
          <p:nvPr/>
        </p:nvSpPr>
        <p:spPr bwMode="auto">
          <a:xfrm>
            <a:off x="3992615" y="3649988"/>
            <a:ext cx="0" cy="11858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5731" name="Line 19"/>
          <p:cNvSpPr>
            <a:spLocks noChangeShapeType="1"/>
          </p:cNvSpPr>
          <p:nvPr/>
        </p:nvSpPr>
        <p:spPr bwMode="auto">
          <a:xfrm>
            <a:off x="2963915" y="2256162"/>
            <a:ext cx="0" cy="3644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732" name="Line 20"/>
          <p:cNvSpPr>
            <a:spLocks noChangeShapeType="1"/>
          </p:cNvSpPr>
          <p:nvPr/>
        </p:nvSpPr>
        <p:spPr bwMode="auto">
          <a:xfrm>
            <a:off x="2801990" y="3534101"/>
            <a:ext cx="0" cy="9874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733" name="Line 21"/>
          <p:cNvSpPr>
            <a:spLocks noChangeShapeType="1"/>
          </p:cNvSpPr>
          <p:nvPr/>
        </p:nvSpPr>
        <p:spPr bwMode="auto">
          <a:xfrm>
            <a:off x="1768528" y="2135512"/>
            <a:ext cx="0" cy="34496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734" name="Rectangle 22"/>
          <p:cNvSpPr>
            <a:spLocks noChangeArrowheads="1"/>
          </p:cNvSpPr>
          <p:nvPr/>
        </p:nvSpPr>
        <p:spPr bwMode="auto">
          <a:xfrm>
            <a:off x="1551040" y="5412113"/>
            <a:ext cx="1186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/>
            <a:r>
              <a:rPr lang="en-US" altLang="zh-CN" i="1">
                <a:solidFill>
                  <a:srgbClr val="000000"/>
                </a:solidFill>
              </a:rPr>
              <a:t>a</a:t>
            </a:r>
            <a:endParaRPr lang="en-US" altLang="zh-CN" i="1">
              <a:latin typeface="RomanS" charset="0"/>
            </a:endParaRPr>
          </a:p>
        </p:txBody>
      </p:sp>
      <p:sp>
        <p:nvSpPr>
          <p:cNvPr id="115735" name="Rectangle 23"/>
          <p:cNvSpPr>
            <a:spLocks noChangeArrowheads="1"/>
          </p:cNvSpPr>
          <p:nvPr/>
        </p:nvSpPr>
        <p:spPr bwMode="auto">
          <a:xfrm>
            <a:off x="3016256" y="5851016"/>
            <a:ext cx="977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/>
            <a:r>
              <a:rPr lang="en-US" altLang="zh-CN" i="1" dirty="0">
                <a:solidFill>
                  <a:srgbClr val="000000"/>
                </a:solidFill>
              </a:rPr>
              <a:t>c</a:t>
            </a:r>
            <a:endParaRPr lang="en-US" altLang="zh-CN" i="1" dirty="0">
              <a:latin typeface="RomanS" charset="0"/>
            </a:endParaRPr>
          </a:p>
        </p:txBody>
      </p:sp>
      <p:sp>
        <p:nvSpPr>
          <p:cNvPr id="115736" name="Rectangle 24"/>
          <p:cNvSpPr>
            <a:spLocks noChangeArrowheads="1"/>
          </p:cNvSpPr>
          <p:nvPr/>
        </p:nvSpPr>
        <p:spPr bwMode="auto">
          <a:xfrm>
            <a:off x="4225978" y="5777238"/>
            <a:ext cx="11060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/>
            <a:r>
              <a:rPr lang="en-US" altLang="zh-CN" i="1">
                <a:solidFill>
                  <a:srgbClr val="000000"/>
                </a:solidFill>
              </a:rPr>
              <a:t>e</a:t>
            </a:r>
            <a:endParaRPr lang="en-US" altLang="zh-CN" i="1">
              <a:latin typeface="RomanS" charset="0"/>
            </a:endParaRPr>
          </a:p>
        </p:txBody>
      </p:sp>
      <p:sp>
        <p:nvSpPr>
          <p:cNvPr id="115737" name="Rectangle 25"/>
          <p:cNvSpPr>
            <a:spLocks noChangeArrowheads="1"/>
          </p:cNvSpPr>
          <p:nvPr/>
        </p:nvSpPr>
        <p:spPr bwMode="auto">
          <a:xfrm>
            <a:off x="2623013" y="4287966"/>
            <a:ext cx="1218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/>
            <a:r>
              <a:rPr lang="en-US" altLang="zh-CN" i="1" dirty="0">
                <a:solidFill>
                  <a:srgbClr val="000000"/>
                </a:solidFill>
              </a:rPr>
              <a:t>b</a:t>
            </a:r>
            <a:endParaRPr lang="en-US" altLang="zh-CN" i="1" dirty="0">
              <a:latin typeface="RomanS" charset="0"/>
            </a:endParaRPr>
          </a:p>
        </p:txBody>
      </p:sp>
      <p:sp>
        <p:nvSpPr>
          <p:cNvPr id="115738" name="Rectangle 26"/>
          <p:cNvSpPr>
            <a:spLocks noChangeArrowheads="1"/>
          </p:cNvSpPr>
          <p:nvPr/>
        </p:nvSpPr>
        <p:spPr bwMode="auto">
          <a:xfrm>
            <a:off x="2533245" y="3495225"/>
            <a:ext cx="17953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/>
            <a:r>
              <a:rPr lang="en-US" altLang="zh-CN" i="1" dirty="0">
                <a:solidFill>
                  <a:srgbClr val="000000"/>
                </a:solidFill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sym typeface="Symbol" charset="2"/>
              </a:rPr>
              <a:t></a:t>
            </a:r>
            <a:endParaRPr lang="en-US" altLang="zh-CN" i="1" dirty="0">
              <a:solidFill>
                <a:srgbClr val="000000"/>
              </a:solidFill>
              <a:sym typeface="CommercialPi BT" charset="0"/>
            </a:endParaRPr>
          </a:p>
        </p:txBody>
      </p:sp>
      <p:sp>
        <p:nvSpPr>
          <p:cNvPr id="115739" name="Rectangle 27"/>
          <p:cNvSpPr>
            <a:spLocks noChangeArrowheads="1"/>
          </p:cNvSpPr>
          <p:nvPr/>
        </p:nvSpPr>
        <p:spPr bwMode="auto">
          <a:xfrm>
            <a:off x="1555803" y="1870401"/>
            <a:ext cx="1763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/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sym typeface="Symbol" charset="2"/>
              </a:rPr>
              <a:t></a:t>
            </a:r>
            <a:endParaRPr lang="en-US" altLang="zh-CN" i="1" dirty="0">
              <a:latin typeface="RomanS" charset="0"/>
            </a:endParaRPr>
          </a:p>
        </p:txBody>
      </p:sp>
      <p:sp>
        <p:nvSpPr>
          <p:cNvPr id="115740" name="Rectangle 28"/>
          <p:cNvSpPr>
            <a:spLocks noChangeArrowheads="1"/>
          </p:cNvSpPr>
          <p:nvPr/>
        </p:nvSpPr>
        <p:spPr bwMode="auto">
          <a:xfrm>
            <a:off x="4027779" y="3356725"/>
            <a:ext cx="55086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l" eaLnBrk="1" hangingPunct="1"/>
            <a:r>
              <a:rPr lang="en-US" altLang="zh-CN" i="1" dirty="0">
                <a:solidFill>
                  <a:srgbClr val="000000"/>
                </a:solidFill>
              </a:rPr>
              <a:t>d</a:t>
            </a:r>
            <a:r>
              <a:rPr lang="en-US" altLang="zh-CN" i="1" dirty="0">
                <a:solidFill>
                  <a:srgbClr val="000000"/>
                </a:solidFill>
                <a:sym typeface="Symbol" charset="2"/>
              </a:rPr>
              <a:t></a:t>
            </a:r>
            <a:endParaRPr lang="en-US" altLang="zh-CN" i="1" dirty="0">
              <a:solidFill>
                <a:srgbClr val="000000"/>
              </a:solidFill>
              <a:sym typeface="CommercialPi BT" charset="0"/>
            </a:endParaRPr>
          </a:p>
        </p:txBody>
      </p:sp>
      <p:sp>
        <p:nvSpPr>
          <p:cNvPr id="115741" name="Rectangle 29"/>
          <p:cNvSpPr>
            <a:spLocks noChangeArrowheads="1"/>
          </p:cNvSpPr>
          <p:nvPr/>
        </p:nvSpPr>
        <p:spPr bwMode="auto">
          <a:xfrm>
            <a:off x="4008489" y="4773164"/>
            <a:ext cx="1218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/>
            <a:r>
              <a:rPr lang="en-US" altLang="zh-CN" i="1" dirty="0">
                <a:solidFill>
                  <a:srgbClr val="000000"/>
                </a:solidFill>
              </a:rPr>
              <a:t>d</a:t>
            </a:r>
            <a:endParaRPr lang="en-US" altLang="zh-CN" i="1" dirty="0">
              <a:latin typeface="RomanS" charset="0"/>
            </a:endParaRPr>
          </a:p>
        </p:txBody>
      </p:sp>
      <p:sp>
        <p:nvSpPr>
          <p:cNvPr id="115742" name="Rectangle 30"/>
          <p:cNvSpPr>
            <a:spLocks noChangeArrowheads="1"/>
          </p:cNvSpPr>
          <p:nvPr/>
        </p:nvSpPr>
        <p:spPr bwMode="auto">
          <a:xfrm>
            <a:off x="5291190" y="4742188"/>
            <a:ext cx="7053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/>
            <a:r>
              <a:rPr lang="en-US" altLang="zh-CN" i="1">
                <a:solidFill>
                  <a:srgbClr val="000000"/>
                </a:solidFill>
              </a:rPr>
              <a:t>f</a:t>
            </a:r>
            <a:endParaRPr lang="en-US" altLang="zh-CN" i="1">
              <a:latin typeface="RomanS" charset="0"/>
            </a:endParaRPr>
          </a:p>
        </p:txBody>
      </p:sp>
      <p:sp>
        <p:nvSpPr>
          <p:cNvPr id="115743" name="Rectangle 31"/>
          <p:cNvSpPr>
            <a:spLocks noChangeArrowheads="1"/>
          </p:cNvSpPr>
          <p:nvPr/>
        </p:nvSpPr>
        <p:spPr bwMode="auto">
          <a:xfrm>
            <a:off x="2959153" y="1913263"/>
            <a:ext cx="1554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/>
            <a:r>
              <a:rPr lang="en-US" altLang="zh-CN" i="1">
                <a:solidFill>
                  <a:srgbClr val="000000"/>
                </a:solidFill>
              </a:rPr>
              <a:t>c</a:t>
            </a:r>
            <a:r>
              <a:rPr lang="en-US" altLang="zh-CN" i="1">
                <a:solidFill>
                  <a:srgbClr val="000000"/>
                </a:solidFill>
                <a:sym typeface="Symbol" charset="2"/>
              </a:rPr>
              <a:t></a:t>
            </a:r>
            <a:endParaRPr lang="en-US" altLang="zh-CN" i="1">
              <a:solidFill>
                <a:srgbClr val="000000"/>
              </a:solidFill>
              <a:sym typeface="CommercialPi BT" charset="0"/>
            </a:endParaRPr>
          </a:p>
        </p:txBody>
      </p:sp>
      <p:sp>
        <p:nvSpPr>
          <p:cNvPr id="115744" name="Rectangle 32"/>
          <p:cNvSpPr>
            <a:spLocks noChangeArrowheads="1"/>
          </p:cNvSpPr>
          <p:nvPr/>
        </p:nvSpPr>
        <p:spPr bwMode="auto">
          <a:xfrm>
            <a:off x="5283321" y="3212938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/>
            <a:r>
              <a:rPr lang="en-US" altLang="zh-CN" i="1" dirty="0">
                <a:solidFill>
                  <a:srgbClr val="000000"/>
                </a:solidFill>
              </a:rPr>
              <a:t>f</a:t>
            </a:r>
            <a:r>
              <a:rPr lang="en-US" altLang="zh-CN" i="1" dirty="0">
                <a:solidFill>
                  <a:srgbClr val="000000"/>
                </a:solidFill>
                <a:sym typeface="Symbol" charset="2"/>
              </a:rPr>
              <a:t></a:t>
            </a:r>
            <a:endParaRPr lang="en-US" altLang="zh-CN" i="1" dirty="0">
              <a:solidFill>
                <a:srgbClr val="000000"/>
              </a:solidFill>
              <a:sym typeface="CommercialPi BT" charset="0"/>
            </a:endParaRPr>
          </a:p>
        </p:txBody>
      </p:sp>
      <p:sp>
        <p:nvSpPr>
          <p:cNvPr id="115745" name="Rectangle 33"/>
          <p:cNvSpPr>
            <a:spLocks noChangeArrowheads="1"/>
          </p:cNvSpPr>
          <p:nvPr/>
        </p:nvSpPr>
        <p:spPr bwMode="auto">
          <a:xfrm>
            <a:off x="4254553" y="2151388"/>
            <a:ext cx="1731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/>
            <a:r>
              <a:rPr lang="en-US" altLang="zh-CN" i="1">
                <a:solidFill>
                  <a:srgbClr val="000000"/>
                </a:solidFill>
              </a:rPr>
              <a:t>e</a:t>
            </a:r>
            <a:r>
              <a:rPr lang="en-US" altLang="zh-CN" i="1">
                <a:solidFill>
                  <a:srgbClr val="000000"/>
                </a:solidFill>
                <a:sym typeface="Symbol" charset="2"/>
              </a:rPr>
              <a:t></a:t>
            </a:r>
            <a:endParaRPr lang="en-US" altLang="zh-CN" i="1">
              <a:solidFill>
                <a:srgbClr val="000000"/>
              </a:solidFill>
              <a:sym typeface="CommercialPi BT" charset="0"/>
            </a:endParaRPr>
          </a:p>
        </p:txBody>
      </p:sp>
      <p:sp>
        <p:nvSpPr>
          <p:cNvPr id="115746" name="Rectangle 34"/>
          <p:cNvSpPr>
            <a:spLocks noChangeArrowheads="1"/>
          </p:cNvSpPr>
          <p:nvPr/>
        </p:nvSpPr>
        <p:spPr bwMode="auto">
          <a:xfrm>
            <a:off x="6069355" y="5329586"/>
            <a:ext cx="10419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/>
            <a:r>
              <a:rPr lang="en-US" altLang="zh-CN" i="1" dirty="0">
                <a:solidFill>
                  <a:srgbClr val="000000"/>
                </a:solidFill>
              </a:rPr>
              <a:t>k</a:t>
            </a:r>
            <a:endParaRPr lang="en-US" altLang="zh-CN" i="1" dirty="0">
              <a:latin typeface="RomanS" charset="0"/>
            </a:endParaRPr>
          </a:p>
        </p:txBody>
      </p:sp>
      <p:sp>
        <p:nvSpPr>
          <p:cNvPr id="115747" name="Rectangle 35"/>
          <p:cNvSpPr>
            <a:spLocks noChangeArrowheads="1"/>
          </p:cNvSpPr>
          <p:nvPr/>
        </p:nvSpPr>
        <p:spPr bwMode="auto">
          <a:xfrm>
            <a:off x="6504040" y="4788226"/>
            <a:ext cx="1218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/>
            <a:r>
              <a:rPr lang="en-US" altLang="zh-CN" i="1">
                <a:solidFill>
                  <a:srgbClr val="000000"/>
                </a:solidFill>
              </a:rPr>
              <a:t>h</a:t>
            </a:r>
            <a:endParaRPr lang="en-US" altLang="zh-CN" i="1">
              <a:latin typeface="RomanS" charset="0"/>
            </a:endParaRPr>
          </a:p>
        </p:txBody>
      </p:sp>
      <p:sp>
        <p:nvSpPr>
          <p:cNvPr id="115748" name="Rectangle 36"/>
          <p:cNvSpPr>
            <a:spLocks noChangeArrowheads="1"/>
          </p:cNvSpPr>
          <p:nvPr/>
        </p:nvSpPr>
        <p:spPr bwMode="auto">
          <a:xfrm>
            <a:off x="6121453" y="2365701"/>
            <a:ext cx="16190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/>
            <a:r>
              <a:rPr lang="en-US" altLang="zh-CN" i="1">
                <a:solidFill>
                  <a:srgbClr val="000000"/>
                </a:solidFill>
              </a:rPr>
              <a:t>k</a:t>
            </a:r>
            <a:r>
              <a:rPr lang="en-US" altLang="zh-CN" i="1">
                <a:solidFill>
                  <a:srgbClr val="000000"/>
                </a:solidFill>
                <a:sym typeface="Symbol" charset="2"/>
              </a:rPr>
              <a:t></a:t>
            </a:r>
            <a:endParaRPr lang="en-US" altLang="zh-CN" i="1">
              <a:solidFill>
                <a:srgbClr val="000000"/>
              </a:solidFill>
              <a:sym typeface="CommercialPi BT" charset="0"/>
            </a:endParaRPr>
          </a:p>
        </p:txBody>
      </p:sp>
      <p:sp>
        <p:nvSpPr>
          <p:cNvPr id="115749" name="Rectangle 37"/>
          <p:cNvSpPr>
            <a:spLocks noChangeArrowheads="1"/>
          </p:cNvSpPr>
          <p:nvPr/>
        </p:nvSpPr>
        <p:spPr bwMode="auto">
          <a:xfrm>
            <a:off x="6538965" y="3013401"/>
            <a:ext cx="17953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/>
            <a:r>
              <a:rPr lang="en-US" altLang="zh-CN" i="1">
                <a:solidFill>
                  <a:srgbClr val="000000"/>
                </a:solidFill>
              </a:rPr>
              <a:t>h</a:t>
            </a:r>
            <a:r>
              <a:rPr lang="en-US" altLang="zh-CN" i="1">
                <a:solidFill>
                  <a:srgbClr val="000000"/>
                </a:solidFill>
                <a:sym typeface="Symbol" charset="2"/>
              </a:rPr>
              <a:t></a:t>
            </a:r>
            <a:endParaRPr lang="en-US" altLang="zh-CN" i="1">
              <a:solidFill>
                <a:srgbClr val="000000"/>
              </a:solidFill>
              <a:sym typeface="CommercialPi BT" charset="0"/>
            </a:endParaRPr>
          </a:p>
        </p:txBody>
      </p:sp>
      <p:sp>
        <p:nvSpPr>
          <p:cNvPr id="115750" name="Rectangle 38"/>
          <p:cNvSpPr>
            <a:spLocks noChangeArrowheads="1"/>
          </p:cNvSpPr>
          <p:nvPr/>
        </p:nvSpPr>
        <p:spPr bwMode="auto">
          <a:xfrm>
            <a:off x="6886628" y="3823026"/>
            <a:ext cx="11702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/>
            <a:r>
              <a:rPr lang="en-US" altLang="zh-CN" b="1" i="1">
                <a:solidFill>
                  <a:srgbClr val="000000"/>
                </a:solidFill>
                <a:latin typeface="宋体" charset="-122"/>
              </a:rPr>
              <a:t>O</a:t>
            </a:r>
            <a:endParaRPr lang="en-US" altLang="zh-CN" b="1" i="1">
              <a:latin typeface="RomanS" charset="0"/>
            </a:endParaRPr>
          </a:p>
        </p:txBody>
      </p:sp>
      <p:sp>
        <p:nvSpPr>
          <p:cNvPr id="115751" name="Rectangle 39"/>
          <p:cNvSpPr>
            <a:spLocks noChangeArrowheads="1"/>
          </p:cNvSpPr>
          <p:nvPr/>
        </p:nvSpPr>
        <p:spPr bwMode="auto">
          <a:xfrm>
            <a:off x="1197028" y="3792863"/>
            <a:ext cx="11702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/>
            <a:r>
              <a:rPr lang="en-US" altLang="zh-CN" b="1" i="1">
                <a:solidFill>
                  <a:srgbClr val="000000"/>
                </a:solidFill>
                <a:latin typeface="宋体" charset="-122"/>
              </a:rPr>
              <a:t>X</a:t>
            </a:r>
            <a:endParaRPr lang="en-US" altLang="zh-CN" b="1" i="1">
              <a:latin typeface="RomanS" charset="0"/>
            </a:endParaRPr>
          </a:p>
        </p:txBody>
      </p:sp>
      <p:sp>
        <p:nvSpPr>
          <p:cNvPr id="115752" name="Rectangle 40"/>
          <p:cNvSpPr>
            <a:spLocks noChangeArrowheads="1"/>
          </p:cNvSpPr>
          <p:nvPr/>
        </p:nvSpPr>
        <p:spPr bwMode="auto">
          <a:xfrm>
            <a:off x="5518203" y="1664026"/>
            <a:ext cx="2420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/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i="1">
                <a:solidFill>
                  <a:srgbClr val="000000"/>
                </a:solidFill>
                <a:sym typeface="Symbol" charset="2"/>
              </a:rPr>
              <a:t></a:t>
            </a:r>
            <a:endParaRPr lang="en-US" altLang="zh-CN" i="1">
              <a:solidFill>
                <a:srgbClr val="000000"/>
              </a:solidFill>
              <a:sym typeface="CommercialPi BT" charset="0"/>
            </a:endParaRPr>
          </a:p>
        </p:txBody>
      </p:sp>
      <p:sp>
        <p:nvSpPr>
          <p:cNvPr id="115753" name="Rectangle 41"/>
          <p:cNvSpPr>
            <a:spLocks noChangeArrowheads="1"/>
          </p:cNvSpPr>
          <p:nvPr/>
        </p:nvSpPr>
        <p:spPr bwMode="auto">
          <a:xfrm>
            <a:off x="5539865" y="5856145"/>
            <a:ext cx="18434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/>
            <a:r>
              <a:rPr lang="en-US" altLang="zh-CN" i="1" dirty="0">
                <a:solidFill>
                  <a:srgbClr val="000000"/>
                </a:solidFill>
              </a:rPr>
              <a:t>m</a:t>
            </a:r>
            <a:endParaRPr lang="en-US" altLang="zh-CN" i="1" dirty="0">
              <a:latin typeface="RomanS" charset="0"/>
            </a:endParaRPr>
          </a:p>
        </p:txBody>
      </p:sp>
      <p:sp>
        <p:nvSpPr>
          <p:cNvPr id="115754" name="Line 42"/>
          <p:cNvSpPr>
            <a:spLocks noChangeShapeType="1"/>
          </p:cNvSpPr>
          <p:nvPr/>
        </p:nvSpPr>
        <p:spPr bwMode="auto">
          <a:xfrm>
            <a:off x="2963916" y="2251401"/>
            <a:ext cx="1033463" cy="1398587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755" name="Line 43"/>
          <p:cNvSpPr>
            <a:spLocks noChangeShapeType="1"/>
          </p:cNvSpPr>
          <p:nvPr/>
        </p:nvSpPr>
        <p:spPr bwMode="auto">
          <a:xfrm flipV="1">
            <a:off x="2965504" y="4835851"/>
            <a:ext cx="1031875" cy="1069975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756" name="Text Box 44" descr="永恒"/>
          <p:cNvSpPr txBox="1">
            <a:spLocks noChangeArrowheads="1"/>
          </p:cNvSpPr>
          <p:nvPr/>
        </p:nvSpPr>
        <p:spPr bwMode="auto">
          <a:xfrm>
            <a:off x="7271851" y="4851804"/>
            <a:ext cx="3535850" cy="892552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57150">
            <a:pattFill prst="pct30">
              <a:fgClr>
                <a:srgbClr val="FFFFFF"/>
              </a:fgClr>
              <a:bgClr>
                <a:srgbClr val="FF6600"/>
              </a:bgClr>
            </a:patt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/>
            <a:r>
              <a:rPr lang="zh-CN" altLang="en-US" sz="2400" b="1" dirty="0">
                <a:latin typeface="RomanS" charset="0"/>
              </a:rPr>
              <a:t>由于</a:t>
            </a:r>
            <a:r>
              <a:rPr lang="en-US" altLang="zh-CN" sz="2800" dirty="0">
                <a:solidFill>
                  <a:srgbClr val="000000"/>
                </a:solidFill>
              </a:rPr>
              <a:t>EK</a:t>
            </a:r>
            <a:r>
              <a:rPr lang="zh-CN" altLang="en-US" sz="2400" b="1" dirty="0">
                <a:latin typeface="RomanS" charset="0"/>
              </a:rPr>
              <a:t>不平行于</a:t>
            </a:r>
            <a:r>
              <a:rPr lang="en-US" altLang="zh-CN" sz="2800" dirty="0">
                <a:solidFill>
                  <a:srgbClr val="000000"/>
                </a:solidFill>
              </a:rPr>
              <a:t>AC</a:t>
            </a:r>
            <a:r>
              <a:rPr lang="zh-CN" altLang="en-US" sz="2400" b="1" dirty="0">
                <a:latin typeface="RomanS" charset="0"/>
              </a:rPr>
              <a:t>，故两平面不平行。</a:t>
            </a:r>
          </a:p>
        </p:txBody>
      </p:sp>
      <p:sp>
        <p:nvSpPr>
          <p:cNvPr id="115757" name="Text Box 45"/>
          <p:cNvSpPr txBox="1">
            <a:spLocks noChangeArrowheads="1"/>
          </p:cNvSpPr>
          <p:nvPr/>
        </p:nvSpPr>
        <p:spPr bwMode="auto">
          <a:xfrm>
            <a:off x="1012031" y="928456"/>
            <a:ext cx="100179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latin typeface="宋体" charset="-122"/>
              </a:rPr>
              <a:t>例</a:t>
            </a:r>
            <a:r>
              <a:rPr lang="en-US" altLang="zh-CN" sz="2400" b="1" dirty="0">
                <a:latin typeface="宋体" charset="-122"/>
              </a:rPr>
              <a:t>5.9</a:t>
            </a:r>
            <a:r>
              <a:rPr lang="zh-CN" altLang="en-US" sz="2400" dirty="0">
                <a:solidFill>
                  <a:srgbClr val="C00000"/>
                </a:solidFill>
                <a:sym typeface="Wingdings" panose="05000000000000000000" pitchFamily="2" charset="2"/>
              </a:rPr>
              <a:t> </a:t>
            </a:r>
            <a:r>
              <a:rPr lang="zh-CN" altLang="en-US" sz="2400" b="1" dirty="0">
                <a:latin typeface="宋体" charset="-122"/>
              </a:rPr>
              <a:t>：已知</a:t>
            </a:r>
            <a:r>
              <a:rPr lang="en-US" altLang="zh-CN" sz="2400" b="1" dirty="0">
                <a:latin typeface="宋体" charset="-122"/>
              </a:rPr>
              <a:t>AB∥CD</a:t>
            </a:r>
            <a:r>
              <a:rPr lang="zh-CN" altLang="en-US" sz="2400" b="1" dirty="0">
                <a:latin typeface="宋体" charset="-122"/>
              </a:rPr>
              <a:t>，</a:t>
            </a:r>
            <a:r>
              <a:rPr lang="en-US" altLang="zh-CN" sz="2400" b="1" dirty="0">
                <a:latin typeface="宋体" charset="-122"/>
              </a:rPr>
              <a:t>EF∥MH</a:t>
            </a:r>
            <a:r>
              <a:rPr lang="zh-CN" altLang="en-US" sz="2400" b="1" dirty="0">
                <a:latin typeface="宋体" charset="-122"/>
              </a:rPr>
              <a:t>。判断平面</a:t>
            </a:r>
            <a:r>
              <a:rPr lang="en-US" altLang="zh-CN" sz="2400" b="1" dirty="0">
                <a:latin typeface="宋体" charset="-122"/>
              </a:rPr>
              <a:t>ABDC</a:t>
            </a:r>
            <a:r>
              <a:rPr lang="zh-CN" altLang="en-US" sz="2400" b="1" dirty="0">
                <a:latin typeface="宋体" charset="-122"/>
              </a:rPr>
              <a:t>与平面</a:t>
            </a:r>
            <a:r>
              <a:rPr lang="en-US" altLang="zh-CN" sz="2400" b="1" dirty="0">
                <a:latin typeface="宋体" charset="-122"/>
              </a:rPr>
              <a:t>EFHM</a:t>
            </a:r>
            <a:r>
              <a:rPr lang="zh-CN" altLang="en-US" sz="2400" b="1" dirty="0">
                <a:latin typeface="宋体" charset="-122"/>
              </a:rPr>
              <a:t>是否平行。</a:t>
            </a:r>
            <a:endParaRPr lang="en-US" altLang="zh-CN" sz="2400" b="1" dirty="0">
              <a:latin typeface="宋体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309479" y="3309172"/>
            <a:ext cx="18774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ln w="6600">
                  <a:solidFill>
                    <a:srgbClr val="C00000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反证法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A8603D-02FD-4CE6-8F9B-67ABD734A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40AF4-6393-1345-8F76-F586D0CCC885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F0DBE1-206F-4D19-B9D9-A320C4ED2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514C12-1FFB-4AC2-B16D-81635285B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826BA2-367C-47EF-B730-D951D571A9C8}"/>
              </a:ext>
            </a:extLst>
          </p:cNvPr>
          <p:cNvSpPr txBox="1"/>
          <p:nvPr/>
        </p:nvSpPr>
        <p:spPr>
          <a:xfrm>
            <a:off x="6900715" y="1742924"/>
            <a:ext cx="4005209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b="1" dirty="0"/>
              <a:t>两平行平面内相互平行的直线，其同名投影必然平行。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D119E32-BA18-8FD8-0CFC-F9B49FFA4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379435" y="1815467"/>
            <a:ext cx="2250271" cy="391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384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5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5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5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15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5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5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5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8" grpId="0" animBg="1"/>
      <p:bldP spid="115719" grpId="0" animBg="1"/>
      <p:bldP spid="115722" grpId="0" animBg="1"/>
      <p:bldP spid="115728" grpId="0" animBg="1"/>
      <p:bldP spid="115729" grpId="0" animBg="1"/>
      <p:bldP spid="115746" grpId="0" autoUpdateAnimBg="0"/>
      <p:bldP spid="115748" grpId="0" autoUpdateAnimBg="0"/>
      <p:bldP spid="115756" grpId="0" animBg="1" autoUpdateAnimBg="0"/>
      <p:bldP spid="2" grpId="0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ext Box 2"/>
          <p:cNvSpPr txBox="1">
            <a:spLocks noChangeArrowheads="1"/>
          </p:cNvSpPr>
          <p:nvPr/>
        </p:nvSpPr>
        <p:spPr bwMode="auto">
          <a:xfrm>
            <a:off x="1303683" y="2793981"/>
            <a:ext cx="76898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2400" b="1" dirty="0">
                <a:latin typeface="宋体" charset="-122"/>
              </a:rPr>
              <a:t>    </a:t>
            </a:r>
            <a:r>
              <a:rPr lang="zh-CN" altLang="en-US" sz="2400" b="1" dirty="0">
                <a:latin typeface="宋体" charset="-122"/>
              </a:rPr>
              <a:t>直线与平面相交，其</a:t>
            </a:r>
            <a:r>
              <a:rPr lang="zh-CN" altLang="en-US" sz="2400" b="1" dirty="0">
                <a:solidFill>
                  <a:srgbClr val="FF0000"/>
                </a:solidFill>
                <a:latin typeface="宋体" charset="-122"/>
              </a:rPr>
              <a:t>交点是直线与平面的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公有点</a:t>
            </a:r>
            <a:r>
              <a:rPr lang="zh-CN" altLang="en-US" sz="2400" b="1" dirty="0">
                <a:solidFill>
                  <a:srgbClr val="FF0000"/>
                </a:solidFill>
                <a:latin typeface="宋体" charset="-122"/>
              </a:rPr>
              <a:t>。</a:t>
            </a:r>
            <a:endParaRPr lang="zh-CN" altLang="en-US" sz="2400" b="1" dirty="0">
              <a:solidFill>
                <a:schemeClr val="accent2"/>
              </a:solidFill>
              <a:latin typeface="宋体" charset="-122"/>
            </a:endParaRPr>
          </a:p>
        </p:txBody>
      </p:sp>
      <p:sp>
        <p:nvSpPr>
          <p:cNvPr id="116741" name="Text Box 5"/>
          <p:cNvSpPr txBox="1">
            <a:spLocks noChangeArrowheads="1"/>
          </p:cNvSpPr>
          <p:nvPr/>
        </p:nvSpPr>
        <p:spPr bwMode="auto">
          <a:xfrm>
            <a:off x="1896612" y="1172817"/>
            <a:ext cx="26468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2400" b="1" dirty="0">
                <a:solidFill>
                  <a:srgbClr val="C00000"/>
                </a:solidFill>
                <a:latin typeface="Times New Roman" charset="0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Times New Roman" charset="0"/>
              </a:rPr>
              <a:t>直线与平面相交</a:t>
            </a:r>
          </a:p>
        </p:txBody>
      </p:sp>
      <p:sp>
        <p:nvSpPr>
          <p:cNvPr id="116742" name="Text Box 6"/>
          <p:cNvSpPr txBox="1">
            <a:spLocks noChangeArrowheads="1"/>
          </p:cNvSpPr>
          <p:nvPr/>
        </p:nvSpPr>
        <p:spPr bwMode="auto">
          <a:xfrm>
            <a:off x="1896613" y="1719507"/>
            <a:ext cx="41802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2400" b="1" dirty="0">
                <a:solidFill>
                  <a:srgbClr val="C00000"/>
                </a:solidFill>
                <a:latin typeface="Times New Roman" charset="0"/>
              </a:rPr>
              <a:t>2. </a:t>
            </a:r>
            <a:r>
              <a:rPr lang="zh-CN" altLang="en-US" sz="2400" b="1" dirty="0">
                <a:solidFill>
                  <a:srgbClr val="C00000"/>
                </a:solidFill>
                <a:latin typeface="Times New Roman" charset="0"/>
              </a:rPr>
              <a:t>平面与平面相交</a:t>
            </a:r>
          </a:p>
        </p:txBody>
      </p:sp>
      <p:sp>
        <p:nvSpPr>
          <p:cNvPr id="116744" name="Text Box 8"/>
          <p:cNvSpPr txBox="1">
            <a:spLocks noChangeArrowheads="1"/>
          </p:cNvSpPr>
          <p:nvPr/>
        </p:nvSpPr>
        <p:spPr bwMode="auto">
          <a:xfrm>
            <a:off x="1447431" y="2237416"/>
            <a:ext cx="32367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Times New Roman" charset="0"/>
              </a:rPr>
              <a:t>⒈  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charset="0"/>
              </a:rPr>
              <a:t>直线与平面相交</a:t>
            </a:r>
          </a:p>
        </p:txBody>
      </p:sp>
      <p:sp>
        <p:nvSpPr>
          <p:cNvPr id="116745" name="Text Box 9"/>
          <p:cNvSpPr txBox="1">
            <a:spLocks noChangeArrowheads="1"/>
          </p:cNvSpPr>
          <p:nvPr/>
        </p:nvSpPr>
        <p:spPr bwMode="auto">
          <a:xfrm>
            <a:off x="1940846" y="3445502"/>
            <a:ext cx="23391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 b="1">
                <a:latin typeface="Times New Roman" charset="0"/>
              </a:rPr>
              <a:t>要讨论的问题：</a:t>
            </a:r>
          </a:p>
        </p:txBody>
      </p:sp>
      <p:sp>
        <p:nvSpPr>
          <p:cNvPr id="116746" name="Text Box 10"/>
          <p:cNvSpPr txBox="1">
            <a:spLocks noChangeArrowheads="1"/>
          </p:cNvSpPr>
          <p:nvPr/>
        </p:nvSpPr>
        <p:spPr bwMode="auto">
          <a:xfrm>
            <a:off x="2465171" y="4013807"/>
            <a:ext cx="35189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1600" b="1" dirty="0">
                <a:latin typeface="Times New Roman" charset="0"/>
              </a:rPr>
              <a:t>● </a:t>
            </a:r>
            <a:r>
              <a:rPr lang="zh-CN" altLang="en-US" sz="2400" b="1" dirty="0">
                <a:solidFill>
                  <a:srgbClr val="FF0000"/>
                </a:solidFill>
                <a:latin typeface="Times New Roman" charset="0"/>
              </a:rPr>
              <a:t>求</a:t>
            </a:r>
            <a:r>
              <a:rPr lang="zh-CN" altLang="en-US" sz="2400" b="1" dirty="0">
                <a:latin typeface="Times New Roman" charset="0"/>
              </a:rPr>
              <a:t>直线与平面的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charset="0"/>
              </a:rPr>
              <a:t>交点。</a:t>
            </a:r>
            <a:endParaRPr lang="zh-CN" altLang="en-US" sz="2400" b="1" dirty="0">
              <a:latin typeface="Times New Roman" charset="0"/>
            </a:endParaRPr>
          </a:p>
        </p:txBody>
      </p:sp>
      <p:sp>
        <p:nvSpPr>
          <p:cNvPr id="116747" name="Text Box 11"/>
          <p:cNvSpPr txBox="1">
            <a:spLocks noChangeArrowheads="1"/>
          </p:cNvSpPr>
          <p:nvPr/>
        </p:nvSpPr>
        <p:spPr bwMode="auto">
          <a:xfrm>
            <a:off x="2530026" y="4891281"/>
            <a:ext cx="4889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b="1">
                <a:latin typeface="Times New Roman" charset="0"/>
              </a:rPr>
              <a:t>   </a:t>
            </a:r>
          </a:p>
        </p:txBody>
      </p:sp>
      <p:sp>
        <p:nvSpPr>
          <p:cNvPr id="116748" name="Text Box 12"/>
          <p:cNvSpPr txBox="1">
            <a:spLocks noChangeArrowheads="1"/>
          </p:cNvSpPr>
          <p:nvPr/>
        </p:nvSpPr>
        <p:spPr bwMode="auto">
          <a:xfrm>
            <a:off x="2465171" y="4673653"/>
            <a:ext cx="474027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1600" b="1" dirty="0">
                <a:latin typeface="宋体" charset="-122"/>
              </a:rPr>
              <a:t>●</a:t>
            </a:r>
            <a:r>
              <a:rPr lang="en-US" altLang="zh-CN" sz="2400" b="1" dirty="0">
                <a:latin typeface="宋体" charset="-122"/>
              </a:rPr>
              <a:t> </a:t>
            </a:r>
            <a:r>
              <a:rPr lang="zh-CN" altLang="en-US" sz="2400" b="1" dirty="0">
                <a:latin typeface="宋体" charset="-122"/>
              </a:rPr>
              <a:t>判别两者之间的相互遮挡关系，即</a:t>
            </a:r>
            <a:r>
              <a:rPr lang="zh-CN" altLang="en-US" sz="2400" b="1" dirty="0">
                <a:solidFill>
                  <a:srgbClr val="FF0000"/>
                </a:solidFill>
                <a:latin typeface="宋体" charset="-122"/>
              </a:rPr>
              <a:t>判别可见性。</a:t>
            </a:r>
            <a:endParaRPr lang="zh-CN" altLang="en-US" sz="2400" b="1" dirty="0">
              <a:latin typeface="宋体" charset="-122"/>
            </a:endParaRPr>
          </a:p>
        </p:txBody>
      </p:sp>
      <p:sp>
        <p:nvSpPr>
          <p:cNvPr id="116749" name="Text Box 13"/>
          <p:cNvSpPr txBox="1">
            <a:spLocks noChangeArrowheads="1"/>
          </p:cNvSpPr>
          <p:nvPr/>
        </p:nvSpPr>
        <p:spPr bwMode="auto">
          <a:xfrm>
            <a:off x="1374437" y="5584162"/>
            <a:ext cx="806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2400" b="1" dirty="0">
                <a:solidFill>
                  <a:srgbClr val="003399"/>
                </a:solidFill>
                <a:latin typeface="宋体" charset="-122"/>
              </a:rPr>
              <a:t>    </a:t>
            </a:r>
            <a:r>
              <a:rPr lang="zh-CN" altLang="en-US" sz="2400" b="1" dirty="0">
                <a:solidFill>
                  <a:srgbClr val="003399"/>
                </a:solidFill>
                <a:latin typeface="宋体" charset="-122"/>
              </a:rPr>
              <a:t>须掌握直线与平面中至少有一个处于特殊位置的情况。</a:t>
            </a:r>
          </a:p>
        </p:txBody>
      </p:sp>
      <p:grpSp>
        <p:nvGrpSpPr>
          <p:cNvPr id="116750" name="Group 14"/>
          <p:cNvGrpSpPr>
            <a:grpSpLocks/>
          </p:cNvGrpSpPr>
          <p:nvPr/>
        </p:nvGrpSpPr>
        <p:grpSpPr bwMode="auto">
          <a:xfrm>
            <a:off x="7710487" y="3515507"/>
            <a:ext cx="2990850" cy="1668463"/>
            <a:chOff x="3329" y="1864"/>
            <a:chExt cx="1884" cy="1051"/>
          </a:xfrm>
        </p:grpSpPr>
        <p:grpSp>
          <p:nvGrpSpPr>
            <p:cNvPr id="116751" name="Group 15"/>
            <p:cNvGrpSpPr>
              <a:grpSpLocks/>
            </p:cNvGrpSpPr>
            <p:nvPr/>
          </p:nvGrpSpPr>
          <p:grpSpPr bwMode="auto">
            <a:xfrm>
              <a:off x="3329" y="1864"/>
              <a:ext cx="792" cy="1019"/>
              <a:chOff x="3329" y="1864"/>
              <a:chExt cx="792" cy="1019"/>
            </a:xfrm>
          </p:grpSpPr>
          <p:sp>
            <p:nvSpPr>
              <p:cNvPr id="116752" name="Line 16"/>
              <p:cNvSpPr>
                <a:spLocks noChangeShapeType="1"/>
              </p:cNvSpPr>
              <p:nvPr/>
            </p:nvSpPr>
            <p:spPr bwMode="auto">
              <a:xfrm flipH="1">
                <a:off x="3728" y="1974"/>
                <a:ext cx="393" cy="39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6753" name="AutoShape 17"/>
              <p:cNvSpPr>
                <a:spLocks noChangeArrowheads="1"/>
              </p:cNvSpPr>
              <p:nvPr/>
            </p:nvSpPr>
            <p:spPr bwMode="auto">
              <a:xfrm rot="16200000">
                <a:off x="3225" y="2206"/>
                <a:ext cx="1019" cy="336"/>
              </a:xfrm>
              <a:prstGeom prst="parallelogram">
                <a:avLst>
                  <a:gd name="adj" fmla="val 53499"/>
                </a:avLst>
              </a:prstGeom>
              <a:solidFill>
                <a:srgbClr val="66FF33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eaLnBrk="1" hangingPunct="1"/>
                <a:endParaRPr lang="en-US" altLang="en-US">
                  <a:latin typeface="RomanS" charset="0"/>
                </a:endParaRPr>
              </a:p>
            </p:txBody>
          </p:sp>
          <p:sp>
            <p:nvSpPr>
              <p:cNvPr id="116754" name="Line 18"/>
              <p:cNvSpPr>
                <a:spLocks noChangeShapeType="1"/>
              </p:cNvSpPr>
              <p:nvPr/>
            </p:nvSpPr>
            <p:spPr bwMode="auto">
              <a:xfrm flipH="1">
                <a:off x="3329" y="2367"/>
                <a:ext cx="393" cy="39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6755" name="Text Box 19"/>
              <p:cNvSpPr txBox="1">
                <a:spLocks noChangeArrowheads="1"/>
              </p:cNvSpPr>
              <p:nvPr/>
            </p:nvSpPr>
            <p:spPr bwMode="auto">
              <a:xfrm>
                <a:off x="3635" y="2294"/>
                <a:ext cx="181" cy="1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sz="800">
                    <a:solidFill>
                      <a:srgbClr val="FF6600"/>
                    </a:solidFill>
                    <a:latin typeface="RomanS" charset="0"/>
                  </a:rPr>
                  <a:t>●</a:t>
                </a:r>
              </a:p>
            </p:txBody>
          </p:sp>
        </p:grpSp>
        <p:grpSp>
          <p:nvGrpSpPr>
            <p:cNvPr id="116756" name="Group 20"/>
            <p:cNvGrpSpPr>
              <a:grpSpLocks/>
            </p:cNvGrpSpPr>
            <p:nvPr/>
          </p:nvGrpSpPr>
          <p:grpSpPr bwMode="auto">
            <a:xfrm>
              <a:off x="4421" y="1864"/>
              <a:ext cx="792" cy="1051"/>
              <a:chOff x="4421" y="1864"/>
              <a:chExt cx="792" cy="1051"/>
            </a:xfrm>
          </p:grpSpPr>
          <p:sp>
            <p:nvSpPr>
              <p:cNvPr id="116757" name="Line 21"/>
              <p:cNvSpPr>
                <a:spLocks noChangeShapeType="1"/>
              </p:cNvSpPr>
              <p:nvPr/>
            </p:nvSpPr>
            <p:spPr bwMode="auto">
              <a:xfrm flipH="1">
                <a:off x="4421" y="2418"/>
                <a:ext cx="393" cy="39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6758" name="AutoShape 22"/>
              <p:cNvSpPr>
                <a:spLocks noChangeArrowheads="1"/>
              </p:cNvSpPr>
              <p:nvPr/>
            </p:nvSpPr>
            <p:spPr bwMode="auto">
              <a:xfrm rot="5400000">
                <a:off x="4287" y="2223"/>
                <a:ext cx="1051" cy="334"/>
              </a:xfrm>
              <a:prstGeom prst="parallelogram">
                <a:avLst>
                  <a:gd name="adj" fmla="val 52977"/>
                </a:avLst>
              </a:prstGeom>
              <a:solidFill>
                <a:srgbClr val="66FF33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6759" name="Line 23"/>
              <p:cNvSpPr>
                <a:spLocks noChangeShapeType="1"/>
              </p:cNvSpPr>
              <p:nvPr/>
            </p:nvSpPr>
            <p:spPr bwMode="auto">
              <a:xfrm flipH="1">
                <a:off x="4820" y="2025"/>
                <a:ext cx="393" cy="39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6760" name="Text Box 24"/>
              <p:cNvSpPr txBox="1">
                <a:spLocks noChangeArrowheads="1"/>
              </p:cNvSpPr>
              <p:nvPr/>
            </p:nvSpPr>
            <p:spPr bwMode="auto">
              <a:xfrm>
                <a:off x="4727" y="2345"/>
                <a:ext cx="181" cy="1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sz="800">
                    <a:solidFill>
                      <a:srgbClr val="FF6600"/>
                    </a:solidFill>
                    <a:latin typeface="RomanS" charset="0"/>
                  </a:rPr>
                  <a:t>●</a:t>
                </a:r>
              </a:p>
            </p:txBody>
          </p:sp>
        </p:grp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D6E2BD29-835C-4BE9-8F4E-42EA28209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+mn-ea"/>
                <a:ea typeface="+mn-ea"/>
              </a:rPr>
              <a:t>2.5.2</a:t>
            </a:r>
            <a:r>
              <a:rPr lang="zh-CN" altLang="en-US" sz="3200" dirty="0">
                <a:latin typeface="+mn-ea"/>
                <a:ea typeface="+mn-ea"/>
              </a:rPr>
              <a:t> 相交问题</a:t>
            </a:r>
            <a:r>
              <a:rPr lang="en-US" altLang="zh-CN" sz="3200" dirty="0">
                <a:latin typeface="+mn-ea"/>
                <a:ea typeface="+mn-ea"/>
              </a:rPr>
              <a:t>(P57)</a:t>
            </a:r>
            <a:endParaRPr lang="zh-CN" altLang="en-US" sz="3200" dirty="0">
              <a:latin typeface="+mn-ea"/>
              <a:ea typeface="+mn-ea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2718C7-3D76-4A86-B4A0-9AA88EBF5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49F3D-4310-D042-91AC-BB8E42DBF7A2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CB1DD-9C26-46C1-A1A8-36E6BC1E0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62609-322B-46D8-B73E-EEFAB0682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207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"/>
                                        <p:tgtEl>
                                          <p:spTgt spid="116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11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75"/>
                                        <p:tgtEl>
                                          <p:spTgt spid="116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16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75"/>
                                        <p:tgtEl>
                                          <p:spTgt spid="116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6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6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8" grpId="0" build="p" autoUpdateAnimBg="0"/>
      <p:bldP spid="116744" grpId="0" autoUpdateAnimBg="0"/>
      <p:bldP spid="116745" grpId="0" autoUpdateAnimBg="0"/>
      <p:bldP spid="116746" grpId="0" build="p" autoUpdateAnimBg="0"/>
      <p:bldP spid="116748" grpId="0" autoUpdateAnimBg="0"/>
      <p:bldP spid="116749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判别“线条可见性”的意义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05186"/>
            <a:ext cx="8520112" cy="4771778"/>
          </a:xfrm>
        </p:spPr>
        <p:txBody>
          <a:bodyPr>
            <a:normAutofit/>
          </a:bodyPr>
          <a:lstStyle/>
          <a:p>
            <a:r>
              <a:rPr lang="zh-CN" altLang="en-US" dirty="0"/>
              <a:t>实体的投影不能通过每一个属于实体点来简单刻画。</a:t>
            </a:r>
            <a:endParaRPr lang="en-US" altLang="zh-CN" dirty="0"/>
          </a:p>
          <a:p>
            <a:r>
              <a:rPr lang="zh-CN" altLang="en-US" dirty="0"/>
              <a:t>能够描述一个物体最突出的的几何形状便是形成物体边界的</a:t>
            </a:r>
            <a:r>
              <a:rPr lang="zh-CN" altLang="en-US" b="1" dirty="0"/>
              <a:t>边缘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这些构成物体边缘的直线或曲线通常简称为“</a:t>
            </a:r>
            <a:r>
              <a:rPr lang="zh-CN" altLang="en-US" b="1" dirty="0"/>
              <a:t>线</a:t>
            </a:r>
            <a:r>
              <a:rPr lang="zh-CN" altLang="en-US" dirty="0"/>
              <a:t>”。</a:t>
            </a:r>
            <a:endParaRPr lang="en-US" altLang="zh-CN" dirty="0"/>
          </a:p>
          <a:p>
            <a:r>
              <a:rPr lang="zh-CN" altLang="en-US" dirty="0"/>
              <a:t>如果一个物体的面通过这些“线”来展示，则称这种方式为</a:t>
            </a:r>
            <a:r>
              <a:rPr lang="zh-CN" altLang="en-US" b="1" dirty="0"/>
              <a:t>线框图</a:t>
            </a:r>
            <a:r>
              <a:rPr lang="zh-CN" altLang="en-US" dirty="0"/>
              <a:t>（</a:t>
            </a:r>
            <a:r>
              <a:rPr lang="en-US" altLang="zh-CN" dirty="0"/>
              <a:t>wire-frame image</a:t>
            </a:r>
            <a:r>
              <a:rPr lang="zh-CN" altLang="en-US" dirty="0"/>
              <a:t>）。</a:t>
            </a:r>
            <a:endParaRPr lang="en-US" altLang="zh-CN" dirty="0"/>
          </a:p>
          <a:p>
            <a:r>
              <a:rPr lang="zh-CN" altLang="en-US" dirty="0"/>
              <a:t>为使得线框视图更容易理解，在某个视图中可通过可见或隐藏（遮挡）来展示线条。不可见线条可通过虚线展示。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1A7F5D-B9A3-454A-ACF1-5BDE91925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133C2-309D-704B-A806-CAC325A11CE8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D80D7C-42D8-49B9-BD5B-144D3E2A9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EC8472-7243-45E4-B658-3C0D96ED1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29</a:t>
            </a:fld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493F8DB-ECDC-D2D6-5651-3C76A29BE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477988" y="2089150"/>
            <a:ext cx="2149602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8137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19E04D-6382-41A3-A5B1-9234FC117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56422-91A5-C74D-A885-8A3F99275EAD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4B7BAE-F2CD-4E8C-A4CF-66CFA4902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9B999-EBA8-4802-B1FC-58EA54D44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30</a:t>
            </a:fld>
            <a:endParaRPr 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951E436A-91B9-E67A-03F3-4B0CFB120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385" y="713180"/>
            <a:ext cx="101355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kumimoji="0" lang="zh-CN" altLang="en-US" sz="2400" b="1" i="0" dirty="0">
                <a:latin typeface="Times New Roman" charset="0"/>
              </a:rPr>
              <a:t>例</a:t>
            </a:r>
            <a:r>
              <a:rPr lang="en-US" altLang="zh-CN" sz="2400" b="1">
                <a:latin typeface="Times New Roman" charset="0"/>
              </a:rPr>
              <a:t>5.10</a:t>
            </a:r>
            <a:r>
              <a:rPr lang="zh-CN" altLang="en-US" sz="2400" dirty="0">
                <a:solidFill>
                  <a:srgbClr val="C00000"/>
                </a:solidFill>
                <a:sym typeface="Wingdings" panose="05000000000000000000" pitchFamily="2" charset="2"/>
              </a:rPr>
              <a:t> </a:t>
            </a:r>
            <a:r>
              <a:rPr kumimoji="0" lang="zh-CN" altLang="en-US" sz="2400" b="1" i="0" dirty="0">
                <a:latin typeface="Times New Roman" charset="0"/>
              </a:rPr>
              <a:t>：求直线</a:t>
            </a:r>
            <a:r>
              <a:rPr kumimoji="0" lang="en-US" altLang="zh-CN" sz="2400" b="1" i="0" dirty="0">
                <a:latin typeface="Times New Roman" charset="0"/>
              </a:rPr>
              <a:t>MN</a:t>
            </a:r>
            <a:r>
              <a:rPr kumimoji="0" lang="zh-CN" altLang="en-US" sz="2400" b="1" i="0" dirty="0">
                <a:latin typeface="Times New Roman" charset="0"/>
              </a:rPr>
              <a:t>与平面</a:t>
            </a:r>
            <a:r>
              <a:rPr kumimoji="0" lang="en-US" altLang="zh-CN" sz="2400" b="1" i="0" dirty="0">
                <a:latin typeface="Times New Roman" charset="0"/>
              </a:rPr>
              <a:t>ABC</a:t>
            </a:r>
            <a:r>
              <a:rPr kumimoji="0" lang="zh-CN" altLang="en-US" sz="2400" b="1" i="0" dirty="0">
                <a:latin typeface="Times New Roman" charset="0"/>
              </a:rPr>
              <a:t>的交点</a:t>
            </a:r>
            <a:r>
              <a:rPr kumimoji="0" lang="en-US" altLang="zh-CN" sz="2400" b="1" i="0" dirty="0">
                <a:latin typeface="Times New Roman" charset="0"/>
              </a:rPr>
              <a:t>K</a:t>
            </a:r>
            <a:r>
              <a:rPr kumimoji="0" lang="zh-CN" altLang="en-US" sz="2400" b="1" i="0" dirty="0">
                <a:latin typeface="Times New Roman" charset="0"/>
              </a:rPr>
              <a:t>并判别可见性。</a:t>
            </a:r>
            <a:r>
              <a:rPr kumimoji="0" lang="en-US" altLang="zh-CN" sz="2400" b="1" i="0" dirty="0">
                <a:latin typeface="Times New Roman" charset="0"/>
              </a:rPr>
              <a:t>【</a:t>
            </a:r>
            <a:r>
              <a:rPr kumimoji="0" lang="zh-CN" altLang="en-US" sz="2400" b="1" i="0" dirty="0">
                <a:latin typeface="Times New Roman" charset="0"/>
              </a:rPr>
              <a:t>例</a:t>
            </a:r>
            <a:r>
              <a:rPr kumimoji="0" lang="en-US" altLang="zh-CN" sz="2400" b="1" i="0" dirty="0">
                <a:latin typeface="Times New Roman" charset="0"/>
              </a:rPr>
              <a:t>2-18】</a:t>
            </a:r>
            <a:endParaRPr kumimoji="0" lang="zh-CN" altLang="en-US" sz="2400" b="1" i="0" dirty="0">
              <a:latin typeface="Times New Roman" charset="0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B40253A7-4B4C-CAC9-F20A-26171ECDB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6128" y="1693512"/>
            <a:ext cx="2698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kumimoji="0" lang="zh-CN" altLang="en-US" sz="2800" b="1" i="0" dirty="0">
                <a:solidFill>
                  <a:srgbClr val="FF3300"/>
                </a:solidFill>
                <a:latin typeface="Times New Roman" charset="0"/>
              </a:rPr>
              <a:t>空间及投影分析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CF27FE21-2706-B678-C949-210E02D1E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6734" y="2236402"/>
            <a:ext cx="602126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0" lang="en-US" altLang="zh-CN" sz="2400" b="1" i="0" dirty="0">
                <a:solidFill>
                  <a:srgbClr val="003399"/>
                </a:solidFill>
                <a:latin typeface="宋体" charset="-122"/>
              </a:rPr>
              <a:t>    </a:t>
            </a:r>
            <a:r>
              <a:rPr kumimoji="0" lang="zh-CN" altLang="en-US" sz="2400" b="1" i="0" dirty="0">
                <a:solidFill>
                  <a:srgbClr val="003399"/>
                </a:solidFill>
                <a:latin typeface="ISOCPEUR" charset="0"/>
              </a:rPr>
              <a:t>平面</a:t>
            </a:r>
            <a:r>
              <a:rPr kumimoji="0" lang="en-US" altLang="zh-CN" sz="2400" b="1" i="0" dirty="0">
                <a:solidFill>
                  <a:srgbClr val="003399"/>
                </a:solidFill>
                <a:latin typeface="宋体" charset="-122"/>
              </a:rPr>
              <a:t>ABC</a:t>
            </a:r>
            <a:r>
              <a:rPr kumimoji="0" lang="zh-CN" altLang="en-US" sz="2400" b="1" i="0" dirty="0">
                <a:solidFill>
                  <a:srgbClr val="003399"/>
                </a:solidFill>
                <a:latin typeface="ISOCPEUR" charset="0"/>
              </a:rPr>
              <a:t>是一铅垂面，其水平投影积聚成一条直线，该直线与</a:t>
            </a:r>
            <a:r>
              <a:rPr lang="en-US" altLang="zh-CN" sz="2400" b="1" dirty="0" err="1">
                <a:solidFill>
                  <a:srgbClr val="003399"/>
                </a:solidFill>
                <a:latin typeface="宋体" charset="-122"/>
              </a:rPr>
              <a:t>mn</a:t>
            </a:r>
            <a:r>
              <a:rPr kumimoji="0" lang="zh-CN" altLang="en-US" sz="2400" b="1" i="0" dirty="0">
                <a:solidFill>
                  <a:srgbClr val="003399"/>
                </a:solidFill>
                <a:latin typeface="ISOCPEUR" charset="0"/>
              </a:rPr>
              <a:t>的交点即为</a:t>
            </a:r>
            <a:r>
              <a:rPr kumimoji="0" lang="en-US" altLang="zh-CN" sz="2400" b="1" i="0" dirty="0">
                <a:solidFill>
                  <a:srgbClr val="003399"/>
                </a:solidFill>
                <a:latin typeface="ISOCPEUR" charset="0"/>
              </a:rPr>
              <a:t>K</a:t>
            </a:r>
            <a:r>
              <a:rPr kumimoji="0" lang="zh-CN" altLang="en-US" sz="2400" b="1" i="0" dirty="0">
                <a:solidFill>
                  <a:srgbClr val="003399"/>
                </a:solidFill>
                <a:latin typeface="ISOCPEUR" charset="0"/>
              </a:rPr>
              <a:t>点的水平投影。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589D8ABD-6083-7185-5566-28E5FA6A3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9473" y="4090474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kumimoji="0" lang="en-US" altLang="zh-CN" sz="2400" b="1" i="0">
                <a:latin typeface="Times New Roman" charset="0"/>
              </a:rPr>
              <a:t>①</a:t>
            </a:r>
            <a:r>
              <a:rPr kumimoji="0" lang="zh-CN" altLang="en-US" sz="2400" b="1" i="0">
                <a:latin typeface="Times New Roman" charset="0"/>
              </a:rPr>
              <a:t>求交点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AED958D1-ACB0-7D10-C0B4-F3456316B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9473" y="4515924"/>
            <a:ext cx="20313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kumimoji="0" lang="en-US" altLang="zh-CN" sz="2400" b="1" i="0">
                <a:latin typeface="Times New Roman" charset="0"/>
              </a:rPr>
              <a:t>②</a:t>
            </a:r>
            <a:r>
              <a:rPr kumimoji="0" lang="zh-CN" altLang="en-US" sz="2400" b="1" i="0">
                <a:latin typeface="Times New Roman" charset="0"/>
              </a:rPr>
              <a:t>判别可见性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726E6F17-B5B4-7E89-DDFA-8CB45B0F7E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6072" y="5245195"/>
            <a:ext cx="5831428" cy="812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>
              <a:lnSpc>
                <a:spcPct val="90000"/>
              </a:lnSpc>
            </a:pPr>
            <a:r>
              <a:rPr kumimoji="0" lang="en-US" altLang="zh-CN" sz="2400" b="1" i="0" dirty="0">
                <a:latin typeface="宋体" charset="-122"/>
              </a:rPr>
              <a:t>    </a:t>
            </a:r>
            <a:r>
              <a:rPr kumimoji="0" lang="zh-CN" altLang="en-US" sz="2400" b="1" i="0" dirty="0">
                <a:latin typeface="宋体" charset="-122"/>
              </a:rPr>
              <a:t>由水平投影可知，</a:t>
            </a:r>
            <a:r>
              <a:rPr kumimoji="0" lang="en-US" altLang="zh-CN" sz="2400" b="1" i="0" dirty="0">
                <a:solidFill>
                  <a:srgbClr val="FF3300"/>
                </a:solidFill>
                <a:latin typeface="宋体" charset="-122"/>
              </a:rPr>
              <a:t>KN</a:t>
            </a:r>
            <a:r>
              <a:rPr kumimoji="0" lang="zh-CN" altLang="en-US" sz="2400" b="1" i="0" dirty="0">
                <a:solidFill>
                  <a:srgbClr val="FF3300"/>
                </a:solidFill>
                <a:latin typeface="宋体" charset="-122"/>
              </a:rPr>
              <a:t>段在平面前，故正面投影上</a:t>
            </a:r>
            <a:r>
              <a:rPr lang="en-US" altLang="zh-CN" sz="2400" dirty="0" err="1">
                <a:solidFill>
                  <a:srgbClr val="FF3300"/>
                </a:solidFill>
                <a:latin typeface="宋体" charset="-122"/>
              </a:rPr>
              <a:t>k</a:t>
            </a:r>
            <a:r>
              <a:rPr lang="en-US" altLang="zh-CN" sz="2400" b="1" i="0" dirty="0" err="1">
                <a:solidFill>
                  <a:srgbClr val="FF3300"/>
                </a:solidFill>
                <a:latin typeface="宋体" charset="-122"/>
                <a:sym typeface="Symbol" charset="2"/>
              </a:rPr>
              <a:t></a:t>
            </a:r>
            <a:r>
              <a:rPr lang="en-US" altLang="zh-CN" sz="2800" dirty="0" err="1">
                <a:solidFill>
                  <a:srgbClr val="FF3300"/>
                </a:solidFill>
                <a:latin typeface="宋体" charset="-122"/>
              </a:rPr>
              <a:t>n</a:t>
            </a:r>
            <a:r>
              <a:rPr lang="en-US" altLang="zh-CN" sz="2400" b="1" i="0" dirty="0">
                <a:solidFill>
                  <a:srgbClr val="FF3300"/>
                </a:solidFill>
                <a:latin typeface="宋体" charset="-122"/>
                <a:sym typeface="Symbol" charset="2"/>
              </a:rPr>
              <a:t></a:t>
            </a:r>
            <a:r>
              <a:rPr lang="zh-CN" altLang="en-US" sz="2400" b="1" i="0" dirty="0">
                <a:solidFill>
                  <a:srgbClr val="FF3300"/>
                </a:solidFill>
                <a:latin typeface="宋体" charset="-122"/>
              </a:rPr>
              <a:t>为可见。</a:t>
            </a: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EB623185-C61E-2BAE-9967-D82E250EE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214" y="5984873"/>
            <a:ext cx="52435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kumimoji="0" lang="zh-CN" altLang="en-US" sz="2400" b="1" i="0" dirty="0">
                <a:latin typeface="Times New Roman" charset="0"/>
              </a:rPr>
              <a:t>还可通过重影点判别可见性。</a:t>
            </a: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39F0426A-3E70-D879-0326-7452D0823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0892" y="3595057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zh-CN" altLang="en-US" sz="2800" b="1" i="0" dirty="0">
                <a:solidFill>
                  <a:srgbClr val="FF3300"/>
                </a:solidFill>
                <a:latin typeface="Times New Roman" charset="0"/>
              </a:rPr>
              <a:t>作图</a:t>
            </a:r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6E3838B4-A5A5-3167-CCFC-416FEE171C4E}"/>
              </a:ext>
            </a:extLst>
          </p:cNvPr>
          <p:cNvSpPr>
            <a:spLocks/>
          </p:cNvSpPr>
          <p:nvPr/>
        </p:nvSpPr>
        <p:spPr bwMode="auto">
          <a:xfrm>
            <a:off x="3468147" y="3073360"/>
            <a:ext cx="1588" cy="1993900"/>
          </a:xfrm>
          <a:custGeom>
            <a:avLst/>
            <a:gdLst>
              <a:gd name="T0" fmla="*/ 0 w 1"/>
              <a:gd name="T1" fmla="*/ 1256 h 1256"/>
              <a:gd name="T2" fmla="*/ 0 w 1"/>
              <a:gd name="T3" fmla="*/ 0 h 125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256">
                <a:moveTo>
                  <a:pt x="0" y="1256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DC24B00F-3C35-EA58-AB69-8F9E8EFEA06E}"/>
              </a:ext>
            </a:extLst>
          </p:cNvPr>
          <p:cNvSpPr>
            <a:spLocks/>
          </p:cNvSpPr>
          <p:nvPr/>
        </p:nvSpPr>
        <p:spPr bwMode="auto">
          <a:xfrm>
            <a:off x="2883947" y="3409910"/>
            <a:ext cx="1588" cy="1882775"/>
          </a:xfrm>
          <a:custGeom>
            <a:avLst/>
            <a:gdLst>
              <a:gd name="T0" fmla="*/ 0 w 1"/>
              <a:gd name="T1" fmla="*/ 0 h 1186"/>
              <a:gd name="T2" fmla="*/ 0 w 1"/>
              <a:gd name="T3" fmla="*/ 1186 h 118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186">
                <a:moveTo>
                  <a:pt x="0" y="0"/>
                </a:moveTo>
                <a:lnTo>
                  <a:pt x="0" y="1186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" name="AutoShape 13">
            <a:extLst>
              <a:ext uri="{FF2B5EF4-FFF2-40B4-BE49-F238E27FC236}">
                <a16:creationId xmlns:a16="http://schemas.microsoft.com/office/drawing/2014/main" id="{DFA47115-6C8B-FCA0-9521-8EC5D17BC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2603" y="3892183"/>
            <a:ext cx="1765300" cy="822305"/>
          </a:xfrm>
          <a:prstGeom prst="wedgeEllipseCallout">
            <a:avLst>
              <a:gd name="adj1" fmla="val -79227"/>
              <a:gd name="adj2" fmla="val 10894"/>
            </a:avLst>
          </a:prstGeom>
          <a:solidFill>
            <a:srgbClr val="FF99FF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1600" b="1" i="0" dirty="0">
                <a:latin typeface="Times New Roman" charset="0"/>
              </a:rPr>
              <a:t>用线上取点法</a:t>
            </a:r>
          </a:p>
        </p:txBody>
      </p:sp>
      <p:grpSp>
        <p:nvGrpSpPr>
          <p:cNvPr id="16" name="Group 14">
            <a:extLst>
              <a:ext uri="{FF2B5EF4-FFF2-40B4-BE49-F238E27FC236}">
                <a16:creationId xmlns:a16="http://schemas.microsoft.com/office/drawing/2014/main" id="{835E591E-6DF2-CA50-BE04-E06EE0C902CF}"/>
              </a:ext>
            </a:extLst>
          </p:cNvPr>
          <p:cNvGrpSpPr>
            <a:grpSpLocks/>
          </p:cNvGrpSpPr>
          <p:nvPr/>
        </p:nvGrpSpPr>
        <p:grpSpPr bwMode="auto">
          <a:xfrm>
            <a:off x="1391697" y="1308060"/>
            <a:ext cx="3962400" cy="4529138"/>
            <a:chOff x="288" y="423"/>
            <a:chExt cx="2496" cy="2853"/>
          </a:xfrm>
        </p:grpSpPr>
        <p:sp>
          <p:nvSpPr>
            <p:cNvPr id="17" name="Text Box 15">
              <a:extLst>
                <a:ext uri="{FF2B5EF4-FFF2-40B4-BE49-F238E27FC236}">
                  <a16:creationId xmlns:a16="http://schemas.microsoft.com/office/drawing/2014/main" id="{C1CDA86C-83C8-2D83-3DAE-F67F035D8A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423"/>
              <a:ext cx="171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l" eaLnBrk="1" hangingPunct="1"/>
              <a:r>
                <a:rPr kumimoji="0" lang="en-US" altLang="zh-CN" sz="2400" b="1" i="0" dirty="0">
                  <a:latin typeface="Times New Roman" charset="0"/>
                </a:rPr>
                <a:t>⑴ </a:t>
              </a:r>
              <a:r>
                <a:rPr kumimoji="0" lang="zh-CN" altLang="en-US" sz="2400" b="1" i="0" dirty="0">
                  <a:latin typeface="Times New Roman" charset="0"/>
                </a:rPr>
                <a:t>平面为特殊位置</a:t>
              </a:r>
            </a:p>
          </p:txBody>
        </p:sp>
        <p:grpSp>
          <p:nvGrpSpPr>
            <p:cNvPr id="18" name="Group 16">
              <a:extLst>
                <a:ext uri="{FF2B5EF4-FFF2-40B4-BE49-F238E27FC236}">
                  <a16:creationId xmlns:a16="http://schemas.microsoft.com/office/drawing/2014/main" id="{5F009B91-9EA8-E3AA-E53C-E5A4D3870D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951"/>
              <a:ext cx="2400" cy="2208"/>
              <a:chOff x="384" y="951"/>
              <a:chExt cx="2400" cy="2208"/>
            </a:xfrm>
          </p:grpSpPr>
          <p:sp>
            <p:nvSpPr>
              <p:cNvPr id="29" name="Line 17">
                <a:extLst>
                  <a:ext uri="{FF2B5EF4-FFF2-40B4-BE49-F238E27FC236}">
                    <a16:creationId xmlns:a16="http://schemas.microsoft.com/office/drawing/2014/main" id="{F3329B2B-33DB-D898-38C0-9D246D1C5B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103"/>
                <a:ext cx="24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0" name="Line 18">
                <a:extLst>
                  <a:ext uri="{FF2B5EF4-FFF2-40B4-BE49-F238E27FC236}">
                    <a16:creationId xmlns:a16="http://schemas.microsoft.com/office/drawing/2014/main" id="{F344C777-7F0B-FBCD-0B0C-A566977A32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1671"/>
                <a:ext cx="1584" cy="240"/>
              </a:xfrm>
              <a:prstGeom prst="line">
                <a:avLst/>
              </a:prstGeom>
              <a:noFill/>
              <a:ln w="38100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1" name="Line 19">
                <a:extLst>
                  <a:ext uri="{FF2B5EF4-FFF2-40B4-BE49-F238E27FC236}">
                    <a16:creationId xmlns:a16="http://schemas.microsoft.com/office/drawing/2014/main" id="{D8F2AE17-DC51-C1F8-546A-873CA0021D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51"/>
                <a:ext cx="720" cy="720"/>
              </a:xfrm>
              <a:prstGeom prst="line">
                <a:avLst/>
              </a:prstGeom>
              <a:noFill/>
              <a:ln w="38100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" name="Line 20">
                <a:extLst>
                  <a:ext uri="{FF2B5EF4-FFF2-40B4-BE49-F238E27FC236}">
                    <a16:creationId xmlns:a16="http://schemas.microsoft.com/office/drawing/2014/main" id="{6C9E19FC-814D-7EA7-6490-F8D046A348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951"/>
                <a:ext cx="864" cy="960"/>
              </a:xfrm>
              <a:prstGeom prst="line">
                <a:avLst/>
              </a:prstGeom>
              <a:noFill/>
              <a:ln w="38100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3" name="Line 21">
                <a:extLst>
                  <a:ext uri="{FF2B5EF4-FFF2-40B4-BE49-F238E27FC236}">
                    <a16:creationId xmlns:a16="http://schemas.microsoft.com/office/drawing/2014/main" id="{058E479C-EBCF-4CB4-593C-EA35A18B7A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1671"/>
                <a:ext cx="0" cy="14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4" name="Line 22">
                <a:extLst>
                  <a:ext uri="{FF2B5EF4-FFF2-40B4-BE49-F238E27FC236}">
                    <a16:creationId xmlns:a16="http://schemas.microsoft.com/office/drawing/2014/main" id="{BF620A2B-110A-9352-EABD-2FCF39A582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6" y="1911"/>
                <a:ext cx="0" cy="6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5" name="Line 23">
                <a:extLst>
                  <a:ext uri="{FF2B5EF4-FFF2-40B4-BE49-F238E27FC236}">
                    <a16:creationId xmlns:a16="http://schemas.microsoft.com/office/drawing/2014/main" id="{F552CAD7-9ECC-1392-0F92-4DE427C71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2535"/>
                <a:ext cx="1584" cy="576"/>
              </a:xfrm>
              <a:prstGeom prst="line">
                <a:avLst/>
              </a:prstGeom>
              <a:noFill/>
              <a:ln w="38100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6" name="Line 24">
                <a:extLst>
                  <a:ext uri="{FF2B5EF4-FFF2-40B4-BE49-F238E27FC236}">
                    <a16:creationId xmlns:a16="http://schemas.microsoft.com/office/drawing/2014/main" id="{D10DEE96-48E8-DC8D-AA7E-5C516B06B4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951"/>
                <a:ext cx="0" cy="192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7" name="Line 25">
                <a:extLst>
                  <a:ext uri="{FF2B5EF4-FFF2-40B4-BE49-F238E27FC236}">
                    <a16:creationId xmlns:a16="http://schemas.microsoft.com/office/drawing/2014/main" id="{080AEF85-7949-E8B6-B600-31D4224EEF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2" y="2487"/>
                <a:ext cx="1584" cy="67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8" name="Line 26">
                <a:extLst>
                  <a:ext uri="{FF2B5EF4-FFF2-40B4-BE49-F238E27FC236}">
                    <a16:creationId xmlns:a16="http://schemas.microsoft.com/office/drawing/2014/main" id="{BAB72DE6-E44F-2C1A-06A0-3E83F29591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12" y="1911"/>
                <a:ext cx="0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" name="Line 27">
                <a:extLst>
                  <a:ext uri="{FF2B5EF4-FFF2-40B4-BE49-F238E27FC236}">
                    <a16:creationId xmlns:a16="http://schemas.microsoft.com/office/drawing/2014/main" id="{05495B99-6246-9ADF-ECCE-4B3F9420A4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96" y="1047"/>
                <a:ext cx="0" cy="211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" name="Line 28">
                <a:extLst>
                  <a:ext uri="{FF2B5EF4-FFF2-40B4-BE49-F238E27FC236}">
                    <a16:creationId xmlns:a16="http://schemas.microsoft.com/office/drawing/2014/main" id="{955E6C4B-0A6D-F392-BF19-3C0F96EB07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12" y="1056"/>
                <a:ext cx="1584" cy="86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1" name="Freeform 29">
                <a:extLst>
                  <a:ext uri="{FF2B5EF4-FFF2-40B4-BE49-F238E27FC236}">
                    <a16:creationId xmlns:a16="http://schemas.microsoft.com/office/drawing/2014/main" id="{29DCDC79-7852-4C9B-1BDB-28DEF0C674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4" y="1047"/>
                <a:ext cx="672" cy="375"/>
              </a:xfrm>
              <a:custGeom>
                <a:avLst/>
                <a:gdLst>
                  <a:gd name="T0" fmla="*/ 0 w 672"/>
                  <a:gd name="T1" fmla="*/ 375 h 375"/>
                  <a:gd name="T2" fmla="*/ 672 w 672"/>
                  <a:gd name="T3" fmla="*/ 0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72" h="375">
                    <a:moveTo>
                      <a:pt x="0" y="375"/>
                    </a:moveTo>
                    <a:lnTo>
                      <a:pt x="672" y="0"/>
                    </a:ln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2" name="Freeform 30">
                <a:extLst>
                  <a:ext uri="{FF2B5EF4-FFF2-40B4-BE49-F238E27FC236}">
                    <a16:creationId xmlns:a16="http://schemas.microsoft.com/office/drawing/2014/main" id="{34C9A8FB-1B1C-F1CD-01ED-93D8D76835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" y="1747"/>
                <a:ext cx="319" cy="164"/>
              </a:xfrm>
              <a:custGeom>
                <a:avLst/>
                <a:gdLst>
                  <a:gd name="T0" fmla="*/ 0 w 319"/>
                  <a:gd name="T1" fmla="*/ 164 h 164"/>
                  <a:gd name="T2" fmla="*/ 319 w 319"/>
                  <a:gd name="T3" fmla="*/ 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19" h="164">
                    <a:moveTo>
                      <a:pt x="0" y="164"/>
                    </a:moveTo>
                    <a:lnTo>
                      <a:pt x="319" y="0"/>
                    </a:ln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9" name="Text Box 31">
              <a:extLst>
                <a:ext uri="{FF2B5EF4-FFF2-40B4-BE49-F238E27FC236}">
                  <a16:creationId xmlns:a16="http://schemas.microsoft.com/office/drawing/2014/main" id="{2D86FEE7-62B2-20AA-3F54-D98F5CCFAB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" y="2995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</a:p>
          </p:txBody>
        </p:sp>
        <p:sp>
          <p:nvSpPr>
            <p:cNvPr id="20" name="Text Box 32">
              <a:extLst>
                <a:ext uri="{FF2B5EF4-FFF2-40B4-BE49-F238E27FC236}">
                  <a16:creationId xmlns:a16="http://schemas.microsoft.com/office/drawing/2014/main" id="{F912901C-3AEE-E411-A548-49FC06DEDD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2851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21" name="Text Box 33">
              <a:extLst>
                <a:ext uri="{FF2B5EF4-FFF2-40B4-BE49-F238E27FC236}">
                  <a16:creationId xmlns:a16="http://schemas.microsoft.com/office/drawing/2014/main" id="{E203A693-A09B-33E3-EA49-F3864B162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7" y="2419"/>
              <a:ext cx="17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22" name="Text Box 34">
              <a:extLst>
                <a:ext uri="{FF2B5EF4-FFF2-40B4-BE49-F238E27FC236}">
                  <a16:creationId xmlns:a16="http://schemas.microsoft.com/office/drawing/2014/main" id="{98D4E9AA-DD67-7E48-7CED-C0793F97E8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" y="2419"/>
              <a:ext cx="23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/>
                <a:t>m</a:t>
              </a:r>
              <a:endParaRPr lang="en-US" altLang="zh-CN" b="1" i="1" dirty="0">
                <a:latin typeface="Times New Roman" charset="0"/>
              </a:endParaRPr>
            </a:p>
          </p:txBody>
        </p:sp>
        <p:sp>
          <p:nvSpPr>
            <p:cNvPr id="23" name="Text Box 35">
              <a:extLst>
                <a:ext uri="{FF2B5EF4-FFF2-40B4-BE49-F238E27FC236}">
                  <a16:creationId xmlns:a16="http://schemas.microsoft.com/office/drawing/2014/main" id="{519ED31D-AAEA-9274-AB6C-9044200499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3" y="3043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n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24" name="Text Box 36">
              <a:extLst>
                <a:ext uri="{FF2B5EF4-FFF2-40B4-BE49-F238E27FC236}">
                  <a16:creationId xmlns:a16="http://schemas.microsoft.com/office/drawing/2014/main" id="{2ED3F3D3-CEAF-5DE7-1D16-7349BC2294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9" y="1795"/>
              <a:ext cx="21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5" name="Text Box 37">
              <a:extLst>
                <a:ext uri="{FF2B5EF4-FFF2-40B4-BE49-F238E27FC236}">
                  <a16:creationId xmlns:a16="http://schemas.microsoft.com/office/drawing/2014/main" id="{02E5CBAF-2EB3-E96E-CA49-0B922950D1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9" y="883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/>
                <a:t>n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6" name="Text Box 38">
              <a:extLst>
                <a:ext uri="{FF2B5EF4-FFF2-40B4-BE49-F238E27FC236}">
                  <a16:creationId xmlns:a16="http://schemas.microsoft.com/office/drawing/2014/main" id="{DF40348C-B41E-3CBB-55FE-D1F560B4C5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0" y="787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/>
                <a:t>b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7" name="Text Box 39">
              <a:extLst>
                <a:ext uri="{FF2B5EF4-FFF2-40B4-BE49-F238E27FC236}">
                  <a16:creationId xmlns:a16="http://schemas.microsoft.com/office/drawing/2014/main" id="{94A686ED-B27B-835B-D116-310F1BF132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" y="1555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8" name="Text Box 40">
              <a:extLst>
                <a:ext uri="{FF2B5EF4-FFF2-40B4-BE49-F238E27FC236}">
                  <a16:creationId xmlns:a16="http://schemas.microsoft.com/office/drawing/2014/main" id="{0E585990-06B0-D8D6-8B9A-DFDDD6BD36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5" y="1843"/>
              <a:ext cx="26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/>
                <a:t>m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</p:grpSp>
      <p:sp>
        <p:nvSpPr>
          <p:cNvPr id="43" name="Freeform 41">
            <a:extLst>
              <a:ext uri="{FF2B5EF4-FFF2-40B4-BE49-F238E27FC236}">
                <a16:creationId xmlns:a16="http://schemas.microsoft.com/office/drawing/2014/main" id="{E4E46A0E-C9E6-EE49-895A-6F728CE9E8EA}"/>
              </a:ext>
            </a:extLst>
          </p:cNvPr>
          <p:cNvSpPr>
            <a:spLocks/>
          </p:cNvSpPr>
          <p:nvPr/>
        </p:nvSpPr>
        <p:spPr bwMode="auto">
          <a:xfrm>
            <a:off x="2888963" y="3089234"/>
            <a:ext cx="584200" cy="336550"/>
          </a:xfrm>
          <a:custGeom>
            <a:avLst/>
            <a:gdLst>
              <a:gd name="T0" fmla="*/ 0 w 368"/>
              <a:gd name="T1" fmla="*/ 212 h 212"/>
              <a:gd name="T2" fmla="*/ 368 w 368"/>
              <a:gd name="T3" fmla="*/ 0 h 21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68" h="212">
                <a:moveTo>
                  <a:pt x="0" y="212"/>
                </a:moveTo>
                <a:lnTo>
                  <a:pt x="368" y="0"/>
                </a:lnTo>
              </a:path>
            </a:pathLst>
          </a:custGeom>
          <a:noFill/>
          <a:ln w="381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44" name="Group 42">
            <a:extLst>
              <a:ext uri="{FF2B5EF4-FFF2-40B4-BE49-F238E27FC236}">
                <a16:creationId xmlns:a16="http://schemas.microsoft.com/office/drawing/2014/main" id="{0B57A050-3220-B7AA-8439-D3B7C016BBC0}"/>
              </a:ext>
            </a:extLst>
          </p:cNvPr>
          <p:cNvGrpSpPr>
            <a:grpSpLocks/>
          </p:cNvGrpSpPr>
          <p:nvPr/>
        </p:nvGrpSpPr>
        <p:grpSpPr bwMode="auto">
          <a:xfrm>
            <a:off x="3320598" y="2727031"/>
            <a:ext cx="453188" cy="482600"/>
            <a:chOff x="624" y="1996"/>
            <a:chExt cx="3070" cy="304"/>
          </a:xfrm>
        </p:grpSpPr>
        <p:sp>
          <p:nvSpPr>
            <p:cNvPr id="45" name="Text Box 43">
              <a:extLst>
                <a:ext uri="{FF2B5EF4-FFF2-40B4-BE49-F238E27FC236}">
                  <a16:creationId xmlns:a16="http://schemas.microsoft.com/office/drawing/2014/main" id="{FA45E9CB-DCC6-B7D1-6489-B29026E469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6" y="1996"/>
              <a:ext cx="234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/>
                <a:t>k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46" name="Text Box 44">
              <a:extLst>
                <a:ext uri="{FF2B5EF4-FFF2-40B4-BE49-F238E27FC236}">
                  <a16:creationId xmlns:a16="http://schemas.microsoft.com/office/drawing/2014/main" id="{0BD0C53B-3BDC-1457-3158-57BECE5F98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146"/>
              <a:ext cx="1968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kumimoji="0" lang="en-US" altLang="zh-CN" sz="1000" dirty="0">
                  <a:latin typeface="Times New Roman" charset="0"/>
                </a:rPr>
                <a:t>●</a:t>
              </a:r>
            </a:p>
          </p:txBody>
        </p:sp>
      </p:grpSp>
      <p:grpSp>
        <p:nvGrpSpPr>
          <p:cNvPr id="47" name="Group 45">
            <a:extLst>
              <a:ext uri="{FF2B5EF4-FFF2-40B4-BE49-F238E27FC236}">
                <a16:creationId xmlns:a16="http://schemas.microsoft.com/office/drawing/2014/main" id="{84BBCD6A-777D-6D99-644C-4D13D63C6B8B}"/>
              </a:ext>
            </a:extLst>
          </p:cNvPr>
          <p:cNvGrpSpPr>
            <a:grpSpLocks/>
          </p:cNvGrpSpPr>
          <p:nvPr/>
        </p:nvGrpSpPr>
        <p:grpSpPr bwMode="auto">
          <a:xfrm>
            <a:off x="3296559" y="4920173"/>
            <a:ext cx="319770" cy="544226"/>
            <a:chOff x="1334" y="3420"/>
            <a:chExt cx="538" cy="271"/>
          </a:xfrm>
        </p:grpSpPr>
        <p:sp>
          <p:nvSpPr>
            <p:cNvPr id="48" name="Text Box 46">
              <a:extLst>
                <a:ext uri="{FF2B5EF4-FFF2-40B4-BE49-F238E27FC236}">
                  <a16:creationId xmlns:a16="http://schemas.microsoft.com/office/drawing/2014/main" id="{32543257-EB0D-F62D-2D96-CDB95DCA0F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4" y="3507"/>
              <a:ext cx="486" cy="1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k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49" name="Text Box 47">
              <a:extLst>
                <a:ext uri="{FF2B5EF4-FFF2-40B4-BE49-F238E27FC236}">
                  <a16:creationId xmlns:a16="http://schemas.microsoft.com/office/drawing/2014/main" id="{882C7303-E9F4-836F-5BC6-A422986FD2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V="1">
              <a:off x="1384" y="3420"/>
              <a:ext cx="488" cy="1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eaLnBrk="1" hangingPunct="1"/>
              <a:r>
                <a:rPr kumimoji="0" lang="en-US" altLang="zh-CN" sz="1000" dirty="0">
                  <a:latin typeface="Times New Roman" charset="0"/>
                </a:rPr>
                <a:t>●</a:t>
              </a:r>
            </a:p>
          </p:txBody>
        </p:sp>
      </p:grpSp>
      <p:sp>
        <p:nvSpPr>
          <p:cNvPr id="50" name="Freeform 48">
            <a:extLst>
              <a:ext uri="{FF2B5EF4-FFF2-40B4-BE49-F238E27FC236}">
                <a16:creationId xmlns:a16="http://schemas.microsoft.com/office/drawing/2014/main" id="{A85A48AE-06FD-D400-7837-E294149F075B}"/>
              </a:ext>
            </a:extLst>
          </p:cNvPr>
          <p:cNvSpPr>
            <a:spLocks/>
          </p:cNvSpPr>
          <p:nvPr/>
        </p:nvSpPr>
        <p:spPr bwMode="auto">
          <a:xfrm>
            <a:off x="2880772" y="3101935"/>
            <a:ext cx="595313" cy="327025"/>
          </a:xfrm>
          <a:custGeom>
            <a:avLst/>
            <a:gdLst>
              <a:gd name="T0" fmla="*/ 0 w 375"/>
              <a:gd name="T1" fmla="*/ 206 h 206"/>
              <a:gd name="T2" fmla="*/ 375 w 375"/>
              <a:gd name="T3" fmla="*/ 0 h 20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75" h="206">
                <a:moveTo>
                  <a:pt x="0" y="206"/>
                </a:moveTo>
                <a:lnTo>
                  <a:pt x="375" y="0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" name="Text Box 49">
            <a:extLst>
              <a:ext uri="{FF2B5EF4-FFF2-40B4-BE49-F238E27FC236}">
                <a16:creationId xmlns:a16="http://schemas.microsoft.com/office/drawing/2014/main" id="{E2684F57-438F-FD06-CAC9-8F02E3235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5173" y="3033174"/>
            <a:ext cx="11684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en-US" sz="1600" b="1" dirty="0">
                <a:latin typeface="宋体" charset="-122"/>
              </a:rPr>
              <a:t>1</a:t>
            </a:r>
            <a:r>
              <a:rPr lang="en-US" altLang="zh-CN" sz="1600" b="1" dirty="0">
                <a:latin typeface="宋体" charset="-122"/>
                <a:sym typeface="Symbol" charset="2"/>
              </a:rPr>
              <a:t></a:t>
            </a:r>
            <a:r>
              <a:rPr kumimoji="0" lang="en-US" altLang="zh-CN" sz="1600" b="1" dirty="0">
                <a:latin typeface="宋体" charset="-122"/>
              </a:rPr>
              <a:t>(</a:t>
            </a:r>
            <a:r>
              <a:rPr lang="en-US" altLang="en-US" sz="1600" b="1" dirty="0">
                <a:latin typeface="宋体" charset="-122"/>
              </a:rPr>
              <a:t>2</a:t>
            </a:r>
            <a:r>
              <a:rPr lang="en-US" altLang="zh-CN" sz="1600" b="1" dirty="0">
                <a:latin typeface="宋体" charset="-122"/>
                <a:sym typeface="Symbol" charset="2"/>
              </a:rPr>
              <a:t></a:t>
            </a:r>
            <a:r>
              <a:rPr kumimoji="0" lang="en-US" altLang="zh-CN" sz="1600" b="1" dirty="0">
                <a:latin typeface="宋体" charset="-122"/>
              </a:rPr>
              <a:t>)</a:t>
            </a:r>
          </a:p>
        </p:txBody>
      </p:sp>
      <p:grpSp>
        <p:nvGrpSpPr>
          <p:cNvPr id="52" name="Group 50">
            <a:extLst>
              <a:ext uri="{FF2B5EF4-FFF2-40B4-BE49-F238E27FC236}">
                <a16:creationId xmlns:a16="http://schemas.microsoft.com/office/drawing/2014/main" id="{E03487A4-E6A9-141B-1061-25DD60AA6DAD}"/>
              </a:ext>
            </a:extLst>
          </p:cNvPr>
          <p:cNvGrpSpPr>
            <a:grpSpLocks/>
          </p:cNvGrpSpPr>
          <p:nvPr/>
        </p:nvGrpSpPr>
        <p:grpSpPr bwMode="auto">
          <a:xfrm>
            <a:off x="2718847" y="4487827"/>
            <a:ext cx="392113" cy="449263"/>
            <a:chOff x="1124" y="2426"/>
            <a:chExt cx="247" cy="283"/>
          </a:xfrm>
        </p:grpSpPr>
        <p:sp>
          <p:nvSpPr>
            <p:cNvPr id="53" name="Text Box 51">
              <a:extLst>
                <a:ext uri="{FF2B5EF4-FFF2-40B4-BE49-F238E27FC236}">
                  <a16:creationId xmlns:a16="http://schemas.microsoft.com/office/drawing/2014/main" id="{4536DC89-D1B1-96DB-DD93-49946C478A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9" y="2426"/>
              <a:ext cx="18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600" b="1" i="0" dirty="0">
                  <a:latin typeface="宋体" charset="-122"/>
                </a:rPr>
                <a:t>2</a:t>
              </a:r>
              <a:endParaRPr kumimoji="0" lang="en-US" altLang="zh-CN" sz="1400" b="1" i="0" dirty="0">
                <a:latin typeface="宋体" charset="-122"/>
              </a:endParaRPr>
            </a:p>
          </p:txBody>
        </p:sp>
        <p:sp>
          <p:nvSpPr>
            <p:cNvPr id="54" name="Text Box 52">
              <a:extLst>
                <a:ext uri="{FF2B5EF4-FFF2-40B4-BE49-F238E27FC236}">
                  <a16:creationId xmlns:a16="http://schemas.microsoft.com/office/drawing/2014/main" id="{DE792CDB-D522-2A6B-DC60-2954D6719F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4" y="2536"/>
              <a:ext cx="21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200" i="0">
                  <a:solidFill>
                    <a:srgbClr val="CC00CC"/>
                  </a:solidFill>
                  <a:latin typeface="Times New Roman" charset="0"/>
                </a:rPr>
                <a:t>●</a:t>
              </a:r>
            </a:p>
          </p:txBody>
        </p:sp>
      </p:grpSp>
      <p:grpSp>
        <p:nvGrpSpPr>
          <p:cNvPr id="55" name="Group 53">
            <a:extLst>
              <a:ext uri="{FF2B5EF4-FFF2-40B4-BE49-F238E27FC236}">
                <a16:creationId xmlns:a16="http://schemas.microsoft.com/office/drawing/2014/main" id="{8758D49D-9545-A734-906C-DF9A2B98F871}"/>
              </a:ext>
            </a:extLst>
          </p:cNvPr>
          <p:cNvGrpSpPr>
            <a:grpSpLocks/>
          </p:cNvGrpSpPr>
          <p:nvPr/>
        </p:nvGrpSpPr>
        <p:grpSpPr bwMode="auto">
          <a:xfrm>
            <a:off x="2718847" y="5124410"/>
            <a:ext cx="336550" cy="496887"/>
            <a:chOff x="1124" y="2827"/>
            <a:chExt cx="212" cy="313"/>
          </a:xfrm>
        </p:grpSpPr>
        <p:sp>
          <p:nvSpPr>
            <p:cNvPr id="56" name="Text Box 54">
              <a:extLst>
                <a:ext uri="{FF2B5EF4-FFF2-40B4-BE49-F238E27FC236}">
                  <a16:creationId xmlns:a16="http://schemas.microsoft.com/office/drawing/2014/main" id="{8D527EED-0DE2-DBEB-6991-7654F2EC89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0" y="289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b="1" i="0">
                  <a:latin typeface="宋体" charset="-122"/>
                </a:rPr>
                <a:t>1</a:t>
              </a:r>
              <a:endParaRPr kumimoji="0" lang="en-US" altLang="zh-CN" b="1" i="0">
                <a:latin typeface="宋体" charset="-122"/>
              </a:endParaRPr>
            </a:p>
          </p:txBody>
        </p:sp>
        <p:sp>
          <p:nvSpPr>
            <p:cNvPr id="57" name="Text Box 55">
              <a:extLst>
                <a:ext uri="{FF2B5EF4-FFF2-40B4-BE49-F238E27FC236}">
                  <a16:creationId xmlns:a16="http://schemas.microsoft.com/office/drawing/2014/main" id="{7D7FFC50-1D50-64DD-4BCD-905A318E63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4" y="2827"/>
              <a:ext cx="21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200" i="0">
                  <a:solidFill>
                    <a:srgbClr val="CC00CC"/>
                  </a:solidFill>
                  <a:latin typeface="Times New Roman" charset="0"/>
                </a:rPr>
                <a:t>●</a:t>
              </a:r>
            </a:p>
          </p:txBody>
        </p:sp>
      </p:grpSp>
      <p:sp>
        <p:nvSpPr>
          <p:cNvPr id="58" name="Text Box 56">
            <a:extLst>
              <a:ext uri="{FF2B5EF4-FFF2-40B4-BE49-F238E27FC236}">
                <a16:creationId xmlns:a16="http://schemas.microsoft.com/office/drawing/2014/main" id="{28C06E90-923F-96EE-B8B5-B0667B62B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8847" y="3265447"/>
            <a:ext cx="3365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1200" i="0" dirty="0">
                <a:solidFill>
                  <a:srgbClr val="CC00CC"/>
                </a:solidFill>
                <a:latin typeface="Times New Roman" charset="0"/>
              </a:rPr>
              <a:t>●</a:t>
            </a:r>
          </a:p>
        </p:txBody>
      </p:sp>
      <p:sp>
        <p:nvSpPr>
          <p:cNvPr id="59" name="Freeform 12">
            <a:extLst>
              <a:ext uri="{FF2B5EF4-FFF2-40B4-BE49-F238E27FC236}">
                <a16:creationId xmlns:a16="http://schemas.microsoft.com/office/drawing/2014/main" id="{479D5100-7977-24BC-5664-81F56F9B14CD}"/>
              </a:ext>
            </a:extLst>
          </p:cNvPr>
          <p:cNvSpPr>
            <a:spLocks/>
          </p:cNvSpPr>
          <p:nvPr/>
        </p:nvSpPr>
        <p:spPr bwMode="auto">
          <a:xfrm>
            <a:off x="3490372" y="2908260"/>
            <a:ext cx="336550" cy="179387"/>
          </a:xfrm>
          <a:custGeom>
            <a:avLst/>
            <a:gdLst>
              <a:gd name="T0" fmla="*/ 0 w 212"/>
              <a:gd name="T1" fmla="*/ 113 h 113"/>
              <a:gd name="T2" fmla="*/ 212 w 212"/>
              <a:gd name="T3" fmla="*/ 0 h 11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12" h="113">
                <a:moveTo>
                  <a:pt x="0" y="113"/>
                </a:moveTo>
                <a:lnTo>
                  <a:pt x="212" y="0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08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75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75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75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75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8" grpId="0" autoUpdateAnimBg="0"/>
      <p:bldP spid="9" grpId="0" autoUpdateAnimBg="0"/>
      <p:bldP spid="10" grpId="0" build="p" autoUpdateAnimBg="0"/>
      <p:bldP spid="11" grpId="0" build="p" autoUpdateAnimBg="0"/>
      <p:bldP spid="12" grpId="0" build="p" autoUpdateAnimBg="0"/>
      <p:bldP spid="13" grpId="0" animBg="1"/>
      <p:bldP spid="14" grpId="0" animBg="1"/>
      <p:bldP spid="15" grpId="0" animBg="1" autoUpdateAnimBg="0"/>
      <p:bldP spid="43" grpId="0" animBg="1"/>
      <p:bldP spid="50" grpId="0" animBg="1"/>
      <p:bldP spid="51" grpId="0" build="p" autoUpdateAnimBg="0"/>
      <p:bldP spid="58" grpId="0" build="p" autoUpdateAnimBg="0"/>
      <p:bldP spid="5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2E7178-DAC6-4BCE-8A51-08E96D4C6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E30BD-BD29-5544-9B3C-165C75F87F21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A79AB9-1072-4C52-A42C-642BB3B15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62FAB-C454-4762-9785-48B747730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31</a:t>
            </a:fld>
            <a:endParaRPr 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D873516C-654F-D5D1-1662-59AA70C8B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6526" y="3242373"/>
            <a:ext cx="63350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en-US" sz="1400" b="1" i="0" dirty="0">
                <a:latin typeface="宋体" charset="-122"/>
              </a:rPr>
              <a:t>1</a:t>
            </a:r>
            <a:r>
              <a:rPr lang="en-US" altLang="zh-CN" sz="1400" b="1" i="0" dirty="0">
                <a:latin typeface="宋体" charset="-122"/>
                <a:sym typeface="Symbol" charset="2"/>
              </a:rPr>
              <a:t></a:t>
            </a:r>
            <a:r>
              <a:rPr kumimoji="0" lang="en-US" altLang="zh-CN" sz="1400" b="1" i="0" dirty="0">
                <a:latin typeface="宋体" charset="-122"/>
              </a:rPr>
              <a:t>(</a:t>
            </a:r>
            <a:r>
              <a:rPr lang="en-US" altLang="en-US" sz="1400" b="1" i="0" dirty="0">
                <a:latin typeface="宋体" charset="-122"/>
              </a:rPr>
              <a:t>2</a:t>
            </a:r>
            <a:r>
              <a:rPr lang="en-US" altLang="zh-CN" sz="1400" b="1" i="0" dirty="0">
                <a:latin typeface="宋体" charset="-122"/>
                <a:sym typeface="Symbol" charset="2"/>
              </a:rPr>
              <a:t></a:t>
            </a:r>
            <a:r>
              <a:rPr kumimoji="0" lang="en-US" altLang="zh-CN" sz="1400" b="1" i="0" dirty="0">
                <a:latin typeface="宋体" charset="-122"/>
              </a:rPr>
              <a:t>)</a:t>
            </a:r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DDCA98CB-028E-1F19-B0EE-DE7AE8C7D5F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1021" y="2017578"/>
            <a:ext cx="0" cy="28194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15EBDA97-944A-CBE1-69F1-C5CE6C158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6221" y="4455978"/>
            <a:ext cx="338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/>
              <a:t>k</a:t>
            </a:r>
            <a:endParaRPr kumimoji="0" lang="en-US" altLang="zh-CN" b="1" i="0">
              <a:latin typeface="Times New Roman" charset="0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029DAFD2-D210-B306-E78E-A1FD831B3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6621" y="4804712"/>
            <a:ext cx="1600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i="1"/>
              <a:t>m</a:t>
            </a:r>
            <a:r>
              <a:rPr kumimoji="0" lang="en-US" altLang="zh-CN" i="1">
                <a:latin typeface="Times New Roman" charset="0"/>
              </a:rPr>
              <a:t>(</a:t>
            </a:r>
            <a:r>
              <a:rPr lang="en-US" altLang="zh-CN" i="1"/>
              <a:t>n</a:t>
            </a:r>
            <a:r>
              <a:rPr kumimoji="0" lang="en-US" altLang="zh-CN" i="1">
                <a:latin typeface="Times New Roman" charset="0"/>
              </a:rPr>
              <a:t>)</a:t>
            </a: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9B054486-366E-0128-BB48-86D50FF339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91821" y="4684578"/>
            <a:ext cx="1447800" cy="7620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0DE70FA7-F610-2C9E-3CF2-CBC3A4EFEE0E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1021" y="3312978"/>
            <a:ext cx="0" cy="1905000"/>
          </a:xfrm>
          <a:prstGeom prst="line">
            <a:avLst/>
          </a:prstGeom>
          <a:noFill/>
          <a:ln w="19050">
            <a:solidFill>
              <a:srgbClr val="CC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D03AC575-AED5-F9CE-18EA-AA8C77E0A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9671" y="3998778"/>
            <a:ext cx="338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/>
              <a:t>b</a:t>
            </a:r>
            <a:endParaRPr kumimoji="0" lang="en-US" altLang="zh-CN" b="1" i="0">
              <a:latin typeface="Times New Roman" charset="0"/>
            </a:endParaRPr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AAA22107-0E4F-36B9-84E5-5E1B61CA8601}"/>
              </a:ext>
            </a:extLst>
          </p:cNvPr>
          <p:cNvSpPr>
            <a:spLocks/>
          </p:cNvSpPr>
          <p:nvPr/>
        </p:nvSpPr>
        <p:spPr bwMode="auto">
          <a:xfrm>
            <a:off x="2060071" y="2687503"/>
            <a:ext cx="1489075" cy="777875"/>
          </a:xfrm>
          <a:custGeom>
            <a:avLst/>
            <a:gdLst>
              <a:gd name="T0" fmla="*/ 0 w 938"/>
              <a:gd name="T1" fmla="*/ 490 h 490"/>
              <a:gd name="T2" fmla="*/ 785 w 938"/>
              <a:gd name="T3" fmla="*/ 77 h 490"/>
              <a:gd name="T4" fmla="*/ 938 w 938"/>
              <a:gd name="T5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38" h="490">
                <a:moveTo>
                  <a:pt x="0" y="490"/>
                </a:moveTo>
                <a:lnTo>
                  <a:pt x="785" y="77"/>
                </a:lnTo>
                <a:lnTo>
                  <a:pt x="938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FC9D1F41-0B85-510A-B6BB-5697803C7C47}"/>
              </a:ext>
            </a:extLst>
          </p:cNvPr>
          <p:cNvSpPr>
            <a:spLocks/>
          </p:cNvSpPr>
          <p:nvPr/>
        </p:nvSpPr>
        <p:spPr bwMode="auto">
          <a:xfrm>
            <a:off x="3539621" y="2687503"/>
            <a:ext cx="1588" cy="1997075"/>
          </a:xfrm>
          <a:custGeom>
            <a:avLst/>
            <a:gdLst>
              <a:gd name="T0" fmla="*/ 0 w 1"/>
              <a:gd name="T1" fmla="*/ 1258 h 1258"/>
              <a:gd name="T2" fmla="*/ 0 w 1"/>
              <a:gd name="T3" fmla="*/ 0 h 125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258">
                <a:moveTo>
                  <a:pt x="0" y="1258"/>
                </a:moveTo>
                <a:lnTo>
                  <a:pt x="0" y="0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" name="Line 11">
            <a:extLst>
              <a:ext uri="{FF2B5EF4-FFF2-40B4-BE49-F238E27FC236}">
                <a16:creationId xmlns:a16="http://schemas.microsoft.com/office/drawing/2014/main" id="{BB4563FF-EDA0-FC5F-497B-89A900E7BF6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0021" y="4303578"/>
            <a:ext cx="1219200" cy="76200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34F9C95A-427A-C8CD-F0B0-D8260AA4B7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0209" y="4708390"/>
            <a:ext cx="300037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en-US" altLang="zh-CN" sz="900" b="1" i="0">
                <a:solidFill>
                  <a:srgbClr val="FF0000"/>
                </a:solidFill>
                <a:latin typeface="Times New Roman" charset="0"/>
              </a:rPr>
              <a:t>●</a:t>
            </a:r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C56FD6F6-CB55-ABCF-AF78-999C17E3578C}"/>
              </a:ext>
            </a:extLst>
          </p:cNvPr>
          <p:cNvSpPr>
            <a:spLocks/>
          </p:cNvSpPr>
          <p:nvPr/>
        </p:nvSpPr>
        <p:spPr bwMode="auto">
          <a:xfrm>
            <a:off x="1733046" y="4078153"/>
            <a:ext cx="2779713" cy="1587"/>
          </a:xfrm>
          <a:custGeom>
            <a:avLst/>
            <a:gdLst>
              <a:gd name="T0" fmla="*/ 0 w 1751"/>
              <a:gd name="T1" fmla="*/ 0 h 1"/>
              <a:gd name="T2" fmla="*/ 1751 w 1751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751" h="1">
                <a:moveTo>
                  <a:pt x="0" y="0"/>
                </a:moveTo>
                <a:lnTo>
                  <a:pt x="1751" y="0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BF04B9EF-66D8-DB80-9C33-A87232194F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91821" y="3160578"/>
            <a:ext cx="2057400" cy="30480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DB36C918-3461-F3FF-9850-59B5A312F8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91821" y="2169978"/>
            <a:ext cx="838200" cy="129540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4E07A87E-43F2-E158-DDB2-6E14240D12DA}"/>
              </a:ext>
            </a:extLst>
          </p:cNvPr>
          <p:cNvSpPr>
            <a:spLocks/>
          </p:cNvSpPr>
          <p:nvPr/>
        </p:nvSpPr>
        <p:spPr bwMode="auto">
          <a:xfrm>
            <a:off x="2930021" y="2169978"/>
            <a:ext cx="1211263" cy="1003300"/>
          </a:xfrm>
          <a:custGeom>
            <a:avLst/>
            <a:gdLst>
              <a:gd name="T0" fmla="*/ 0 w 763"/>
              <a:gd name="T1" fmla="*/ 0 h 632"/>
              <a:gd name="T2" fmla="*/ 763 w 763"/>
              <a:gd name="T3" fmla="*/ 632 h 63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63" h="632">
                <a:moveTo>
                  <a:pt x="0" y="0"/>
                </a:moveTo>
                <a:lnTo>
                  <a:pt x="763" y="632"/>
                </a:lnTo>
              </a:path>
            </a:pathLst>
          </a:custGeom>
          <a:noFill/>
          <a:ln w="38100" cap="flat" cmpd="sng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AF1D5034-CCBA-E630-837C-E41A9834084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1821" y="3465378"/>
            <a:ext cx="0" cy="1981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0D854791-C72C-8787-3176-8274A5E158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0021" y="2169978"/>
            <a:ext cx="0" cy="21336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" name="Line 19">
            <a:extLst>
              <a:ext uri="{FF2B5EF4-FFF2-40B4-BE49-F238E27FC236}">
                <a16:creationId xmlns:a16="http://schemas.microsoft.com/office/drawing/2014/main" id="{B8FD8EFE-A581-84FC-43FF-7A9307B2BD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9221" y="3160578"/>
            <a:ext cx="0" cy="19050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7D4FFC1B-A39B-435F-EDD3-3EAFF47353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91821" y="4303578"/>
            <a:ext cx="838200" cy="114300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66FFFF3A-5E72-580E-AAB7-C4B5107889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91821" y="5065578"/>
            <a:ext cx="2057400" cy="38100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39EEADA6-AA45-C966-5F46-061557181B33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1021" y="2027103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" name="Text Box 23">
            <a:extLst>
              <a:ext uri="{FF2B5EF4-FFF2-40B4-BE49-F238E27FC236}">
                <a16:creationId xmlns:a16="http://schemas.microsoft.com/office/drawing/2014/main" id="{BC40C708-AFDB-2FF1-F5E1-EE5B996E4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096" y="1680512"/>
            <a:ext cx="4251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m</a:t>
            </a:r>
            <a:r>
              <a:rPr lang="en-US" altLang="zh-CN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27" name="Text Box 24">
            <a:extLst>
              <a:ext uri="{FF2B5EF4-FFF2-40B4-BE49-F238E27FC236}">
                <a16:creationId xmlns:a16="http://schemas.microsoft.com/office/drawing/2014/main" id="{7EF67F8A-CD22-C807-4F3B-3D4E79234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384" y="3460615"/>
            <a:ext cx="42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/>
              <a:t>n</a:t>
            </a:r>
            <a:r>
              <a:rPr lang="en-US" altLang="zh-CN" b="1" i="0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28" name="Text Box 25">
            <a:extLst>
              <a:ext uri="{FF2B5EF4-FFF2-40B4-BE49-F238E27FC236}">
                <a16:creationId xmlns:a16="http://schemas.microsoft.com/office/drawing/2014/main" id="{F5C36DB0-C0B2-9636-ED25-D746415DF0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3821" y="2899712"/>
            <a:ext cx="3385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c</a:t>
            </a:r>
            <a:r>
              <a:rPr lang="en-US" altLang="zh-CN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29" name="Text Box 26">
            <a:extLst>
              <a:ext uri="{FF2B5EF4-FFF2-40B4-BE49-F238E27FC236}">
                <a16:creationId xmlns:a16="http://schemas.microsoft.com/office/drawing/2014/main" id="{730FEBEC-E596-2A72-D32F-4CAA29F90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7921" y="1890062"/>
            <a:ext cx="360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 dirty="0"/>
              <a:t>b</a:t>
            </a:r>
            <a:r>
              <a:rPr lang="en-US" altLang="zh-CN" i="1" dirty="0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30" name="Text Box 27">
            <a:extLst>
              <a:ext uri="{FF2B5EF4-FFF2-40B4-BE49-F238E27FC236}">
                <a16:creationId xmlns:a16="http://schemas.microsoft.com/office/drawing/2014/main" id="{0F88653B-08AA-E955-603E-F921A4A94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0509" y="3204512"/>
            <a:ext cx="360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a</a:t>
            </a:r>
            <a:r>
              <a:rPr lang="en-US" altLang="zh-CN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31" name="Text Box 28">
            <a:extLst>
              <a:ext uri="{FF2B5EF4-FFF2-40B4-BE49-F238E27FC236}">
                <a16:creationId xmlns:a16="http://schemas.microsoft.com/office/drawing/2014/main" id="{1D59AA5E-5882-D9EF-CEDA-F8DFBA0E7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1309" y="5261912"/>
            <a:ext cx="3064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a</a:t>
            </a:r>
            <a:endParaRPr kumimoji="0" lang="en-US" altLang="zh-CN" i="1">
              <a:latin typeface="Times New Roman" charset="0"/>
            </a:endParaRPr>
          </a:p>
        </p:txBody>
      </p:sp>
      <p:sp>
        <p:nvSpPr>
          <p:cNvPr id="32" name="Text Box 29">
            <a:extLst>
              <a:ext uri="{FF2B5EF4-FFF2-40B4-BE49-F238E27FC236}">
                <a16:creationId xmlns:a16="http://schemas.microsoft.com/office/drawing/2014/main" id="{CC874B40-E903-CB60-D957-F551AA137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296" y="4865523"/>
            <a:ext cx="29046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000" i="1">
                <a:latin typeface="Italic" charset="0"/>
              </a:rPr>
              <a:t>c</a:t>
            </a:r>
            <a:endParaRPr kumimoji="0" lang="en-US" altLang="zh-CN" i="1">
              <a:latin typeface="Times New Roman" charset="0"/>
            </a:endParaRPr>
          </a:p>
        </p:txBody>
      </p:sp>
      <p:sp>
        <p:nvSpPr>
          <p:cNvPr id="33" name="Line 30">
            <a:extLst>
              <a:ext uri="{FF2B5EF4-FFF2-40B4-BE49-F238E27FC236}">
                <a16:creationId xmlns:a16="http://schemas.microsoft.com/office/drawing/2014/main" id="{9C1600F9-16A4-F55D-A661-E0589D11B4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1021" y="2474778"/>
            <a:ext cx="0" cy="3238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4" name="Freeform 31">
            <a:extLst>
              <a:ext uri="{FF2B5EF4-FFF2-40B4-BE49-F238E27FC236}">
                <a16:creationId xmlns:a16="http://schemas.microsoft.com/office/drawing/2014/main" id="{824F0258-3D48-B988-4111-0B5D4FC09639}"/>
              </a:ext>
            </a:extLst>
          </p:cNvPr>
          <p:cNvSpPr>
            <a:spLocks/>
          </p:cNvSpPr>
          <p:nvPr/>
        </p:nvSpPr>
        <p:spPr bwMode="auto">
          <a:xfrm>
            <a:off x="3305465" y="2837422"/>
            <a:ext cx="7937" cy="407987"/>
          </a:xfrm>
          <a:custGeom>
            <a:avLst/>
            <a:gdLst>
              <a:gd name="T0" fmla="*/ 5 w 5"/>
              <a:gd name="T1" fmla="*/ 0 h 257"/>
              <a:gd name="T2" fmla="*/ 0 w 5"/>
              <a:gd name="T3" fmla="*/ 257 h 25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" h="257">
                <a:moveTo>
                  <a:pt x="5" y="0"/>
                </a:moveTo>
                <a:lnTo>
                  <a:pt x="0" y="257"/>
                </a:lnTo>
              </a:path>
            </a:pathLst>
          </a:custGeom>
          <a:noFill/>
          <a:ln w="38100" cmpd="sng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5" name="Text Box 32">
            <a:extLst>
              <a:ext uri="{FF2B5EF4-FFF2-40B4-BE49-F238E27FC236}">
                <a16:creationId xmlns:a16="http://schemas.microsoft.com/office/drawing/2014/main" id="{7749FE30-FBBE-AB10-553B-562719AF2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3495" y="758697"/>
            <a:ext cx="27238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kumimoji="0" lang="en-US" altLang="zh-CN" sz="2400" b="1" i="0" dirty="0">
                <a:latin typeface="Times New Roman" charset="0"/>
              </a:rPr>
              <a:t>⑵ </a:t>
            </a:r>
            <a:r>
              <a:rPr kumimoji="0" lang="zh-CN" altLang="en-US" sz="2400" b="1" i="0" dirty="0">
                <a:latin typeface="Times New Roman" charset="0"/>
              </a:rPr>
              <a:t>直线为特殊位置</a:t>
            </a:r>
          </a:p>
        </p:txBody>
      </p:sp>
      <p:sp>
        <p:nvSpPr>
          <p:cNvPr id="36" name="Text Box 33">
            <a:extLst>
              <a:ext uri="{FF2B5EF4-FFF2-40B4-BE49-F238E27FC236}">
                <a16:creationId xmlns:a16="http://schemas.microsoft.com/office/drawing/2014/main" id="{47E0E591-73E9-3877-9359-9634FAC94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5959" y="1731606"/>
            <a:ext cx="2698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zh-CN" altLang="en-US" sz="2800" b="1" i="0" dirty="0">
                <a:solidFill>
                  <a:srgbClr val="FF0000"/>
                </a:solidFill>
                <a:latin typeface="Times New Roman" charset="0"/>
              </a:rPr>
              <a:t>空间及投影分析</a:t>
            </a:r>
          </a:p>
        </p:txBody>
      </p:sp>
      <p:sp>
        <p:nvSpPr>
          <p:cNvPr id="37" name="Text Box 34">
            <a:extLst>
              <a:ext uri="{FF2B5EF4-FFF2-40B4-BE49-F238E27FC236}">
                <a16:creationId xmlns:a16="http://schemas.microsoft.com/office/drawing/2014/main" id="{CECF6EA9-7A03-EDB8-063A-4FF6ED56B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929" y="2298691"/>
            <a:ext cx="699197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kumimoji="0" lang="en-US" altLang="zh-CN" sz="2400" b="1" i="0" dirty="0">
                <a:solidFill>
                  <a:srgbClr val="003399"/>
                </a:solidFill>
                <a:latin typeface="宋体" charset="-122"/>
              </a:rPr>
              <a:t>    </a:t>
            </a:r>
            <a:r>
              <a:rPr kumimoji="0" lang="zh-CN" altLang="en-US" sz="2400" b="1" i="0" dirty="0">
                <a:solidFill>
                  <a:srgbClr val="003399"/>
                </a:solidFill>
                <a:latin typeface="宋体" charset="-122"/>
              </a:rPr>
              <a:t>直线</a:t>
            </a:r>
            <a:r>
              <a:rPr kumimoji="0" lang="en-US" altLang="zh-CN" sz="2400" b="1" i="0" dirty="0">
                <a:solidFill>
                  <a:srgbClr val="003399"/>
                </a:solidFill>
                <a:latin typeface="宋体" charset="-122"/>
              </a:rPr>
              <a:t>MN</a:t>
            </a:r>
            <a:r>
              <a:rPr kumimoji="0" lang="zh-CN" altLang="en-US" sz="2400" b="1" i="0" dirty="0">
                <a:solidFill>
                  <a:srgbClr val="003399"/>
                </a:solidFill>
                <a:latin typeface="宋体" charset="-122"/>
              </a:rPr>
              <a:t>为铅垂线，其水平投影积聚成一个点，故交点</a:t>
            </a:r>
            <a:r>
              <a:rPr kumimoji="0" lang="en-US" altLang="zh-CN" sz="2400" b="1" i="0" dirty="0">
                <a:solidFill>
                  <a:srgbClr val="003399"/>
                </a:solidFill>
                <a:latin typeface="宋体" charset="-122"/>
              </a:rPr>
              <a:t>K</a:t>
            </a:r>
            <a:r>
              <a:rPr kumimoji="0" lang="zh-CN" altLang="en-US" sz="2400" b="1" i="0" dirty="0">
                <a:solidFill>
                  <a:srgbClr val="003399"/>
                </a:solidFill>
                <a:latin typeface="宋体" charset="-122"/>
              </a:rPr>
              <a:t>的水平投影也积聚在该点上。</a:t>
            </a:r>
          </a:p>
        </p:txBody>
      </p:sp>
      <p:sp>
        <p:nvSpPr>
          <p:cNvPr id="38" name="Text Box 35">
            <a:extLst>
              <a:ext uri="{FF2B5EF4-FFF2-40B4-BE49-F238E27FC236}">
                <a16:creationId xmlns:a16="http://schemas.microsoft.com/office/drawing/2014/main" id="{62A976A1-4439-62CF-DA5E-3A369CE7D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4507" y="3832338"/>
            <a:ext cx="15712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kumimoji="0" lang="en-US" altLang="zh-CN" sz="2400" b="1" i="0">
                <a:latin typeface="宋体" charset="-122"/>
              </a:rPr>
              <a:t>① </a:t>
            </a:r>
            <a:r>
              <a:rPr kumimoji="0" lang="zh-CN" altLang="en-US" sz="2400" b="1" i="0">
                <a:latin typeface="宋体" charset="-122"/>
              </a:rPr>
              <a:t>求交点</a:t>
            </a:r>
          </a:p>
        </p:txBody>
      </p:sp>
      <p:sp>
        <p:nvSpPr>
          <p:cNvPr id="39" name="Text Box 36">
            <a:extLst>
              <a:ext uri="{FF2B5EF4-FFF2-40B4-BE49-F238E27FC236}">
                <a16:creationId xmlns:a16="http://schemas.microsoft.com/office/drawing/2014/main" id="{258CF165-5C7C-545D-9842-62474DE3F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4507" y="4392726"/>
            <a:ext cx="21868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kumimoji="0" lang="en-US" altLang="zh-CN" sz="2400" b="1" i="0">
                <a:latin typeface="宋体" charset="-122"/>
              </a:rPr>
              <a:t>② </a:t>
            </a:r>
            <a:r>
              <a:rPr kumimoji="0" lang="zh-CN" altLang="en-US" sz="2400" b="1" i="0">
                <a:latin typeface="宋体" charset="-122"/>
              </a:rPr>
              <a:t>判别可见性</a:t>
            </a:r>
          </a:p>
        </p:txBody>
      </p:sp>
      <p:sp>
        <p:nvSpPr>
          <p:cNvPr id="40" name="Text Box 37">
            <a:extLst>
              <a:ext uri="{FF2B5EF4-FFF2-40B4-BE49-F238E27FC236}">
                <a16:creationId xmlns:a16="http://schemas.microsoft.com/office/drawing/2014/main" id="{68CFE2A8-C2E3-86ED-16BB-0051A5697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4010" y="4990112"/>
            <a:ext cx="651878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kumimoji="0" lang="en-US" altLang="zh-CN" sz="2400" b="1" i="0" dirty="0">
                <a:solidFill>
                  <a:srgbClr val="003399"/>
                </a:solidFill>
                <a:latin typeface="宋体" charset="-122"/>
              </a:rPr>
              <a:t>    </a:t>
            </a:r>
            <a:r>
              <a:rPr kumimoji="0" lang="zh-CN" altLang="en-US" sz="2400" b="1" i="0" dirty="0">
                <a:solidFill>
                  <a:srgbClr val="003399"/>
                </a:solidFill>
                <a:latin typeface="宋体" charset="-122"/>
              </a:rPr>
              <a:t>点</a:t>
            </a:r>
            <a:r>
              <a:rPr kumimoji="0" lang="en-US" altLang="zh-CN" sz="2400" b="1" i="0" dirty="0">
                <a:solidFill>
                  <a:srgbClr val="003399"/>
                </a:solidFill>
                <a:latin typeface="宋体" charset="-122"/>
              </a:rPr>
              <a:t>Ⅰ</a:t>
            </a:r>
            <a:r>
              <a:rPr kumimoji="0" lang="zh-CN" altLang="en-US" sz="2400" b="1" i="0" dirty="0">
                <a:solidFill>
                  <a:srgbClr val="003399"/>
                </a:solidFill>
                <a:latin typeface="宋体" charset="-122"/>
              </a:rPr>
              <a:t>位于平面上，在前；点</a:t>
            </a:r>
            <a:r>
              <a:rPr kumimoji="0" lang="en-US" altLang="zh-CN" sz="2400" b="1" i="0" dirty="0">
                <a:solidFill>
                  <a:srgbClr val="003399"/>
                </a:solidFill>
                <a:latin typeface="宋体" charset="-122"/>
              </a:rPr>
              <a:t>Ⅱ</a:t>
            </a:r>
            <a:r>
              <a:rPr kumimoji="0" lang="zh-CN" altLang="en-US" sz="2400" b="1" i="0" dirty="0">
                <a:solidFill>
                  <a:srgbClr val="003399"/>
                </a:solidFill>
                <a:latin typeface="宋体" charset="-122"/>
              </a:rPr>
              <a:t>位于</a:t>
            </a:r>
            <a:r>
              <a:rPr kumimoji="0" lang="en-US" altLang="zh-CN" sz="2400" b="1" i="0" dirty="0">
                <a:solidFill>
                  <a:srgbClr val="003399"/>
                </a:solidFill>
                <a:latin typeface="宋体" charset="-122"/>
              </a:rPr>
              <a:t>MN</a:t>
            </a:r>
            <a:r>
              <a:rPr kumimoji="0" lang="zh-CN" altLang="en-US" sz="2400" b="1" i="0" dirty="0">
                <a:solidFill>
                  <a:srgbClr val="003399"/>
                </a:solidFill>
                <a:latin typeface="宋体" charset="-122"/>
              </a:rPr>
              <a:t>上，在后。故</a:t>
            </a:r>
            <a:r>
              <a:rPr lang="en-US" altLang="zh-CN" sz="2400" dirty="0">
                <a:solidFill>
                  <a:srgbClr val="FF3300"/>
                </a:solidFill>
                <a:latin typeface="宋体" charset="-122"/>
              </a:rPr>
              <a:t>k</a:t>
            </a:r>
            <a:r>
              <a:rPr lang="en-US" altLang="zh-CN" sz="2400" b="1" i="0" dirty="0">
                <a:solidFill>
                  <a:srgbClr val="FF3300"/>
                </a:solidFill>
                <a:latin typeface="宋体" charset="-122"/>
                <a:sym typeface="Symbol" charset="2"/>
              </a:rPr>
              <a:t></a:t>
            </a:r>
            <a:r>
              <a:rPr lang="en-US" altLang="zh-CN" sz="2400" b="1" i="0" dirty="0">
                <a:solidFill>
                  <a:srgbClr val="FF3300"/>
                </a:solidFill>
                <a:latin typeface="宋体" charset="-122"/>
              </a:rPr>
              <a:t>2</a:t>
            </a:r>
            <a:r>
              <a:rPr lang="en-US" altLang="zh-CN" sz="2400" b="1" i="0" dirty="0">
                <a:solidFill>
                  <a:srgbClr val="FF3300"/>
                </a:solidFill>
                <a:latin typeface="宋体" charset="-122"/>
                <a:sym typeface="Symbol" charset="2"/>
              </a:rPr>
              <a:t></a:t>
            </a:r>
            <a:r>
              <a:rPr kumimoji="0" lang="zh-CN" altLang="en-US" sz="2400" b="1" i="0" dirty="0">
                <a:solidFill>
                  <a:srgbClr val="003399"/>
                </a:solidFill>
                <a:latin typeface="宋体" charset="-122"/>
              </a:rPr>
              <a:t>为不可见。</a:t>
            </a:r>
          </a:p>
        </p:txBody>
      </p:sp>
      <p:grpSp>
        <p:nvGrpSpPr>
          <p:cNvPr id="41" name="Group 38">
            <a:extLst>
              <a:ext uri="{FF2B5EF4-FFF2-40B4-BE49-F238E27FC236}">
                <a16:creationId xmlns:a16="http://schemas.microsoft.com/office/drawing/2014/main" id="{F0E0F1C7-3AC8-0BD7-47D0-7B68807FBFF6}"/>
              </a:ext>
            </a:extLst>
          </p:cNvPr>
          <p:cNvGrpSpPr>
            <a:grpSpLocks/>
          </p:cNvGrpSpPr>
          <p:nvPr/>
        </p:nvGrpSpPr>
        <p:grpSpPr bwMode="auto">
          <a:xfrm>
            <a:off x="2957009" y="2519228"/>
            <a:ext cx="503237" cy="412750"/>
            <a:chOff x="1268" y="1564"/>
            <a:chExt cx="317" cy="260"/>
          </a:xfrm>
        </p:grpSpPr>
        <p:sp>
          <p:nvSpPr>
            <p:cNvPr id="42" name="Text Box 39">
              <a:extLst>
                <a:ext uri="{FF2B5EF4-FFF2-40B4-BE49-F238E27FC236}">
                  <a16:creationId xmlns:a16="http://schemas.microsoft.com/office/drawing/2014/main" id="{0E6F8D62-4D3E-1761-A756-16ECD561C7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8" y="1564"/>
              <a:ext cx="22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k</a:t>
              </a:r>
              <a:r>
                <a:rPr lang="en-US" altLang="zh-CN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43" name="Text Box 40">
              <a:extLst>
                <a:ext uri="{FF2B5EF4-FFF2-40B4-BE49-F238E27FC236}">
                  <a16:creationId xmlns:a16="http://schemas.microsoft.com/office/drawing/2014/main" id="{88882091-A15F-1E23-7B09-634157A384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6" y="1680"/>
              <a:ext cx="189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kumimoji="0" lang="en-US" altLang="zh-CN" sz="900" dirty="0">
                  <a:solidFill>
                    <a:srgbClr val="FF0000"/>
                  </a:solidFill>
                  <a:latin typeface="Times New Roman" charset="0"/>
                </a:rPr>
                <a:t>●</a:t>
              </a:r>
              <a:endParaRPr kumimoji="0" lang="en-US" altLang="zh-CN" dirty="0">
                <a:latin typeface="Times New Roman" charset="0"/>
              </a:endParaRPr>
            </a:p>
          </p:txBody>
        </p:sp>
      </p:grpSp>
      <p:sp>
        <p:nvSpPr>
          <p:cNvPr id="44" name="Line 41">
            <a:extLst>
              <a:ext uri="{FF2B5EF4-FFF2-40B4-BE49-F238E27FC236}">
                <a16:creationId xmlns:a16="http://schemas.microsoft.com/office/drawing/2014/main" id="{472AD49E-DE78-5014-A8F9-6667066035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05464" y="2805821"/>
            <a:ext cx="7938" cy="560288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grpSp>
        <p:nvGrpSpPr>
          <p:cNvPr id="45" name="Group 42">
            <a:extLst>
              <a:ext uri="{FF2B5EF4-FFF2-40B4-BE49-F238E27FC236}">
                <a16:creationId xmlns:a16="http://schemas.microsoft.com/office/drawing/2014/main" id="{8A99A3EF-08E4-F145-0749-8E3073F97A55}"/>
              </a:ext>
            </a:extLst>
          </p:cNvPr>
          <p:cNvGrpSpPr>
            <a:grpSpLocks/>
          </p:cNvGrpSpPr>
          <p:nvPr/>
        </p:nvGrpSpPr>
        <p:grpSpPr bwMode="auto">
          <a:xfrm>
            <a:off x="3157036" y="4692522"/>
            <a:ext cx="481013" cy="338138"/>
            <a:chOff x="1406" y="2419"/>
            <a:chExt cx="303" cy="213"/>
          </a:xfrm>
        </p:grpSpPr>
        <p:sp>
          <p:nvSpPr>
            <p:cNvPr id="46" name="Text Box 43">
              <a:extLst>
                <a:ext uri="{FF2B5EF4-FFF2-40B4-BE49-F238E27FC236}">
                  <a16:creationId xmlns:a16="http://schemas.microsoft.com/office/drawing/2014/main" id="{A9CF4DA6-183A-A6D0-783D-EBF9921EEF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0" y="2419"/>
              <a:ext cx="21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kumimoji="0" lang="en-US" altLang="zh-CN" sz="1600" b="1" i="0">
                  <a:latin typeface="宋体" charset="-122"/>
                </a:rPr>
                <a:t>2</a:t>
              </a:r>
              <a:r>
                <a:rPr kumimoji="0" lang="en-US" altLang="zh-CN" sz="1600" b="1" i="0">
                  <a:latin typeface="ISOCP" charset="0"/>
                </a:rPr>
                <a:t> </a:t>
              </a:r>
            </a:p>
          </p:txBody>
        </p:sp>
        <p:sp>
          <p:nvSpPr>
            <p:cNvPr id="47" name="Text Box 44">
              <a:extLst>
                <a:ext uri="{FF2B5EF4-FFF2-40B4-BE49-F238E27FC236}">
                  <a16:creationId xmlns:a16="http://schemas.microsoft.com/office/drawing/2014/main" id="{6EDF0F8C-1FC0-D222-832B-B27785E1B8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6" y="2424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i="0">
                  <a:solidFill>
                    <a:srgbClr val="CC00CC"/>
                  </a:solidFill>
                  <a:latin typeface="ISOCP" charset="0"/>
                </a:rPr>
                <a:t>●</a:t>
              </a:r>
            </a:p>
          </p:txBody>
        </p:sp>
      </p:grpSp>
      <p:grpSp>
        <p:nvGrpSpPr>
          <p:cNvPr id="48" name="Group 45">
            <a:extLst>
              <a:ext uri="{FF2B5EF4-FFF2-40B4-BE49-F238E27FC236}">
                <a16:creationId xmlns:a16="http://schemas.microsoft.com/office/drawing/2014/main" id="{4CC2BFF5-628F-AC25-658B-12ED4F599C0A}"/>
              </a:ext>
            </a:extLst>
          </p:cNvPr>
          <p:cNvGrpSpPr>
            <a:grpSpLocks/>
          </p:cNvGrpSpPr>
          <p:nvPr/>
        </p:nvGrpSpPr>
        <p:grpSpPr bwMode="auto">
          <a:xfrm>
            <a:off x="3164974" y="5079869"/>
            <a:ext cx="325438" cy="490538"/>
            <a:chOff x="1396" y="2678"/>
            <a:chExt cx="205" cy="309"/>
          </a:xfrm>
        </p:grpSpPr>
        <p:sp>
          <p:nvSpPr>
            <p:cNvPr id="49" name="Text Box 46">
              <a:extLst>
                <a:ext uri="{FF2B5EF4-FFF2-40B4-BE49-F238E27FC236}">
                  <a16:creationId xmlns:a16="http://schemas.microsoft.com/office/drawing/2014/main" id="{1E80344D-9DB1-566A-D6C1-D646B5911B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3" y="2735"/>
              <a:ext cx="19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kumimoji="0" lang="en-US" altLang="zh-CN" sz="2000" i="0" dirty="0">
                  <a:latin typeface="ISOCPEUR" charset="0"/>
                </a:rPr>
                <a:t>1</a:t>
              </a:r>
              <a:endParaRPr kumimoji="0" lang="en-US" altLang="zh-CN" sz="2000" i="0" dirty="0">
                <a:latin typeface="ISOCP" charset="0"/>
              </a:endParaRPr>
            </a:p>
          </p:txBody>
        </p:sp>
        <p:sp>
          <p:nvSpPr>
            <p:cNvPr id="50" name="Text Box 47">
              <a:extLst>
                <a:ext uri="{FF2B5EF4-FFF2-40B4-BE49-F238E27FC236}">
                  <a16:creationId xmlns:a16="http://schemas.microsoft.com/office/drawing/2014/main" id="{52554CDD-17BC-4E29-9F58-CB2CDF74C4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6" y="2678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i="0">
                  <a:solidFill>
                    <a:srgbClr val="CC00CC"/>
                  </a:solidFill>
                  <a:latin typeface="ISOCP" charset="0"/>
                </a:rPr>
                <a:t>●</a:t>
              </a:r>
            </a:p>
          </p:txBody>
        </p:sp>
      </p:grpSp>
      <p:sp>
        <p:nvSpPr>
          <p:cNvPr id="51" name="Text Box 48">
            <a:extLst>
              <a:ext uri="{FF2B5EF4-FFF2-40B4-BE49-F238E27FC236}">
                <a16:creationId xmlns:a16="http://schemas.microsoft.com/office/drawing/2014/main" id="{DB5D15CB-D974-4C34-D1F6-3DB3B895B5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4882" y="3334772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b="1" i="0" dirty="0">
                <a:solidFill>
                  <a:srgbClr val="FF3300"/>
                </a:solidFill>
                <a:latin typeface="Times New Roman" charset="0"/>
              </a:rPr>
              <a:t>作图</a:t>
            </a:r>
          </a:p>
        </p:txBody>
      </p:sp>
      <p:sp>
        <p:nvSpPr>
          <p:cNvPr id="52" name="AutoShape 49">
            <a:extLst>
              <a:ext uri="{FF2B5EF4-FFF2-40B4-BE49-F238E27FC236}">
                <a16:creationId xmlns:a16="http://schemas.microsoft.com/office/drawing/2014/main" id="{1F0C7B7B-0D18-EC32-8BA8-5F9283A15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782" y="3479765"/>
            <a:ext cx="2746375" cy="619125"/>
          </a:xfrm>
          <a:prstGeom prst="wedgeEllipseCallout">
            <a:avLst>
              <a:gd name="adj1" fmla="val -56278"/>
              <a:gd name="adj2" fmla="val 53333"/>
            </a:avLst>
          </a:prstGeom>
          <a:solidFill>
            <a:srgbClr val="FF99FF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b="1" i="0">
                <a:latin typeface="Times New Roman" charset="0"/>
              </a:rPr>
              <a:t>用面上取点法</a:t>
            </a:r>
          </a:p>
        </p:txBody>
      </p:sp>
      <p:sp>
        <p:nvSpPr>
          <p:cNvPr id="53" name="Line 50">
            <a:extLst>
              <a:ext uri="{FF2B5EF4-FFF2-40B4-BE49-F238E27FC236}">
                <a16:creationId xmlns:a16="http://schemas.microsoft.com/office/drawing/2014/main" id="{58319EF6-3F0D-1119-B1C8-4F44315BBB2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1021" y="3284403"/>
            <a:ext cx="0" cy="35718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" name="Text Box 51">
            <a:extLst>
              <a:ext uri="{FF2B5EF4-FFF2-40B4-BE49-F238E27FC236}">
                <a16:creationId xmlns:a16="http://schemas.microsoft.com/office/drawing/2014/main" id="{82EB5000-0D7F-D9DA-E893-715AE189B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5446" y="3163753"/>
            <a:ext cx="3111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1000" i="0">
                <a:solidFill>
                  <a:srgbClr val="CC00CC"/>
                </a:solidFill>
                <a:latin typeface="Times New Roman" charset="0"/>
              </a:rPr>
              <a:t>●</a:t>
            </a:r>
          </a:p>
        </p:txBody>
      </p:sp>
    </p:spTree>
    <p:extLst>
      <p:ext uri="{BB962C8B-B14F-4D97-AF65-F5344CB8AC3E}">
        <p14:creationId xmlns:p14="http://schemas.microsoft.com/office/powerpoint/2010/main" val="19382720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5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75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75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75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7" grpId="0" autoUpdateAnimBg="0"/>
      <p:bldP spid="9" grpId="0" animBg="1"/>
      <p:bldP spid="10" grpId="0" animBg="1"/>
      <p:bldP spid="12" grpId="0" animBg="1"/>
      <p:bldP spid="13" grpId="0" animBg="1"/>
      <p:bldP spid="33" grpId="0" animBg="1"/>
      <p:bldP spid="34" grpId="0" animBg="1"/>
      <p:bldP spid="36" grpId="0" autoUpdateAnimBg="0"/>
      <p:bldP spid="37" grpId="0" autoUpdateAnimBg="0"/>
      <p:bldP spid="38" grpId="0" build="p" autoUpdateAnimBg="0"/>
      <p:bldP spid="39" grpId="0" build="p" autoUpdateAnimBg="0"/>
      <p:bldP spid="40" grpId="0" autoUpdateAnimBg="0"/>
      <p:bldP spid="44" grpId="0" animBg="1"/>
      <p:bldP spid="51" grpId="0" build="p" autoUpdateAnimBg="0"/>
      <p:bldP spid="52" grpId="0" animBg="1" autoUpdateAnimBg="0"/>
      <p:bldP spid="54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A7814C-88B0-9D57-0041-F653855B7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3C2BF-BCFD-8344-A108-1E5A4B7F7054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01FE9C-73A8-EE3A-CC2C-B6F4B7ED6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F99035-AADC-1C2D-8444-13A6674AB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32</a:t>
            </a:fld>
            <a:endParaRPr 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248F8805-9D48-AFEF-FC7A-BBE22F61D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164" y="728155"/>
            <a:ext cx="333777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Times New Roman" charset="0"/>
              </a:rPr>
              <a:t>⒉  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charset="0"/>
              </a:rPr>
              <a:t>两平面相交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Times New Roman" charset="0"/>
              </a:rPr>
              <a:t>(P58)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Times New Roman" charset="0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C8E0FF99-18B1-2291-E45F-AC0B982136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285" y="1273878"/>
            <a:ext cx="1072451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kumimoji="0" lang="en-US" altLang="zh-CN" sz="2400" b="1" i="0" dirty="0">
                <a:latin typeface="宋体" charset="-122"/>
              </a:rPr>
              <a:t>    </a:t>
            </a:r>
            <a:r>
              <a:rPr kumimoji="0" lang="zh-CN" altLang="en-US" sz="2400" b="1" i="0" dirty="0">
                <a:latin typeface="宋体" charset="-122"/>
              </a:rPr>
              <a:t>两平面相交其交线为直线，</a:t>
            </a:r>
            <a:r>
              <a:rPr kumimoji="0" lang="zh-CN" altLang="en-US" sz="2400" b="1" i="0" dirty="0">
                <a:solidFill>
                  <a:srgbClr val="C00000"/>
                </a:solidFill>
                <a:latin typeface="宋体" charset="-122"/>
              </a:rPr>
              <a:t>交线是两平面的共有线，</a:t>
            </a:r>
            <a:r>
              <a:rPr kumimoji="0" lang="zh-CN" altLang="en-US" sz="2400" b="1" i="0" dirty="0">
                <a:solidFill>
                  <a:schemeClr val="tx2"/>
                </a:solidFill>
                <a:latin typeface="宋体" charset="-122"/>
              </a:rPr>
              <a:t>同时</a:t>
            </a:r>
            <a:r>
              <a:rPr kumimoji="0" lang="zh-CN" altLang="en-US" sz="2400" b="1" i="0" dirty="0">
                <a:solidFill>
                  <a:srgbClr val="C00000"/>
                </a:solidFill>
                <a:latin typeface="宋体" charset="-122"/>
              </a:rPr>
              <a:t>交线上的点都是两平面的共有点。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682501BD-0532-08BF-DAFA-A62DFCEDB8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9833" y="2236044"/>
            <a:ext cx="2698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kumimoji="0" lang="zh-CN" altLang="en-US" sz="2800" b="1" i="0" dirty="0">
                <a:solidFill>
                  <a:srgbClr val="003399"/>
                </a:solidFill>
                <a:latin typeface="Times New Roman" charset="0"/>
              </a:rPr>
              <a:t>要讨论的问题：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ED94B762-376E-53BD-2E89-810DA8B61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5134" y="2890433"/>
            <a:ext cx="28023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kumimoji="0" lang="en-US" altLang="zh-CN" sz="2400" b="1" i="0">
                <a:latin typeface="宋体" charset="-122"/>
              </a:rPr>
              <a:t>⑴ </a:t>
            </a:r>
            <a:r>
              <a:rPr kumimoji="0" lang="zh-CN" altLang="en-US" sz="2400" b="1" i="0">
                <a:solidFill>
                  <a:srgbClr val="FF0000"/>
                </a:solidFill>
                <a:latin typeface="宋体" charset="-122"/>
              </a:rPr>
              <a:t>求</a:t>
            </a:r>
            <a:r>
              <a:rPr kumimoji="0" lang="zh-CN" altLang="en-US" sz="2400" b="1" i="0">
                <a:latin typeface="宋体" charset="-122"/>
              </a:rPr>
              <a:t>两平面的</a:t>
            </a:r>
            <a:r>
              <a:rPr kumimoji="0" lang="zh-CN" altLang="en-US" sz="2400" b="1" i="0">
                <a:solidFill>
                  <a:srgbClr val="FF0000"/>
                </a:solidFill>
                <a:latin typeface="宋体" charset="-122"/>
              </a:rPr>
              <a:t>交线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0BB71134-0B46-B1CB-568A-9314E9717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742" y="3374621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zh-CN" altLang="en-US" sz="2400" b="1" i="0" dirty="0">
                <a:solidFill>
                  <a:srgbClr val="002060"/>
                </a:solidFill>
                <a:latin typeface="Times New Roman" charset="0"/>
              </a:rPr>
              <a:t>方法：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004C010D-81B2-C391-D702-0A2F5E11A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8659" y="3406371"/>
            <a:ext cx="43412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kumimoji="0" lang="en-US" altLang="zh-CN" sz="2400" b="1" i="0" dirty="0">
                <a:latin typeface="宋体" charset="-122"/>
              </a:rPr>
              <a:t>① </a:t>
            </a:r>
            <a:r>
              <a:rPr kumimoji="0" lang="zh-CN" altLang="en-US" sz="2400" b="1" i="0" dirty="0">
                <a:latin typeface="宋体" charset="-122"/>
              </a:rPr>
              <a:t>确定两平面的</a:t>
            </a:r>
            <a:r>
              <a:rPr kumimoji="0" lang="zh-CN" altLang="en-US" sz="2400" b="1" i="0" dirty="0">
                <a:solidFill>
                  <a:srgbClr val="FF0000"/>
                </a:solidFill>
                <a:latin typeface="宋体" charset="-122"/>
              </a:rPr>
              <a:t>两个共有点。</a:t>
            </a: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0D5E1817-2C79-5C72-DA48-5511DF0D8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134" y="3863571"/>
            <a:ext cx="49568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kumimoji="0" lang="en-US" altLang="zh-CN" sz="2400" b="1" i="0">
                <a:latin typeface="宋体" charset="-122"/>
              </a:rPr>
              <a:t>② </a:t>
            </a:r>
            <a:r>
              <a:rPr kumimoji="0" lang="zh-CN" altLang="en-US" sz="2400" b="1" i="0">
                <a:latin typeface="宋体" charset="-122"/>
              </a:rPr>
              <a:t>确定</a:t>
            </a:r>
            <a:r>
              <a:rPr kumimoji="0" lang="zh-CN" altLang="en-US" sz="2400" b="1" i="0">
                <a:solidFill>
                  <a:srgbClr val="FF0000"/>
                </a:solidFill>
                <a:latin typeface="宋体" charset="-122"/>
              </a:rPr>
              <a:t>一个共有点及交线的方向。</a:t>
            </a: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A1784861-A072-3C31-CC87-65EC0B447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6859" y="5508499"/>
            <a:ext cx="74072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kumimoji="0" lang="en-US" altLang="zh-CN" sz="2400" b="1" i="0" dirty="0">
                <a:solidFill>
                  <a:srgbClr val="003399"/>
                </a:solidFill>
                <a:latin typeface="宋体" charset="-122"/>
              </a:rPr>
              <a:t>    </a:t>
            </a:r>
            <a:r>
              <a:rPr kumimoji="0" lang="zh-CN" altLang="en-US" sz="2400" b="1" i="0" dirty="0">
                <a:solidFill>
                  <a:srgbClr val="003399"/>
                </a:solidFill>
                <a:latin typeface="宋体" charset="-122"/>
              </a:rPr>
              <a:t>只讨论两平面中至少有一个处于特殊位置的情况。</a:t>
            </a: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F830EFE7-AE97-8362-0854-E69AF0CF3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5134" y="4535361"/>
            <a:ext cx="79533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kumimoji="0" lang="en-US" altLang="zh-CN" sz="2400" b="1" i="0" dirty="0">
                <a:latin typeface="宋体" charset="-122"/>
              </a:rPr>
              <a:t>⑵ </a:t>
            </a:r>
            <a:r>
              <a:rPr kumimoji="0" lang="zh-CN" altLang="en-US" sz="2400" b="1" i="0" dirty="0">
                <a:latin typeface="宋体" charset="-122"/>
              </a:rPr>
              <a:t>判别两平面之间的相互遮挡关系，即：</a:t>
            </a:r>
          </a:p>
          <a:p>
            <a:pPr algn="l" eaLnBrk="1" hangingPunct="1"/>
            <a:r>
              <a:rPr kumimoji="0" lang="zh-CN" altLang="en-US" sz="2400" b="1" i="0" dirty="0">
                <a:latin typeface="宋体" charset="-122"/>
              </a:rPr>
              <a:t>   </a:t>
            </a:r>
            <a:r>
              <a:rPr kumimoji="0" lang="zh-CN" altLang="en-US" sz="2400" b="1" i="0" dirty="0">
                <a:solidFill>
                  <a:srgbClr val="FF0000"/>
                </a:solidFill>
                <a:latin typeface="宋体" charset="-122"/>
              </a:rPr>
              <a:t>判别可见性。</a:t>
            </a:r>
          </a:p>
        </p:txBody>
      </p:sp>
    </p:spTree>
    <p:extLst>
      <p:ext uri="{BB962C8B-B14F-4D97-AF65-F5344CB8AC3E}">
        <p14:creationId xmlns:p14="http://schemas.microsoft.com/office/powerpoint/2010/main" val="1220668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7" grpId="0" autoUpdateAnimBg="0"/>
      <p:bldP spid="8" grpId="0" build="p" autoUpdateAnimBg="0"/>
      <p:bldP spid="9" grpId="0" build="p" autoUpdateAnimBg="0"/>
      <p:bldP spid="10" grpId="0" build="p" autoUpdateAnimBg="0"/>
      <p:bldP spid="11" grpId="0" build="p" autoUpdateAnimBg="0"/>
      <p:bldP spid="13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标题 139">
            <a:extLst>
              <a:ext uri="{FF2B5EF4-FFF2-40B4-BE49-F238E27FC236}">
                <a16:creationId xmlns:a16="http://schemas.microsoft.com/office/drawing/2014/main" id="{B80F4810-D961-653D-232B-E551D683D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373" y="350575"/>
            <a:ext cx="9480778" cy="661133"/>
          </a:xfrm>
        </p:spPr>
        <p:txBody>
          <a:bodyPr>
            <a:normAutofit/>
          </a:bodyPr>
          <a:lstStyle/>
          <a:p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5.11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：求两平面的交线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MN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并判别可见性。</a:t>
            </a:r>
            <a:r>
              <a:rPr lang="zh-CN" altLang="en-US" sz="2400" dirty="0">
                <a:sym typeface="Wingdings" panose="05000000000000000000" pitchFamily="2" charset="2"/>
              </a:rPr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2-22】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类似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P60</a:t>
            </a:r>
            <a:endParaRPr lang="zh-CN" altLang="en-US" sz="2400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F5C7529-9DBD-E308-8BC5-E615DC808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090BB-D092-A244-9764-5E029F75B8C7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0C1D68-65BE-1385-A8BC-A22EE5B37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452166-3CD9-5185-7481-AD801EF53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33</a:t>
            </a:fld>
            <a:endParaRPr 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EF7E6A17-BE42-DA72-A929-3F40B6EAE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1981" y="5791508"/>
            <a:ext cx="544645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zh-CN" altLang="en-US" sz="2000" b="1" i="0" dirty="0">
                <a:solidFill>
                  <a:srgbClr val="FF3300"/>
                </a:solidFill>
                <a:latin typeface="Times New Roman" charset="0"/>
              </a:rPr>
              <a:t>可通过正面投影直观地进行判别。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BCB36DFC-A798-3F0D-78CC-83CD6758C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3781" y="3482374"/>
            <a:ext cx="339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/>
              <a:t>a</a:t>
            </a:r>
            <a:endParaRPr kumimoji="0" lang="en-US" altLang="zh-CN" b="1" i="0">
              <a:latin typeface="Times New Roman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306086A3-3035-EC73-A641-3FDC429E8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7243" y="5093171"/>
            <a:ext cx="3032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b</a:t>
            </a:r>
            <a:endParaRPr kumimoji="0" lang="en-US" altLang="zh-CN" b="1" i="1">
              <a:latin typeface="Times New Roman" charset="0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B1BC1462-7FDF-D6C1-01A7-5654F45A3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1306" y="3907308"/>
            <a:ext cx="2808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c</a:t>
            </a:r>
            <a:endParaRPr kumimoji="0" lang="en-US" altLang="zh-CN" b="1" i="1">
              <a:latin typeface="Times New Roman" charset="0"/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F031C192-DE60-9C57-D4A1-CE0374E8D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1681" y="4288308"/>
            <a:ext cx="3032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d</a:t>
            </a:r>
            <a:endParaRPr kumimoji="0" lang="en-US" altLang="zh-CN" b="1" i="1">
              <a:latin typeface="Times New Roman" charset="0"/>
            </a:endParaRP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38DBB89B-911B-9777-AEFB-8128EEF89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2793" y="3278658"/>
            <a:ext cx="2952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e</a:t>
            </a:r>
            <a:endParaRPr kumimoji="0" lang="en-US" altLang="zh-CN" b="1" i="1">
              <a:latin typeface="Times New Roman" charset="0"/>
            </a:endParaRP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8E3E481E-DFDA-C3F4-A54C-898101A1E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2393" y="4974108"/>
            <a:ext cx="2551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f</a:t>
            </a:r>
            <a:endParaRPr kumimoji="0" lang="en-US" altLang="zh-CN" b="1" i="1">
              <a:latin typeface="Times New Roman" charset="0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233BB280-58B9-A925-EBD0-CB2141615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8293" y="2002308"/>
            <a:ext cx="3385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c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B391E523-5A51-1CD7-024B-BEAAA2D4A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9856" y="1392708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f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46A86E0B-340D-C42F-5F67-AFB32B293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168" y="2573808"/>
            <a:ext cx="4138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d 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49B15C74-E5AF-9F30-9BCB-B70B2183D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756" y="1545108"/>
            <a:ext cx="520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i="1"/>
              <a:t>b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0ECFC09A-5647-6CFD-FEB6-E81BBCF21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881" y="1759421"/>
            <a:ext cx="5318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i="1"/>
              <a:t>e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0FB6693A-07B3-7408-E0FB-97938778A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568" y="1468908"/>
            <a:ext cx="4730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i="1"/>
              <a:t>a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8865F884-8EB5-5EEB-68AC-17DE1DDB6A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5643" y="3329974"/>
            <a:ext cx="39624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E8D55351-69CC-B5B0-0648-FF2641FA473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5243" y="3710974"/>
            <a:ext cx="990600" cy="1447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F298BFA0-F8E1-9ACA-BD50-A130277961F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5243" y="3710974"/>
            <a:ext cx="281940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10E08AAA-B6FA-50F0-A347-E01D2F0B08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65843" y="4103087"/>
            <a:ext cx="1828800" cy="10556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" name="Line 19">
            <a:extLst>
              <a:ext uri="{FF2B5EF4-FFF2-40B4-BE49-F238E27FC236}">
                <a16:creationId xmlns:a16="http://schemas.microsoft.com/office/drawing/2014/main" id="{F9FDC22E-5E8E-168C-8EF0-C6D6F4AB0F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46643" y="3482374"/>
            <a:ext cx="2209800" cy="990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57121327-274D-8E3A-928C-0D9DDAD638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6643" y="4472974"/>
            <a:ext cx="2819400" cy="76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C00F2F6B-CB71-273B-FD30-7E358ABE03D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981" y="3482374"/>
            <a:ext cx="609600" cy="1752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E9081F0B-ADD7-97D8-421A-37D75D12D9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66043" y="1653574"/>
            <a:ext cx="0" cy="35814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" name="Line 23">
            <a:extLst>
              <a:ext uri="{FF2B5EF4-FFF2-40B4-BE49-F238E27FC236}">
                <a16:creationId xmlns:a16="http://schemas.microsoft.com/office/drawing/2014/main" id="{E2EFD3FE-92C8-719B-D0E2-D0D53C8DCF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46643" y="2796574"/>
            <a:ext cx="0" cy="16764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1040E130-BC62-4277-B663-3AB00D7D0C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46643" y="1653574"/>
            <a:ext cx="2819400" cy="11430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A1407FF3-A5C9-051F-3601-E470A6FF26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56443" y="1882174"/>
            <a:ext cx="0" cy="1600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1237B1A8-7481-F045-98E1-BC587D0105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94643" y="2186974"/>
            <a:ext cx="0" cy="19050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6FF9F7B2-9780-8257-1E99-8E6C31FD1F5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75243" y="1729774"/>
            <a:ext cx="281940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1" name="Line 28">
            <a:extLst>
              <a:ext uri="{FF2B5EF4-FFF2-40B4-BE49-F238E27FC236}">
                <a16:creationId xmlns:a16="http://schemas.microsoft.com/office/drawing/2014/main" id="{ED72F817-2FCF-13C6-D8BC-DC9A9653DB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5243" y="1729774"/>
            <a:ext cx="0" cy="1981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" name="Freeform 29">
            <a:extLst>
              <a:ext uri="{FF2B5EF4-FFF2-40B4-BE49-F238E27FC236}">
                <a16:creationId xmlns:a16="http://schemas.microsoft.com/office/drawing/2014/main" id="{96EB709F-98DA-B367-2330-D052871076D0}"/>
              </a:ext>
            </a:extLst>
          </p:cNvPr>
          <p:cNvSpPr>
            <a:spLocks/>
          </p:cNvSpPr>
          <p:nvPr/>
        </p:nvSpPr>
        <p:spPr bwMode="auto">
          <a:xfrm>
            <a:off x="4215193" y="4006249"/>
            <a:ext cx="679450" cy="85725"/>
          </a:xfrm>
          <a:custGeom>
            <a:avLst/>
            <a:gdLst>
              <a:gd name="T0" fmla="*/ 428 w 428"/>
              <a:gd name="T1" fmla="*/ 54 h 54"/>
              <a:gd name="T2" fmla="*/ 0 w 428"/>
              <a:gd name="T3" fmla="*/ 0 h 5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28" h="54">
                <a:moveTo>
                  <a:pt x="428" y="54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3" name="Freeform 30">
            <a:extLst>
              <a:ext uri="{FF2B5EF4-FFF2-40B4-BE49-F238E27FC236}">
                <a16:creationId xmlns:a16="http://schemas.microsoft.com/office/drawing/2014/main" id="{2E8688EB-E73B-5C2D-9176-A252620D0236}"/>
              </a:ext>
            </a:extLst>
          </p:cNvPr>
          <p:cNvSpPr>
            <a:spLocks/>
          </p:cNvSpPr>
          <p:nvPr/>
        </p:nvSpPr>
        <p:spPr bwMode="auto">
          <a:xfrm>
            <a:off x="1846643" y="4472974"/>
            <a:ext cx="933450" cy="250825"/>
          </a:xfrm>
          <a:custGeom>
            <a:avLst/>
            <a:gdLst>
              <a:gd name="T0" fmla="*/ 0 w 588"/>
              <a:gd name="T1" fmla="*/ 0 h 158"/>
              <a:gd name="T2" fmla="*/ 588 w 588"/>
              <a:gd name="T3" fmla="*/ 158 h 15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88" h="158">
                <a:moveTo>
                  <a:pt x="0" y="0"/>
                </a:moveTo>
                <a:lnTo>
                  <a:pt x="588" y="158"/>
                </a:lnTo>
              </a:path>
            </a:pathLst>
          </a:custGeom>
          <a:noFill/>
          <a:ln w="38100" cap="flat" cmpd="sng">
            <a:solidFill>
              <a:srgbClr val="FF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4" name="Freeform 31">
            <a:extLst>
              <a:ext uri="{FF2B5EF4-FFF2-40B4-BE49-F238E27FC236}">
                <a16:creationId xmlns:a16="http://schemas.microsoft.com/office/drawing/2014/main" id="{F1C6500D-DE07-E1C7-EABC-A045531E83CF}"/>
              </a:ext>
            </a:extLst>
          </p:cNvPr>
          <p:cNvSpPr>
            <a:spLocks/>
          </p:cNvSpPr>
          <p:nvPr/>
        </p:nvSpPr>
        <p:spPr bwMode="auto">
          <a:xfrm>
            <a:off x="3497643" y="4925412"/>
            <a:ext cx="1168400" cy="309562"/>
          </a:xfrm>
          <a:custGeom>
            <a:avLst/>
            <a:gdLst>
              <a:gd name="T0" fmla="*/ 736 w 736"/>
              <a:gd name="T1" fmla="*/ 195 h 195"/>
              <a:gd name="T2" fmla="*/ 0 w 736"/>
              <a:gd name="T3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6" h="195">
                <a:moveTo>
                  <a:pt x="736" y="195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FF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5" name="Line 32">
            <a:extLst>
              <a:ext uri="{FF2B5EF4-FFF2-40B4-BE49-F238E27FC236}">
                <a16:creationId xmlns:a16="http://schemas.microsoft.com/office/drawing/2014/main" id="{F5319208-6681-7367-A152-C3F3A049A5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18243" y="3482374"/>
            <a:ext cx="838200" cy="3810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" name="Freeform 33">
            <a:extLst>
              <a:ext uri="{FF2B5EF4-FFF2-40B4-BE49-F238E27FC236}">
                <a16:creationId xmlns:a16="http://schemas.microsoft.com/office/drawing/2014/main" id="{8BE8A790-1654-A6C7-A6A3-178611E756C9}"/>
              </a:ext>
            </a:extLst>
          </p:cNvPr>
          <p:cNvSpPr>
            <a:spLocks/>
          </p:cNvSpPr>
          <p:nvPr/>
        </p:nvSpPr>
        <p:spPr bwMode="auto">
          <a:xfrm>
            <a:off x="1846643" y="4207862"/>
            <a:ext cx="596900" cy="265112"/>
          </a:xfrm>
          <a:custGeom>
            <a:avLst/>
            <a:gdLst>
              <a:gd name="T0" fmla="*/ 0 w 376"/>
              <a:gd name="T1" fmla="*/ 167 h 167"/>
              <a:gd name="T2" fmla="*/ 376 w 376"/>
              <a:gd name="T3" fmla="*/ 0 h 16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76" h="167">
                <a:moveTo>
                  <a:pt x="0" y="167"/>
                </a:moveTo>
                <a:lnTo>
                  <a:pt x="376" y="0"/>
                </a:lnTo>
              </a:path>
            </a:pathLst>
          </a:custGeom>
          <a:noFill/>
          <a:ln w="38100" cap="flat" cmpd="sng">
            <a:solidFill>
              <a:srgbClr val="FF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" name="Freeform 34">
            <a:extLst>
              <a:ext uri="{FF2B5EF4-FFF2-40B4-BE49-F238E27FC236}">
                <a16:creationId xmlns:a16="http://schemas.microsoft.com/office/drawing/2014/main" id="{7E899E43-94FE-9199-694C-40C887E9DF94}"/>
              </a:ext>
            </a:extLst>
          </p:cNvPr>
          <p:cNvSpPr>
            <a:spLocks/>
          </p:cNvSpPr>
          <p:nvPr/>
        </p:nvSpPr>
        <p:spPr bwMode="auto">
          <a:xfrm>
            <a:off x="3778631" y="2012349"/>
            <a:ext cx="1587" cy="2778125"/>
          </a:xfrm>
          <a:custGeom>
            <a:avLst/>
            <a:gdLst>
              <a:gd name="T0" fmla="*/ 0 w 1"/>
              <a:gd name="T1" fmla="*/ 0 h 1750"/>
              <a:gd name="T2" fmla="*/ 0 w 1"/>
              <a:gd name="T3" fmla="*/ 1750 h 175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750">
                <a:moveTo>
                  <a:pt x="0" y="0"/>
                </a:moveTo>
                <a:lnTo>
                  <a:pt x="0" y="1750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" name="Freeform 35">
            <a:extLst>
              <a:ext uri="{FF2B5EF4-FFF2-40B4-BE49-F238E27FC236}">
                <a16:creationId xmlns:a16="http://schemas.microsoft.com/office/drawing/2014/main" id="{C77B8109-88E4-EBA2-094C-2985E6D79049}"/>
              </a:ext>
            </a:extLst>
          </p:cNvPr>
          <p:cNvSpPr>
            <a:spLocks/>
          </p:cNvSpPr>
          <p:nvPr/>
        </p:nvSpPr>
        <p:spPr bwMode="auto">
          <a:xfrm>
            <a:off x="3488118" y="4746024"/>
            <a:ext cx="312738" cy="179388"/>
          </a:xfrm>
          <a:custGeom>
            <a:avLst/>
            <a:gdLst>
              <a:gd name="T0" fmla="*/ 0 w 197"/>
              <a:gd name="T1" fmla="*/ 113 h 113"/>
              <a:gd name="T2" fmla="*/ 197 w 197"/>
              <a:gd name="T3" fmla="*/ 0 h 11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97" h="113">
                <a:moveTo>
                  <a:pt x="0" y="113"/>
                </a:moveTo>
                <a:lnTo>
                  <a:pt x="197" y="0"/>
                </a:ln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" name="Freeform 36">
            <a:extLst>
              <a:ext uri="{FF2B5EF4-FFF2-40B4-BE49-F238E27FC236}">
                <a16:creationId xmlns:a16="http://schemas.microsoft.com/office/drawing/2014/main" id="{4640B3B2-0B72-7808-C6DF-0862DA2E5218}"/>
              </a:ext>
            </a:extLst>
          </p:cNvPr>
          <p:cNvSpPr>
            <a:spLocks/>
          </p:cNvSpPr>
          <p:nvPr/>
        </p:nvSpPr>
        <p:spPr bwMode="auto">
          <a:xfrm>
            <a:off x="2434018" y="4230087"/>
            <a:ext cx="358775" cy="515937"/>
          </a:xfrm>
          <a:custGeom>
            <a:avLst/>
            <a:gdLst>
              <a:gd name="T0" fmla="*/ 0 w 226"/>
              <a:gd name="T1" fmla="*/ 0 h 325"/>
              <a:gd name="T2" fmla="*/ 226 w 226"/>
              <a:gd name="T3" fmla="*/ 325 h 3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6" h="325">
                <a:moveTo>
                  <a:pt x="0" y="0"/>
                </a:moveTo>
                <a:lnTo>
                  <a:pt x="226" y="325"/>
                </a:ln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40" name="Group 37">
            <a:extLst>
              <a:ext uri="{FF2B5EF4-FFF2-40B4-BE49-F238E27FC236}">
                <a16:creationId xmlns:a16="http://schemas.microsoft.com/office/drawing/2014/main" id="{322B6506-1DCE-D087-A910-12BB02723645}"/>
              </a:ext>
            </a:extLst>
          </p:cNvPr>
          <p:cNvGrpSpPr>
            <a:grpSpLocks/>
          </p:cNvGrpSpPr>
          <p:nvPr/>
        </p:nvGrpSpPr>
        <p:grpSpPr bwMode="auto">
          <a:xfrm>
            <a:off x="2434018" y="3863374"/>
            <a:ext cx="1927225" cy="1062038"/>
            <a:chOff x="946" y="2592"/>
            <a:chExt cx="1214" cy="669"/>
          </a:xfrm>
        </p:grpSpPr>
        <p:sp>
          <p:nvSpPr>
            <p:cNvPr id="41" name="Freeform 38">
              <a:extLst>
                <a:ext uri="{FF2B5EF4-FFF2-40B4-BE49-F238E27FC236}">
                  <a16:creationId xmlns:a16="http://schemas.microsoft.com/office/drawing/2014/main" id="{9A0EB87D-DD21-BEF6-5AAE-FBC4A47F7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3134"/>
              <a:ext cx="438" cy="127"/>
            </a:xfrm>
            <a:custGeom>
              <a:avLst/>
              <a:gdLst>
                <a:gd name="T0" fmla="*/ 0 w 438"/>
                <a:gd name="T1" fmla="*/ 0 h 127"/>
                <a:gd name="T2" fmla="*/ 438 w 438"/>
                <a:gd name="T3" fmla="*/ 127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38" h="127">
                  <a:moveTo>
                    <a:pt x="0" y="0"/>
                  </a:moveTo>
                  <a:lnTo>
                    <a:pt x="438" y="127"/>
                  </a:lnTo>
                </a:path>
              </a:pathLst>
            </a:custGeom>
            <a:noFill/>
            <a:ln w="381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" name="Freeform 39">
              <a:extLst>
                <a:ext uri="{FF2B5EF4-FFF2-40B4-BE49-F238E27FC236}">
                  <a16:creationId xmlns:a16="http://schemas.microsoft.com/office/drawing/2014/main" id="{1405C167-E094-D21A-0F71-A3F8170EB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" y="2592"/>
              <a:ext cx="494" cy="217"/>
            </a:xfrm>
            <a:custGeom>
              <a:avLst/>
              <a:gdLst>
                <a:gd name="T0" fmla="*/ 0 w 494"/>
                <a:gd name="T1" fmla="*/ 217 h 217"/>
                <a:gd name="T2" fmla="*/ 494 w 494"/>
                <a:gd name="T3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94" h="217">
                  <a:moveTo>
                    <a:pt x="0" y="217"/>
                  </a:moveTo>
                  <a:lnTo>
                    <a:pt x="494" y="0"/>
                  </a:lnTo>
                </a:path>
              </a:pathLst>
            </a:custGeom>
            <a:noFill/>
            <a:ln w="381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3" name="Freeform 40">
              <a:extLst>
                <a:ext uri="{FF2B5EF4-FFF2-40B4-BE49-F238E27FC236}">
                  <a16:creationId xmlns:a16="http://schemas.microsoft.com/office/drawing/2014/main" id="{DA791C89-60CE-C8E5-E6AF-F73757DBB4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" y="2637"/>
              <a:ext cx="283" cy="39"/>
            </a:xfrm>
            <a:custGeom>
              <a:avLst/>
              <a:gdLst>
                <a:gd name="T0" fmla="*/ 0 w 225"/>
                <a:gd name="T1" fmla="*/ 0 h 28"/>
                <a:gd name="T2" fmla="*/ 225 w 225"/>
                <a:gd name="T3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5" h="28">
                  <a:moveTo>
                    <a:pt x="0" y="0"/>
                  </a:moveTo>
                  <a:lnTo>
                    <a:pt x="225" y="28"/>
                  </a:lnTo>
                </a:path>
              </a:pathLst>
            </a:custGeom>
            <a:noFill/>
            <a:ln w="571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US"/>
            </a:p>
          </p:txBody>
        </p:sp>
        <p:sp>
          <p:nvSpPr>
            <p:cNvPr id="44" name="Freeform 41">
              <a:extLst>
                <a:ext uri="{FF2B5EF4-FFF2-40B4-BE49-F238E27FC236}">
                  <a16:creationId xmlns:a16="http://schemas.microsoft.com/office/drawing/2014/main" id="{40436C6D-9C84-CB53-C654-92AF057237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" y="2928"/>
              <a:ext cx="367" cy="220"/>
            </a:xfrm>
            <a:custGeom>
              <a:avLst/>
              <a:gdLst>
                <a:gd name="T0" fmla="*/ 0 w 367"/>
                <a:gd name="T1" fmla="*/ 220 h 220"/>
                <a:gd name="T2" fmla="*/ 367 w 367"/>
                <a:gd name="T3" fmla="*/ 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7" h="220">
                  <a:moveTo>
                    <a:pt x="0" y="220"/>
                  </a:moveTo>
                  <a:lnTo>
                    <a:pt x="367" y="0"/>
                  </a:lnTo>
                </a:path>
              </a:pathLst>
            </a:cu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45" name="Freeform 42">
            <a:extLst>
              <a:ext uri="{FF2B5EF4-FFF2-40B4-BE49-F238E27FC236}">
                <a16:creationId xmlns:a16="http://schemas.microsoft.com/office/drawing/2014/main" id="{8F39A352-5D9D-E439-B35E-9F213BECED8A}"/>
              </a:ext>
            </a:extLst>
          </p:cNvPr>
          <p:cNvSpPr>
            <a:spLocks/>
          </p:cNvSpPr>
          <p:nvPr/>
        </p:nvSpPr>
        <p:spPr bwMode="auto">
          <a:xfrm>
            <a:off x="3778631" y="3961799"/>
            <a:ext cx="1587" cy="806450"/>
          </a:xfrm>
          <a:custGeom>
            <a:avLst/>
            <a:gdLst>
              <a:gd name="T0" fmla="*/ 0 w 1"/>
              <a:gd name="T1" fmla="*/ 0 h 508"/>
              <a:gd name="T2" fmla="*/ 0 w 1"/>
              <a:gd name="T3" fmla="*/ 508 h 50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508">
                <a:moveTo>
                  <a:pt x="0" y="0"/>
                </a:moveTo>
                <a:lnTo>
                  <a:pt x="0" y="508"/>
                </a:lnTo>
              </a:path>
            </a:pathLst>
          </a:custGeom>
          <a:noFill/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" name="Line 43">
            <a:extLst>
              <a:ext uri="{FF2B5EF4-FFF2-40B4-BE49-F238E27FC236}">
                <a16:creationId xmlns:a16="http://schemas.microsoft.com/office/drawing/2014/main" id="{6D28A7E4-103D-7A84-B7D9-77036F983A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61243" y="4091974"/>
            <a:ext cx="533400" cy="3111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7" name="Freeform 44">
            <a:extLst>
              <a:ext uri="{FF2B5EF4-FFF2-40B4-BE49-F238E27FC236}">
                <a16:creationId xmlns:a16="http://schemas.microsoft.com/office/drawing/2014/main" id="{B98ECD69-EF38-063F-CAD0-3683D886B813}"/>
              </a:ext>
            </a:extLst>
          </p:cNvPr>
          <p:cNvSpPr>
            <a:spLocks/>
          </p:cNvSpPr>
          <p:nvPr/>
        </p:nvSpPr>
        <p:spPr bwMode="auto">
          <a:xfrm>
            <a:off x="3065843" y="4903187"/>
            <a:ext cx="454025" cy="255587"/>
          </a:xfrm>
          <a:custGeom>
            <a:avLst/>
            <a:gdLst>
              <a:gd name="T0" fmla="*/ 0 w 286"/>
              <a:gd name="T1" fmla="*/ 161 h 161"/>
              <a:gd name="T2" fmla="*/ 286 w 286"/>
              <a:gd name="T3" fmla="*/ 0 h 16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6" h="161">
                <a:moveTo>
                  <a:pt x="0" y="161"/>
                </a:moveTo>
                <a:lnTo>
                  <a:pt x="286" y="0"/>
                </a:ln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" name="Line 45">
            <a:extLst>
              <a:ext uri="{FF2B5EF4-FFF2-40B4-BE49-F238E27FC236}">
                <a16:creationId xmlns:a16="http://schemas.microsoft.com/office/drawing/2014/main" id="{156E6509-2195-6595-9EB9-4201C5D873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65843" y="1882174"/>
            <a:ext cx="0" cy="32766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" name="Line 46">
            <a:extLst>
              <a:ext uri="{FF2B5EF4-FFF2-40B4-BE49-F238E27FC236}">
                <a16:creationId xmlns:a16="http://schemas.microsoft.com/office/drawing/2014/main" id="{4E54AFF3-5AFA-FB07-96AF-5511D719458A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5243" y="3710974"/>
            <a:ext cx="1143000" cy="152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0" name="Freeform 47">
            <a:extLst>
              <a:ext uri="{FF2B5EF4-FFF2-40B4-BE49-F238E27FC236}">
                <a16:creationId xmlns:a16="http://schemas.microsoft.com/office/drawing/2014/main" id="{7E38D727-8B3F-387D-08A8-60A99BDB18E8}"/>
              </a:ext>
            </a:extLst>
          </p:cNvPr>
          <p:cNvSpPr>
            <a:spLocks/>
          </p:cNvSpPr>
          <p:nvPr/>
        </p:nvSpPr>
        <p:spPr bwMode="auto">
          <a:xfrm>
            <a:off x="3218243" y="3863374"/>
            <a:ext cx="582613" cy="76200"/>
          </a:xfrm>
          <a:custGeom>
            <a:avLst/>
            <a:gdLst>
              <a:gd name="T0" fmla="*/ 0 w 367"/>
              <a:gd name="T1" fmla="*/ 0 h 48"/>
              <a:gd name="T2" fmla="*/ 367 w 367"/>
              <a:gd name="T3" fmla="*/ 48 h 4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67" h="48">
                <a:moveTo>
                  <a:pt x="0" y="0"/>
                </a:moveTo>
                <a:lnTo>
                  <a:pt x="367" y="48"/>
                </a:ln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" name="Freeform 48">
            <a:extLst>
              <a:ext uri="{FF2B5EF4-FFF2-40B4-BE49-F238E27FC236}">
                <a16:creationId xmlns:a16="http://schemas.microsoft.com/office/drawing/2014/main" id="{49734E26-DDEF-10AD-4B28-65ADA799215B}"/>
              </a:ext>
            </a:extLst>
          </p:cNvPr>
          <p:cNvSpPr>
            <a:spLocks/>
          </p:cNvSpPr>
          <p:nvPr/>
        </p:nvSpPr>
        <p:spPr bwMode="auto">
          <a:xfrm>
            <a:off x="2770568" y="4723799"/>
            <a:ext cx="295275" cy="434975"/>
          </a:xfrm>
          <a:custGeom>
            <a:avLst/>
            <a:gdLst>
              <a:gd name="T0" fmla="*/ 186 w 186"/>
              <a:gd name="T1" fmla="*/ 274 h 274"/>
              <a:gd name="T2" fmla="*/ 0 w 186"/>
              <a:gd name="T3" fmla="*/ 0 h 27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86" h="274">
                <a:moveTo>
                  <a:pt x="186" y="274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" name="Text Box 49">
            <a:extLst>
              <a:ext uri="{FF2B5EF4-FFF2-40B4-BE49-F238E27FC236}">
                <a16:creationId xmlns:a16="http://schemas.microsoft.com/office/drawing/2014/main" id="{BCECF05C-5735-21BD-DECA-BF45D5DE4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994" y="1575815"/>
            <a:ext cx="12731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i="1" dirty="0"/>
              <a:t>m</a:t>
            </a:r>
            <a:r>
              <a:rPr lang="en-US" altLang="zh-CN" b="1" i="1" dirty="0">
                <a:latin typeface="Times New Roman" charset="0"/>
                <a:sym typeface="Symbol" charset="2"/>
              </a:rPr>
              <a:t></a:t>
            </a:r>
            <a:r>
              <a:rPr kumimoji="0" lang="en-US" altLang="zh-CN" b="1" i="1" dirty="0">
                <a:latin typeface="Times New Roman" charset="0"/>
              </a:rPr>
              <a:t>(</a:t>
            </a:r>
            <a:r>
              <a:rPr lang="en-US" altLang="zh-CN" i="1" dirty="0"/>
              <a:t>n</a:t>
            </a:r>
            <a:r>
              <a:rPr lang="en-US" altLang="zh-CN" b="1" i="1" dirty="0">
                <a:latin typeface="Times New Roman" charset="0"/>
                <a:sym typeface="Symbol" charset="2"/>
              </a:rPr>
              <a:t></a:t>
            </a:r>
            <a:r>
              <a:rPr kumimoji="0" lang="en-US" altLang="zh-CN" b="1" i="1" dirty="0">
                <a:latin typeface="Times New Roman" charset="0"/>
              </a:rPr>
              <a:t>)</a:t>
            </a:r>
          </a:p>
        </p:txBody>
      </p:sp>
      <p:sp>
        <p:nvSpPr>
          <p:cNvPr id="53" name="Freeform 50">
            <a:extLst>
              <a:ext uri="{FF2B5EF4-FFF2-40B4-BE49-F238E27FC236}">
                <a16:creationId xmlns:a16="http://schemas.microsoft.com/office/drawing/2014/main" id="{39BFCEAB-34F8-8EBE-CE57-CFE4E1DCF289}"/>
              </a:ext>
            </a:extLst>
          </p:cNvPr>
          <p:cNvSpPr>
            <a:spLocks/>
          </p:cNvSpPr>
          <p:nvPr/>
        </p:nvSpPr>
        <p:spPr bwMode="auto">
          <a:xfrm>
            <a:off x="2075243" y="3710974"/>
            <a:ext cx="358775" cy="519113"/>
          </a:xfrm>
          <a:custGeom>
            <a:avLst/>
            <a:gdLst>
              <a:gd name="T0" fmla="*/ 0 w 226"/>
              <a:gd name="T1" fmla="*/ 0 h 327"/>
              <a:gd name="T2" fmla="*/ 226 w 226"/>
              <a:gd name="T3" fmla="*/ 327 h 32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6" h="327">
                <a:moveTo>
                  <a:pt x="0" y="0"/>
                </a:moveTo>
                <a:lnTo>
                  <a:pt x="226" y="327"/>
                </a:ln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" name="Rectangle 51">
            <a:extLst>
              <a:ext uri="{FF2B5EF4-FFF2-40B4-BE49-F238E27FC236}">
                <a16:creationId xmlns:a16="http://schemas.microsoft.com/office/drawing/2014/main" id="{73C8CF7C-386C-834E-690A-B7DBBE6FF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2767" y="1469106"/>
            <a:ext cx="3429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kumimoji="0" lang="zh-CN" altLang="en-US" sz="2400" b="1" i="0" dirty="0">
                <a:solidFill>
                  <a:srgbClr val="FF0000"/>
                </a:solidFill>
                <a:latin typeface="Times New Roman" charset="0"/>
              </a:rPr>
              <a:t>空间及投影分析</a:t>
            </a:r>
          </a:p>
        </p:txBody>
      </p:sp>
      <p:sp>
        <p:nvSpPr>
          <p:cNvPr id="55" name="Text Box 52">
            <a:extLst>
              <a:ext uri="{FF2B5EF4-FFF2-40B4-BE49-F238E27FC236}">
                <a16:creationId xmlns:a16="http://schemas.microsoft.com/office/drawing/2014/main" id="{495101AD-58C8-E8B2-1742-1FB7199BE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8378" y="1974595"/>
            <a:ext cx="584878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kumimoji="0" lang="en-US" altLang="zh-CN" sz="2000" b="1" i="0" dirty="0">
                <a:latin typeface="宋体" charset="-122"/>
              </a:rPr>
              <a:t>    </a:t>
            </a:r>
            <a:r>
              <a:rPr kumimoji="0" lang="zh-CN" altLang="en-US" sz="2000" b="1" i="0" dirty="0">
                <a:latin typeface="宋体" charset="-122"/>
              </a:rPr>
              <a:t>平面</a:t>
            </a:r>
            <a:r>
              <a:rPr kumimoji="0" lang="en-US" altLang="zh-CN" sz="2000" b="1" i="0" dirty="0">
                <a:latin typeface="宋体" charset="-122"/>
              </a:rPr>
              <a:t>ABC</a:t>
            </a:r>
            <a:r>
              <a:rPr kumimoji="0" lang="zh-CN" altLang="en-US" sz="2000" b="1" i="0" dirty="0">
                <a:latin typeface="宋体" charset="-122"/>
              </a:rPr>
              <a:t>与</a:t>
            </a:r>
            <a:r>
              <a:rPr kumimoji="0" lang="en-US" altLang="zh-CN" sz="2000" b="1" i="0" dirty="0">
                <a:latin typeface="宋体" charset="-122"/>
              </a:rPr>
              <a:t>DEF</a:t>
            </a:r>
            <a:r>
              <a:rPr kumimoji="0" lang="zh-CN" altLang="en-US" sz="2000" b="1" i="0" dirty="0">
                <a:latin typeface="宋体" charset="-122"/>
              </a:rPr>
              <a:t>都为</a:t>
            </a:r>
            <a:r>
              <a:rPr kumimoji="0" lang="zh-CN" altLang="en-US" sz="2000" b="1" i="0" dirty="0">
                <a:solidFill>
                  <a:srgbClr val="FF3300"/>
                </a:solidFill>
                <a:latin typeface="宋体" charset="-122"/>
              </a:rPr>
              <a:t>正垂面</a:t>
            </a:r>
            <a:r>
              <a:rPr kumimoji="0" lang="zh-CN" altLang="en-US" sz="2000" b="1" i="0" dirty="0">
                <a:latin typeface="宋体" charset="-122"/>
              </a:rPr>
              <a:t>，它们的</a:t>
            </a:r>
            <a:r>
              <a:rPr kumimoji="0" lang="zh-CN" altLang="en-US" sz="2000" b="1" i="0" dirty="0">
                <a:solidFill>
                  <a:srgbClr val="FF3300"/>
                </a:solidFill>
                <a:latin typeface="宋体" charset="-122"/>
              </a:rPr>
              <a:t>交线为一条正垂线</a:t>
            </a:r>
            <a:r>
              <a:rPr kumimoji="0" lang="zh-CN" altLang="en-US" sz="2000" b="1" i="0" dirty="0">
                <a:solidFill>
                  <a:schemeClr val="tx2"/>
                </a:solidFill>
                <a:latin typeface="宋体" charset="-122"/>
              </a:rPr>
              <a:t>，两平面</a:t>
            </a:r>
            <a:r>
              <a:rPr kumimoji="0" lang="zh-CN" altLang="en-US" sz="2000" b="1" i="0" dirty="0">
                <a:latin typeface="宋体" charset="-122"/>
              </a:rPr>
              <a:t>正面投影的交点即为交线的正面投影，</a:t>
            </a:r>
            <a:r>
              <a:rPr kumimoji="0" lang="zh-CN" altLang="en-US" sz="2000" b="1" i="0" dirty="0">
                <a:solidFill>
                  <a:schemeClr val="tx2"/>
                </a:solidFill>
                <a:latin typeface="宋体" charset="-122"/>
              </a:rPr>
              <a:t>交线的水平投影垂直于</a:t>
            </a:r>
            <a:r>
              <a:rPr kumimoji="0" lang="en-US" altLang="zh-CN" sz="2000" b="1" i="0" dirty="0">
                <a:solidFill>
                  <a:schemeClr val="tx2"/>
                </a:solidFill>
                <a:latin typeface="宋体" charset="-122"/>
              </a:rPr>
              <a:t>OX</a:t>
            </a:r>
            <a:r>
              <a:rPr kumimoji="0" lang="zh-CN" altLang="en-US" sz="2000" b="1" i="0" dirty="0">
                <a:solidFill>
                  <a:schemeClr val="tx2"/>
                </a:solidFill>
                <a:latin typeface="宋体" charset="-122"/>
              </a:rPr>
              <a:t>轴</a:t>
            </a:r>
            <a:r>
              <a:rPr kumimoji="0" lang="zh-CN" altLang="en-US" sz="2000" b="1" i="0" dirty="0">
                <a:solidFill>
                  <a:srgbClr val="003399"/>
                </a:solidFill>
                <a:latin typeface="宋体" charset="-122"/>
              </a:rPr>
              <a:t>。</a:t>
            </a:r>
          </a:p>
        </p:txBody>
      </p:sp>
      <p:sp>
        <p:nvSpPr>
          <p:cNvPr id="56" name="Text Box 53">
            <a:extLst>
              <a:ext uri="{FF2B5EF4-FFF2-40B4-BE49-F238E27FC236}">
                <a16:creationId xmlns:a16="http://schemas.microsoft.com/office/drawing/2014/main" id="{9F23D361-2AC3-9514-E5EA-5471B4AB0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1739" y="3876940"/>
            <a:ext cx="13404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kumimoji="0" lang="en-US" altLang="zh-CN" sz="2000" b="1" i="0" dirty="0">
                <a:latin typeface="宋体" charset="-122"/>
              </a:rPr>
              <a:t>① </a:t>
            </a:r>
            <a:r>
              <a:rPr kumimoji="0" lang="zh-CN" altLang="en-US" sz="2000" b="1" i="0" dirty="0">
                <a:latin typeface="宋体" charset="-122"/>
              </a:rPr>
              <a:t>求交线</a:t>
            </a:r>
          </a:p>
        </p:txBody>
      </p:sp>
      <p:sp>
        <p:nvSpPr>
          <p:cNvPr id="57" name="Text Box 54">
            <a:extLst>
              <a:ext uri="{FF2B5EF4-FFF2-40B4-BE49-F238E27FC236}">
                <a16:creationId xmlns:a16="http://schemas.microsoft.com/office/drawing/2014/main" id="{651F9D9D-CB7B-915B-4B9D-6C5A28F6A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1739" y="4292896"/>
            <a:ext cx="18533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en-US" altLang="zh-CN" sz="2000" b="1" i="0" dirty="0">
                <a:latin typeface="宋体" charset="-122"/>
              </a:rPr>
              <a:t>② </a:t>
            </a:r>
            <a:r>
              <a:rPr kumimoji="0" lang="zh-CN" altLang="en-US" sz="2000" b="1" i="0" dirty="0">
                <a:latin typeface="宋体" charset="-122"/>
              </a:rPr>
              <a:t>判别可见性</a:t>
            </a:r>
          </a:p>
        </p:txBody>
      </p:sp>
      <p:sp>
        <p:nvSpPr>
          <p:cNvPr id="58" name="Text Box 55">
            <a:extLst>
              <a:ext uri="{FF2B5EF4-FFF2-40B4-BE49-F238E27FC236}">
                <a16:creationId xmlns:a16="http://schemas.microsoft.com/office/drawing/2014/main" id="{E108768A-899A-7611-9BA5-1150688ED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6244" y="3430259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zh-CN" altLang="en-US" sz="2400" b="1" i="0" dirty="0">
                <a:solidFill>
                  <a:srgbClr val="FF0000"/>
                </a:solidFill>
                <a:latin typeface="Times New Roman" charset="0"/>
              </a:rPr>
              <a:t>作图</a:t>
            </a:r>
          </a:p>
        </p:txBody>
      </p:sp>
      <p:sp>
        <p:nvSpPr>
          <p:cNvPr id="59" name="Text Box 56">
            <a:extLst>
              <a:ext uri="{FF2B5EF4-FFF2-40B4-BE49-F238E27FC236}">
                <a16:creationId xmlns:a16="http://schemas.microsoft.com/office/drawing/2014/main" id="{CC763660-0504-F011-0F05-2A33F9439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3837" y="4773854"/>
            <a:ext cx="41148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kumimoji="0" lang="en-US" altLang="zh-CN" sz="2000" b="1" i="0" dirty="0">
                <a:latin typeface="宋体" charset="-122"/>
              </a:rPr>
              <a:t>    </a:t>
            </a:r>
            <a:r>
              <a:rPr kumimoji="0" lang="zh-CN" altLang="en-US" sz="2000" b="1" i="0" dirty="0">
                <a:latin typeface="宋体" charset="-122"/>
              </a:rPr>
              <a:t>从正面投影上可看出，在交线左侧，平面</a:t>
            </a:r>
            <a:r>
              <a:rPr kumimoji="0" lang="en-US" altLang="zh-CN" sz="2000" b="1" i="0" dirty="0">
                <a:latin typeface="宋体" charset="-122"/>
              </a:rPr>
              <a:t>ABC</a:t>
            </a:r>
            <a:r>
              <a:rPr kumimoji="0" lang="zh-CN" altLang="en-US" sz="2000" b="1" i="0" dirty="0">
                <a:latin typeface="宋体" charset="-122"/>
              </a:rPr>
              <a:t>在上，其水平投影可见。</a:t>
            </a:r>
          </a:p>
        </p:txBody>
      </p:sp>
      <p:grpSp>
        <p:nvGrpSpPr>
          <p:cNvPr id="60" name="Group 57">
            <a:extLst>
              <a:ext uri="{FF2B5EF4-FFF2-40B4-BE49-F238E27FC236}">
                <a16:creationId xmlns:a16="http://schemas.microsoft.com/office/drawing/2014/main" id="{4A4A4EC4-C2EC-A7F3-B6B7-A0D4357E4BC0}"/>
              </a:ext>
            </a:extLst>
          </p:cNvPr>
          <p:cNvGrpSpPr>
            <a:grpSpLocks/>
          </p:cNvGrpSpPr>
          <p:nvPr/>
        </p:nvGrpSpPr>
        <p:grpSpPr bwMode="auto">
          <a:xfrm>
            <a:off x="2437193" y="3871316"/>
            <a:ext cx="1957388" cy="1054101"/>
            <a:chOff x="956" y="2594"/>
            <a:chExt cx="1233" cy="664"/>
          </a:xfrm>
        </p:grpSpPr>
        <p:sp>
          <p:nvSpPr>
            <p:cNvPr id="61" name="Freeform 58">
              <a:extLst>
                <a:ext uri="{FF2B5EF4-FFF2-40B4-BE49-F238E27FC236}">
                  <a16:creationId xmlns:a16="http://schemas.microsoft.com/office/drawing/2014/main" id="{410B9ABA-1D20-92F4-52D4-8EFDFAE09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6" y="2594"/>
              <a:ext cx="480" cy="217"/>
            </a:xfrm>
            <a:custGeom>
              <a:avLst/>
              <a:gdLst>
                <a:gd name="T0" fmla="*/ 0 w 480"/>
                <a:gd name="T1" fmla="*/ 217 h 217"/>
                <a:gd name="T2" fmla="*/ 480 w 480"/>
                <a:gd name="T3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80" h="217">
                  <a:moveTo>
                    <a:pt x="0" y="217"/>
                  </a:moveTo>
                  <a:lnTo>
                    <a:pt x="480" y="0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2" name="Freeform 59">
              <a:extLst>
                <a:ext uri="{FF2B5EF4-FFF2-40B4-BE49-F238E27FC236}">
                  <a16:creationId xmlns:a16="http://schemas.microsoft.com/office/drawing/2014/main" id="{5D8BC083-9CCC-0BF3-4BB6-F0AD665307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" y="3128"/>
              <a:ext cx="488" cy="130"/>
            </a:xfrm>
            <a:custGeom>
              <a:avLst/>
              <a:gdLst>
                <a:gd name="T0" fmla="*/ 0 w 488"/>
                <a:gd name="T1" fmla="*/ 0 h 130"/>
                <a:gd name="T2" fmla="*/ 488 w 488"/>
                <a:gd name="T3" fmla="*/ 13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88" h="130">
                  <a:moveTo>
                    <a:pt x="0" y="0"/>
                  </a:moveTo>
                  <a:lnTo>
                    <a:pt x="488" y="130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3" name="Line 60">
              <a:extLst>
                <a:ext uri="{FF2B5EF4-FFF2-40B4-BE49-F238E27FC236}">
                  <a16:creationId xmlns:a16="http://schemas.microsoft.com/office/drawing/2014/main" id="{34007804-8B7F-DC79-C7A8-CECDEDD633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05" y="2915"/>
              <a:ext cx="384" cy="24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4" name="Line 61">
              <a:extLst>
                <a:ext uri="{FF2B5EF4-FFF2-40B4-BE49-F238E27FC236}">
                  <a16:creationId xmlns:a16="http://schemas.microsoft.com/office/drawing/2014/main" id="{B422DF11-2365-BF79-B5CF-74BF134E67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9" y="2636"/>
              <a:ext cx="288" cy="4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5" name="Group 62">
            <a:extLst>
              <a:ext uri="{FF2B5EF4-FFF2-40B4-BE49-F238E27FC236}">
                <a16:creationId xmlns:a16="http://schemas.microsoft.com/office/drawing/2014/main" id="{B4B53D21-78A7-5494-9FB0-9F5264822307}"/>
              </a:ext>
            </a:extLst>
          </p:cNvPr>
          <p:cNvGrpSpPr>
            <a:grpSpLocks/>
          </p:cNvGrpSpPr>
          <p:nvPr/>
        </p:nvGrpSpPr>
        <p:grpSpPr bwMode="auto">
          <a:xfrm>
            <a:off x="3618291" y="3598260"/>
            <a:ext cx="503238" cy="473075"/>
            <a:chOff x="1675" y="1929"/>
            <a:chExt cx="317" cy="298"/>
          </a:xfrm>
        </p:grpSpPr>
        <p:sp>
          <p:nvSpPr>
            <p:cNvPr id="66" name="Text Box 63">
              <a:extLst>
                <a:ext uri="{FF2B5EF4-FFF2-40B4-BE49-F238E27FC236}">
                  <a16:creationId xmlns:a16="http://schemas.microsoft.com/office/drawing/2014/main" id="{1BD984A6-1B67-9FD0-C610-FABCB9A0AE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1" y="1929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n</a:t>
              </a:r>
              <a:endParaRPr kumimoji="0" lang="en-US" altLang="zh-CN" b="1" i="1">
                <a:latin typeface="Times New Roman" charset="0"/>
              </a:endParaRPr>
            </a:p>
          </p:txBody>
        </p:sp>
        <p:sp>
          <p:nvSpPr>
            <p:cNvPr id="67" name="Text Box 64">
              <a:extLst>
                <a:ext uri="{FF2B5EF4-FFF2-40B4-BE49-F238E27FC236}">
                  <a16:creationId xmlns:a16="http://schemas.microsoft.com/office/drawing/2014/main" id="{7FCF522D-2FB8-12C1-E967-AACC6AA02A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5" y="2073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dirty="0">
                  <a:solidFill>
                    <a:srgbClr val="996633"/>
                  </a:solidFill>
                  <a:latin typeface="Times New Roman" charset="0"/>
                </a:rPr>
                <a:t>●</a:t>
              </a:r>
              <a:endParaRPr lang="en-US" altLang="zh-CN" sz="1000" dirty="0">
                <a:solidFill>
                  <a:srgbClr val="CC00CC"/>
                </a:solidFill>
                <a:latin typeface="Times New Roman" charset="0"/>
              </a:endParaRPr>
            </a:p>
          </p:txBody>
        </p:sp>
      </p:grpSp>
      <p:grpSp>
        <p:nvGrpSpPr>
          <p:cNvPr id="68" name="Group 65">
            <a:extLst>
              <a:ext uri="{FF2B5EF4-FFF2-40B4-BE49-F238E27FC236}">
                <a16:creationId xmlns:a16="http://schemas.microsoft.com/office/drawing/2014/main" id="{1C341E1D-8CED-7F73-787B-7F24761E4DF6}"/>
              </a:ext>
            </a:extLst>
          </p:cNvPr>
          <p:cNvGrpSpPr>
            <a:grpSpLocks/>
          </p:cNvGrpSpPr>
          <p:nvPr/>
        </p:nvGrpSpPr>
        <p:grpSpPr bwMode="auto">
          <a:xfrm>
            <a:off x="3615118" y="4641254"/>
            <a:ext cx="439738" cy="398463"/>
            <a:chOff x="1690" y="2583"/>
            <a:chExt cx="277" cy="251"/>
          </a:xfrm>
        </p:grpSpPr>
        <p:sp>
          <p:nvSpPr>
            <p:cNvPr id="69" name="Text Box 66">
              <a:extLst>
                <a:ext uri="{FF2B5EF4-FFF2-40B4-BE49-F238E27FC236}">
                  <a16:creationId xmlns:a16="http://schemas.microsoft.com/office/drawing/2014/main" id="{56961CC9-A5EB-D1BB-1917-042A011441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6" y="2601"/>
              <a:ext cx="23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m</a:t>
              </a:r>
              <a:endParaRPr kumimoji="0" lang="en-US" altLang="zh-CN" b="1" i="1">
                <a:latin typeface="Times New Roman" charset="0"/>
              </a:endParaRPr>
            </a:p>
          </p:txBody>
        </p:sp>
        <p:sp>
          <p:nvSpPr>
            <p:cNvPr id="70" name="Text Box 67">
              <a:extLst>
                <a:ext uri="{FF2B5EF4-FFF2-40B4-BE49-F238E27FC236}">
                  <a16:creationId xmlns:a16="http://schemas.microsoft.com/office/drawing/2014/main" id="{86017180-5C33-82E1-4C39-3BF48940F6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0" y="2583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dirty="0">
                  <a:solidFill>
                    <a:srgbClr val="996633"/>
                  </a:solidFill>
                  <a:latin typeface="Times New Roman" charset="0"/>
                </a:rPr>
                <a:t>●</a:t>
              </a:r>
              <a:endParaRPr lang="en-US" altLang="zh-CN" sz="1000" dirty="0">
                <a:solidFill>
                  <a:srgbClr val="CC00CC"/>
                </a:solidFill>
                <a:latin typeface="Times New Roman" charset="0"/>
              </a:endParaRPr>
            </a:p>
          </p:txBody>
        </p:sp>
      </p:grpSp>
      <p:sp>
        <p:nvSpPr>
          <p:cNvPr id="71" name="Text Box 68">
            <a:extLst>
              <a:ext uri="{FF2B5EF4-FFF2-40B4-BE49-F238E27FC236}">
                <a16:creationId xmlns:a16="http://schemas.microsoft.com/office/drawing/2014/main" id="{A9DEEA21-33C7-0B85-3F88-1C64C7F86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3057" y="1885385"/>
            <a:ext cx="3111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1000" i="0" dirty="0">
                <a:solidFill>
                  <a:schemeClr val="tx2"/>
                </a:solidFill>
                <a:latin typeface="Times New Roman" charset="0"/>
              </a:rPr>
              <a:t>●</a:t>
            </a:r>
          </a:p>
        </p:txBody>
      </p:sp>
      <p:sp>
        <p:nvSpPr>
          <p:cNvPr id="72" name="Text Box 128">
            <a:extLst>
              <a:ext uri="{FF2B5EF4-FFF2-40B4-BE49-F238E27FC236}">
                <a16:creationId xmlns:a16="http://schemas.microsoft.com/office/drawing/2014/main" id="{36C1C40E-26DA-0489-CF64-C8DDD75DD7E1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7775312" y="3839072"/>
            <a:ext cx="14906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3200" b="1" i="0" dirty="0">
                <a:solidFill>
                  <a:srgbClr val="FF0000"/>
                </a:solidFill>
                <a:latin typeface="Times New Roman" charset="0"/>
              </a:rPr>
              <a:t>能</a:t>
            </a:r>
            <a:r>
              <a:rPr lang="en-US" altLang="zh-CN" sz="3200" b="1" i="0" dirty="0">
                <a:solidFill>
                  <a:srgbClr val="FF0000"/>
                </a:solidFill>
                <a:latin typeface="Times New Roman" charset="0"/>
              </a:rPr>
              <a:t>!</a:t>
            </a:r>
          </a:p>
        </p:txBody>
      </p:sp>
      <p:sp>
        <p:nvSpPr>
          <p:cNvPr id="73" name="Text Box 129">
            <a:extLst>
              <a:ext uri="{FF2B5EF4-FFF2-40B4-BE49-F238E27FC236}">
                <a16:creationId xmlns:a16="http://schemas.microsoft.com/office/drawing/2014/main" id="{1AB19901-73E7-C898-08D9-CD7D8238E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9829" y="5349672"/>
            <a:ext cx="14670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000" b="1" i="0" dirty="0">
                <a:latin typeface="Times New Roman" charset="0"/>
              </a:rPr>
              <a:t>如何判别？</a:t>
            </a:r>
          </a:p>
        </p:txBody>
      </p:sp>
      <p:sp>
        <p:nvSpPr>
          <p:cNvPr id="75" name="Text Box 131">
            <a:extLst>
              <a:ext uri="{FF2B5EF4-FFF2-40B4-BE49-F238E27FC236}">
                <a16:creationId xmlns:a16="http://schemas.microsoft.com/office/drawing/2014/main" id="{118C7E52-6E32-2CF8-AD0E-08C01748F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2162" y="1184401"/>
            <a:ext cx="12602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/>
            <a:r>
              <a:rPr kumimoji="0" lang="en-US" altLang="zh-CN" sz="2400" b="1" i="0" dirty="0">
                <a:latin typeface="Times New Roman" charset="0"/>
              </a:rPr>
              <a:t>⑴</a:t>
            </a:r>
            <a:r>
              <a:rPr lang="zh-CN" altLang="en-US" sz="2400" dirty="0">
                <a:solidFill>
                  <a:srgbClr val="C00000"/>
                </a:solidFill>
                <a:sym typeface="Wingdings" panose="05000000000000000000" pitchFamily="2" charset="2"/>
              </a:rPr>
              <a:t></a:t>
            </a:r>
            <a:endParaRPr kumimoji="0" lang="en-US" altLang="zh-CN" sz="2400" b="1" i="0" dirty="0">
              <a:latin typeface="Times New Roman" charset="0"/>
            </a:endParaRPr>
          </a:p>
        </p:txBody>
      </p:sp>
      <p:sp>
        <p:nvSpPr>
          <p:cNvPr id="76" name="Line 132">
            <a:extLst>
              <a:ext uri="{FF2B5EF4-FFF2-40B4-BE49-F238E27FC236}">
                <a16:creationId xmlns:a16="http://schemas.microsoft.com/office/drawing/2014/main" id="{E0370E71-162D-BE1A-7C0A-73615017FAD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981" y="3482374"/>
            <a:ext cx="188912" cy="533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" name="Line 133">
            <a:extLst>
              <a:ext uri="{FF2B5EF4-FFF2-40B4-BE49-F238E27FC236}">
                <a16:creationId xmlns:a16="http://schemas.microsoft.com/office/drawing/2014/main" id="{9DD36654-2520-050A-F21A-B939617D03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1243" y="4403124"/>
            <a:ext cx="304800" cy="8318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" name="Line 134">
            <a:extLst>
              <a:ext uri="{FF2B5EF4-FFF2-40B4-BE49-F238E27FC236}">
                <a16:creationId xmlns:a16="http://schemas.microsoft.com/office/drawing/2014/main" id="{117F21D0-3A44-C3F3-1A22-8BC00D05378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7893" y="4015774"/>
            <a:ext cx="133350" cy="3873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79" name="Group 135">
            <a:extLst>
              <a:ext uri="{FF2B5EF4-FFF2-40B4-BE49-F238E27FC236}">
                <a16:creationId xmlns:a16="http://schemas.microsoft.com/office/drawing/2014/main" id="{C6E1B11E-110C-73C1-1C2F-5D4A8CFC4708}"/>
              </a:ext>
            </a:extLst>
          </p:cNvPr>
          <p:cNvGrpSpPr>
            <a:grpSpLocks/>
          </p:cNvGrpSpPr>
          <p:nvPr/>
        </p:nvGrpSpPr>
        <p:grpSpPr bwMode="auto">
          <a:xfrm>
            <a:off x="8534528" y="3705722"/>
            <a:ext cx="2455863" cy="1758950"/>
            <a:chOff x="3908" y="2918"/>
            <a:chExt cx="1547" cy="1108"/>
          </a:xfrm>
        </p:grpSpPr>
        <p:sp>
          <p:nvSpPr>
            <p:cNvPr id="80" name="Rectangle 70">
              <a:extLst>
                <a:ext uri="{FF2B5EF4-FFF2-40B4-BE49-F238E27FC236}">
                  <a16:creationId xmlns:a16="http://schemas.microsoft.com/office/drawing/2014/main" id="{04071D28-9208-29AA-4C94-18AD4BBC5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3" y="2918"/>
              <a:ext cx="1101" cy="577"/>
            </a:xfrm>
            <a:prstGeom prst="rect">
              <a:avLst/>
            </a:prstGeom>
            <a:solidFill>
              <a:srgbClr val="00D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Rectangle 124">
              <a:extLst>
                <a:ext uri="{FF2B5EF4-FFF2-40B4-BE49-F238E27FC236}">
                  <a16:creationId xmlns:a16="http://schemas.microsoft.com/office/drawing/2014/main" id="{22B4EB0A-5337-9AF0-94C3-E43FB291E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0" y="3499"/>
              <a:ext cx="15" cy="12"/>
            </a:xfrm>
            <a:prstGeom prst="rect">
              <a:avLst/>
            </a:prstGeom>
            <a:solidFill>
              <a:srgbClr val="FADB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25">
              <a:extLst>
                <a:ext uri="{FF2B5EF4-FFF2-40B4-BE49-F238E27FC236}">
                  <a16:creationId xmlns:a16="http://schemas.microsoft.com/office/drawing/2014/main" id="{2D7C6B1A-C91A-0447-6A61-F11F87C94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6" y="3317"/>
              <a:ext cx="18" cy="46"/>
            </a:xfrm>
            <a:custGeom>
              <a:avLst/>
              <a:gdLst>
                <a:gd name="T0" fmla="*/ 0 w 35"/>
                <a:gd name="T1" fmla="*/ 92 h 92"/>
                <a:gd name="T2" fmla="*/ 17 w 35"/>
                <a:gd name="T3" fmla="*/ 12 h 92"/>
                <a:gd name="T4" fmla="*/ 23 w 35"/>
                <a:gd name="T5" fmla="*/ 6 h 92"/>
                <a:gd name="T6" fmla="*/ 35 w 35"/>
                <a:gd name="T7" fmla="*/ 0 h 92"/>
                <a:gd name="T8" fmla="*/ 20 w 35"/>
                <a:gd name="T9" fmla="*/ 78 h 92"/>
                <a:gd name="T10" fmla="*/ 0 w 35"/>
                <a:gd name="T11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92">
                  <a:moveTo>
                    <a:pt x="0" y="92"/>
                  </a:moveTo>
                  <a:lnTo>
                    <a:pt x="17" y="12"/>
                  </a:lnTo>
                  <a:lnTo>
                    <a:pt x="23" y="6"/>
                  </a:lnTo>
                  <a:lnTo>
                    <a:pt x="35" y="0"/>
                  </a:lnTo>
                  <a:lnTo>
                    <a:pt x="20" y="78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E56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26">
              <a:extLst>
                <a:ext uri="{FF2B5EF4-FFF2-40B4-BE49-F238E27FC236}">
                  <a16:creationId xmlns:a16="http://schemas.microsoft.com/office/drawing/2014/main" id="{86A4D6EB-3FFE-CA4E-E030-6F10816075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1" y="3595"/>
              <a:ext cx="43" cy="82"/>
            </a:xfrm>
            <a:custGeom>
              <a:avLst/>
              <a:gdLst>
                <a:gd name="T0" fmla="*/ 25 w 85"/>
                <a:gd name="T1" fmla="*/ 9 h 165"/>
                <a:gd name="T2" fmla="*/ 32 w 85"/>
                <a:gd name="T3" fmla="*/ 25 h 165"/>
                <a:gd name="T4" fmla="*/ 37 w 85"/>
                <a:gd name="T5" fmla="*/ 44 h 165"/>
                <a:gd name="T6" fmla="*/ 39 w 85"/>
                <a:gd name="T7" fmla="*/ 62 h 165"/>
                <a:gd name="T8" fmla="*/ 38 w 85"/>
                <a:gd name="T9" fmla="*/ 79 h 165"/>
                <a:gd name="T10" fmla="*/ 34 w 85"/>
                <a:gd name="T11" fmla="*/ 103 h 165"/>
                <a:gd name="T12" fmla="*/ 25 w 85"/>
                <a:gd name="T13" fmla="*/ 117 h 165"/>
                <a:gd name="T14" fmla="*/ 14 w 85"/>
                <a:gd name="T15" fmla="*/ 134 h 165"/>
                <a:gd name="T16" fmla="*/ 0 w 85"/>
                <a:gd name="T17" fmla="*/ 147 h 165"/>
                <a:gd name="T18" fmla="*/ 8 w 85"/>
                <a:gd name="T19" fmla="*/ 157 h 165"/>
                <a:gd name="T20" fmla="*/ 15 w 85"/>
                <a:gd name="T21" fmla="*/ 160 h 165"/>
                <a:gd name="T22" fmla="*/ 21 w 85"/>
                <a:gd name="T23" fmla="*/ 160 h 165"/>
                <a:gd name="T24" fmla="*/ 27 w 85"/>
                <a:gd name="T25" fmla="*/ 160 h 165"/>
                <a:gd name="T26" fmla="*/ 34 w 85"/>
                <a:gd name="T27" fmla="*/ 157 h 165"/>
                <a:gd name="T28" fmla="*/ 40 w 85"/>
                <a:gd name="T29" fmla="*/ 156 h 165"/>
                <a:gd name="T30" fmla="*/ 50 w 85"/>
                <a:gd name="T31" fmla="*/ 156 h 165"/>
                <a:gd name="T32" fmla="*/ 53 w 85"/>
                <a:gd name="T33" fmla="*/ 158 h 165"/>
                <a:gd name="T34" fmla="*/ 56 w 85"/>
                <a:gd name="T35" fmla="*/ 162 h 165"/>
                <a:gd name="T36" fmla="*/ 65 w 85"/>
                <a:gd name="T37" fmla="*/ 165 h 165"/>
                <a:gd name="T38" fmla="*/ 74 w 85"/>
                <a:gd name="T39" fmla="*/ 161 h 165"/>
                <a:gd name="T40" fmla="*/ 79 w 85"/>
                <a:gd name="T41" fmla="*/ 147 h 165"/>
                <a:gd name="T42" fmla="*/ 83 w 85"/>
                <a:gd name="T43" fmla="*/ 122 h 165"/>
                <a:gd name="T44" fmla="*/ 85 w 85"/>
                <a:gd name="T45" fmla="*/ 95 h 165"/>
                <a:gd name="T46" fmla="*/ 84 w 85"/>
                <a:gd name="T47" fmla="*/ 66 h 165"/>
                <a:gd name="T48" fmla="*/ 81 w 85"/>
                <a:gd name="T49" fmla="*/ 45 h 165"/>
                <a:gd name="T50" fmla="*/ 73 w 85"/>
                <a:gd name="T51" fmla="*/ 19 h 165"/>
                <a:gd name="T52" fmla="*/ 68 w 85"/>
                <a:gd name="T53" fmla="*/ 9 h 165"/>
                <a:gd name="T54" fmla="*/ 63 w 85"/>
                <a:gd name="T55" fmla="*/ 3 h 165"/>
                <a:gd name="T56" fmla="*/ 53 w 85"/>
                <a:gd name="T57" fmla="*/ 0 h 165"/>
                <a:gd name="T58" fmla="*/ 44 w 85"/>
                <a:gd name="T59" fmla="*/ 0 h 165"/>
                <a:gd name="T60" fmla="*/ 33 w 85"/>
                <a:gd name="T61" fmla="*/ 3 h 165"/>
                <a:gd name="T62" fmla="*/ 25 w 85"/>
                <a:gd name="T63" fmla="*/ 9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5" h="165">
                  <a:moveTo>
                    <a:pt x="25" y="9"/>
                  </a:moveTo>
                  <a:lnTo>
                    <a:pt x="32" y="25"/>
                  </a:lnTo>
                  <a:lnTo>
                    <a:pt x="37" y="44"/>
                  </a:lnTo>
                  <a:lnTo>
                    <a:pt x="39" y="62"/>
                  </a:lnTo>
                  <a:lnTo>
                    <a:pt x="38" y="79"/>
                  </a:lnTo>
                  <a:lnTo>
                    <a:pt x="34" y="103"/>
                  </a:lnTo>
                  <a:lnTo>
                    <a:pt x="25" y="117"/>
                  </a:lnTo>
                  <a:lnTo>
                    <a:pt x="14" y="134"/>
                  </a:lnTo>
                  <a:lnTo>
                    <a:pt x="0" y="147"/>
                  </a:lnTo>
                  <a:lnTo>
                    <a:pt x="8" y="157"/>
                  </a:lnTo>
                  <a:lnTo>
                    <a:pt x="15" y="160"/>
                  </a:lnTo>
                  <a:lnTo>
                    <a:pt x="21" y="160"/>
                  </a:lnTo>
                  <a:lnTo>
                    <a:pt x="27" y="160"/>
                  </a:lnTo>
                  <a:lnTo>
                    <a:pt x="34" y="157"/>
                  </a:lnTo>
                  <a:lnTo>
                    <a:pt x="40" y="156"/>
                  </a:lnTo>
                  <a:lnTo>
                    <a:pt x="50" y="156"/>
                  </a:lnTo>
                  <a:lnTo>
                    <a:pt x="53" y="158"/>
                  </a:lnTo>
                  <a:lnTo>
                    <a:pt x="56" y="162"/>
                  </a:lnTo>
                  <a:lnTo>
                    <a:pt x="65" y="165"/>
                  </a:lnTo>
                  <a:lnTo>
                    <a:pt x="74" y="161"/>
                  </a:lnTo>
                  <a:lnTo>
                    <a:pt x="79" y="147"/>
                  </a:lnTo>
                  <a:lnTo>
                    <a:pt x="83" y="122"/>
                  </a:lnTo>
                  <a:lnTo>
                    <a:pt x="85" y="95"/>
                  </a:lnTo>
                  <a:lnTo>
                    <a:pt x="84" y="66"/>
                  </a:lnTo>
                  <a:lnTo>
                    <a:pt x="81" y="45"/>
                  </a:lnTo>
                  <a:lnTo>
                    <a:pt x="73" y="19"/>
                  </a:lnTo>
                  <a:lnTo>
                    <a:pt x="68" y="9"/>
                  </a:lnTo>
                  <a:lnTo>
                    <a:pt x="63" y="3"/>
                  </a:lnTo>
                  <a:lnTo>
                    <a:pt x="53" y="0"/>
                  </a:lnTo>
                  <a:lnTo>
                    <a:pt x="44" y="0"/>
                  </a:lnTo>
                  <a:lnTo>
                    <a:pt x="33" y="3"/>
                  </a:lnTo>
                  <a:lnTo>
                    <a:pt x="25" y="9"/>
                  </a:lnTo>
                  <a:close/>
                </a:path>
              </a:pathLst>
            </a:custGeom>
            <a:solidFill>
              <a:srgbClr val="7F5F3F"/>
            </a:solidFill>
            <a:ln w="6350">
              <a:solidFill>
                <a:srgbClr val="3F1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 Box 127">
              <a:extLst>
                <a:ext uri="{FF2B5EF4-FFF2-40B4-BE49-F238E27FC236}">
                  <a16:creationId xmlns:a16="http://schemas.microsoft.com/office/drawing/2014/main" id="{C0C5848F-F7A5-F0F0-EE30-0EB5F3738A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8" y="2922"/>
              <a:ext cx="1208" cy="518"/>
            </a:xfrm>
            <a:prstGeom prst="rect">
              <a:avLst/>
            </a:prstGeom>
            <a:solidFill>
              <a:srgbClr val="66FF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l" eaLnBrk="1" hangingPunct="1"/>
              <a:r>
                <a:rPr lang="zh-CN" altLang="en-US" b="1" i="0">
                  <a:latin typeface="Times New Roman" charset="0"/>
                </a:rPr>
                <a:t>能否不用重影点判别？</a:t>
              </a:r>
            </a:p>
          </p:txBody>
        </p:sp>
        <p:grpSp>
          <p:nvGrpSpPr>
            <p:cNvPr id="85" name="Group 71">
              <a:extLst>
                <a:ext uri="{FF2B5EF4-FFF2-40B4-BE49-F238E27FC236}">
                  <a16:creationId xmlns:a16="http://schemas.microsoft.com/office/drawing/2014/main" id="{7242354F-A764-41C2-8120-78C978DA3F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6" y="2923"/>
              <a:ext cx="589" cy="1103"/>
              <a:chOff x="1996" y="2992"/>
              <a:chExt cx="589" cy="1103"/>
            </a:xfrm>
          </p:grpSpPr>
          <p:sp>
            <p:nvSpPr>
              <p:cNvPr id="86" name="Freeform 72">
                <a:extLst>
                  <a:ext uri="{FF2B5EF4-FFF2-40B4-BE49-F238E27FC236}">
                    <a16:creationId xmlns:a16="http://schemas.microsoft.com/office/drawing/2014/main" id="{F9B1A0B6-C7FF-5C5C-002B-629B3E2A3C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9" y="3824"/>
                <a:ext cx="432" cy="271"/>
              </a:xfrm>
              <a:custGeom>
                <a:avLst/>
                <a:gdLst>
                  <a:gd name="T0" fmla="*/ 71 w 863"/>
                  <a:gd name="T1" fmla="*/ 0 h 540"/>
                  <a:gd name="T2" fmla="*/ 0 w 863"/>
                  <a:gd name="T3" fmla="*/ 540 h 540"/>
                  <a:gd name="T4" fmla="*/ 863 w 863"/>
                  <a:gd name="T5" fmla="*/ 540 h 540"/>
                  <a:gd name="T6" fmla="*/ 831 w 863"/>
                  <a:gd name="T7" fmla="*/ 6 h 540"/>
                  <a:gd name="T8" fmla="*/ 71 w 863"/>
                  <a:gd name="T9" fmla="*/ 0 h 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3" h="540">
                    <a:moveTo>
                      <a:pt x="71" y="0"/>
                    </a:moveTo>
                    <a:lnTo>
                      <a:pt x="0" y="540"/>
                    </a:lnTo>
                    <a:lnTo>
                      <a:pt x="863" y="540"/>
                    </a:lnTo>
                    <a:lnTo>
                      <a:pt x="831" y="6"/>
                    </a:lnTo>
                    <a:lnTo>
                      <a:pt x="71" y="0"/>
                    </a:lnTo>
                    <a:close/>
                  </a:path>
                </a:pathLst>
              </a:custGeom>
              <a:solidFill>
                <a:srgbClr val="00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7" name="Group 73">
                <a:extLst>
                  <a:ext uri="{FF2B5EF4-FFF2-40B4-BE49-F238E27FC236}">
                    <a16:creationId xmlns:a16="http://schemas.microsoft.com/office/drawing/2014/main" id="{BE5B08ED-CF78-3428-E0E5-2A253BE8FA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96" y="2992"/>
                <a:ext cx="507" cy="855"/>
                <a:chOff x="1996" y="2992"/>
                <a:chExt cx="507" cy="855"/>
              </a:xfrm>
            </p:grpSpPr>
            <p:grpSp>
              <p:nvGrpSpPr>
                <p:cNvPr id="90" name="Group 74">
                  <a:extLst>
                    <a:ext uri="{FF2B5EF4-FFF2-40B4-BE49-F238E27FC236}">
                      <a16:creationId xmlns:a16="http://schemas.microsoft.com/office/drawing/2014/main" id="{989BFD9A-5B66-A50F-AAC5-E3C78A9B01B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176" y="3259"/>
                  <a:ext cx="189" cy="206"/>
                  <a:chOff x="2176" y="3259"/>
                  <a:chExt cx="189" cy="206"/>
                </a:xfrm>
              </p:grpSpPr>
              <p:sp>
                <p:nvSpPr>
                  <p:cNvPr id="135" name="Freeform 75">
                    <a:extLst>
                      <a:ext uri="{FF2B5EF4-FFF2-40B4-BE49-F238E27FC236}">
                        <a16:creationId xmlns:a16="http://schemas.microsoft.com/office/drawing/2014/main" id="{C924C766-AEF8-3EC1-ADDD-564EECB2B8D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6" y="3259"/>
                    <a:ext cx="189" cy="206"/>
                  </a:xfrm>
                  <a:custGeom>
                    <a:avLst/>
                    <a:gdLst>
                      <a:gd name="T0" fmla="*/ 70 w 378"/>
                      <a:gd name="T1" fmla="*/ 0 h 414"/>
                      <a:gd name="T2" fmla="*/ 50 w 378"/>
                      <a:gd name="T3" fmla="*/ 111 h 414"/>
                      <a:gd name="T4" fmla="*/ 39 w 378"/>
                      <a:gd name="T5" fmla="*/ 121 h 414"/>
                      <a:gd name="T6" fmla="*/ 21 w 378"/>
                      <a:gd name="T7" fmla="*/ 132 h 414"/>
                      <a:gd name="T8" fmla="*/ 0 w 378"/>
                      <a:gd name="T9" fmla="*/ 138 h 414"/>
                      <a:gd name="T10" fmla="*/ 24 w 378"/>
                      <a:gd name="T11" fmla="*/ 245 h 414"/>
                      <a:gd name="T12" fmla="*/ 34 w 378"/>
                      <a:gd name="T13" fmla="*/ 298 h 414"/>
                      <a:gd name="T14" fmla="*/ 43 w 378"/>
                      <a:gd name="T15" fmla="*/ 329 h 414"/>
                      <a:gd name="T16" fmla="*/ 57 w 378"/>
                      <a:gd name="T17" fmla="*/ 357 h 414"/>
                      <a:gd name="T18" fmla="*/ 85 w 378"/>
                      <a:gd name="T19" fmla="*/ 374 h 414"/>
                      <a:gd name="T20" fmla="*/ 130 w 378"/>
                      <a:gd name="T21" fmla="*/ 393 h 414"/>
                      <a:gd name="T22" fmla="*/ 185 w 378"/>
                      <a:gd name="T23" fmla="*/ 409 h 414"/>
                      <a:gd name="T24" fmla="*/ 225 w 378"/>
                      <a:gd name="T25" fmla="*/ 414 h 414"/>
                      <a:gd name="T26" fmla="*/ 260 w 378"/>
                      <a:gd name="T27" fmla="*/ 409 h 414"/>
                      <a:gd name="T28" fmla="*/ 302 w 378"/>
                      <a:gd name="T29" fmla="*/ 399 h 414"/>
                      <a:gd name="T30" fmla="*/ 330 w 378"/>
                      <a:gd name="T31" fmla="*/ 381 h 414"/>
                      <a:gd name="T32" fmla="*/ 368 w 378"/>
                      <a:gd name="T33" fmla="*/ 331 h 414"/>
                      <a:gd name="T34" fmla="*/ 378 w 378"/>
                      <a:gd name="T35" fmla="*/ 286 h 414"/>
                      <a:gd name="T36" fmla="*/ 373 w 378"/>
                      <a:gd name="T37" fmla="*/ 224 h 414"/>
                      <a:gd name="T38" fmla="*/ 359 w 378"/>
                      <a:gd name="T39" fmla="*/ 201 h 414"/>
                      <a:gd name="T40" fmla="*/ 315 w 378"/>
                      <a:gd name="T41" fmla="*/ 158 h 414"/>
                      <a:gd name="T42" fmla="*/ 301 w 378"/>
                      <a:gd name="T43" fmla="*/ 144 h 414"/>
                      <a:gd name="T44" fmla="*/ 299 w 378"/>
                      <a:gd name="T45" fmla="*/ 84 h 414"/>
                      <a:gd name="T46" fmla="*/ 307 w 378"/>
                      <a:gd name="T47" fmla="*/ 43 h 414"/>
                      <a:gd name="T48" fmla="*/ 70 w 378"/>
                      <a:gd name="T49" fmla="*/ 0 h 4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</a:cxnLst>
                    <a:rect l="0" t="0" r="r" b="b"/>
                    <a:pathLst>
                      <a:path w="378" h="414">
                        <a:moveTo>
                          <a:pt x="70" y="0"/>
                        </a:moveTo>
                        <a:lnTo>
                          <a:pt x="50" y="111"/>
                        </a:lnTo>
                        <a:lnTo>
                          <a:pt x="39" y="121"/>
                        </a:lnTo>
                        <a:lnTo>
                          <a:pt x="21" y="132"/>
                        </a:lnTo>
                        <a:lnTo>
                          <a:pt x="0" y="138"/>
                        </a:lnTo>
                        <a:lnTo>
                          <a:pt x="24" y="245"/>
                        </a:lnTo>
                        <a:lnTo>
                          <a:pt x="34" y="298"/>
                        </a:lnTo>
                        <a:lnTo>
                          <a:pt x="43" y="329"/>
                        </a:lnTo>
                        <a:lnTo>
                          <a:pt x="57" y="357"/>
                        </a:lnTo>
                        <a:lnTo>
                          <a:pt x="85" y="374"/>
                        </a:lnTo>
                        <a:lnTo>
                          <a:pt x="130" y="393"/>
                        </a:lnTo>
                        <a:lnTo>
                          <a:pt x="185" y="409"/>
                        </a:lnTo>
                        <a:lnTo>
                          <a:pt x="225" y="414"/>
                        </a:lnTo>
                        <a:lnTo>
                          <a:pt x="260" y="409"/>
                        </a:lnTo>
                        <a:lnTo>
                          <a:pt x="302" y="399"/>
                        </a:lnTo>
                        <a:lnTo>
                          <a:pt x="330" y="381"/>
                        </a:lnTo>
                        <a:lnTo>
                          <a:pt x="368" y="331"/>
                        </a:lnTo>
                        <a:lnTo>
                          <a:pt x="378" y="286"/>
                        </a:lnTo>
                        <a:lnTo>
                          <a:pt x="373" y="224"/>
                        </a:lnTo>
                        <a:lnTo>
                          <a:pt x="359" y="201"/>
                        </a:lnTo>
                        <a:lnTo>
                          <a:pt x="315" y="158"/>
                        </a:lnTo>
                        <a:lnTo>
                          <a:pt x="301" y="144"/>
                        </a:lnTo>
                        <a:lnTo>
                          <a:pt x="299" y="84"/>
                        </a:lnTo>
                        <a:lnTo>
                          <a:pt x="307" y="43"/>
                        </a:lnTo>
                        <a:lnTo>
                          <a:pt x="70" y="0"/>
                        </a:lnTo>
                        <a:close/>
                      </a:path>
                    </a:pathLst>
                  </a:custGeom>
                  <a:solidFill>
                    <a:srgbClr val="FF9F7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36" name="Freeform 76">
                    <a:extLst>
                      <a:ext uri="{FF2B5EF4-FFF2-40B4-BE49-F238E27FC236}">
                        <a16:creationId xmlns:a16="http://schemas.microsoft.com/office/drawing/2014/main" id="{C2D25DE6-6D3A-5BAA-5BC5-A94D9C65D87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7" y="3259"/>
                    <a:ext cx="153" cy="178"/>
                  </a:xfrm>
                  <a:custGeom>
                    <a:avLst/>
                    <a:gdLst>
                      <a:gd name="T0" fmla="*/ 69 w 306"/>
                      <a:gd name="T1" fmla="*/ 0 h 357"/>
                      <a:gd name="T2" fmla="*/ 49 w 306"/>
                      <a:gd name="T3" fmla="*/ 111 h 357"/>
                      <a:gd name="T4" fmla="*/ 38 w 306"/>
                      <a:gd name="T5" fmla="*/ 121 h 357"/>
                      <a:gd name="T6" fmla="*/ 20 w 306"/>
                      <a:gd name="T7" fmla="*/ 132 h 357"/>
                      <a:gd name="T8" fmla="*/ 0 w 306"/>
                      <a:gd name="T9" fmla="*/ 138 h 357"/>
                      <a:gd name="T10" fmla="*/ 23 w 306"/>
                      <a:gd name="T11" fmla="*/ 245 h 357"/>
                      <a:gd name="T12" fmla="*/ 33 w 306"/>
                      <a:gd name="T13" fmla="*/ 298 h 357"/>
                      <a:gd name="T14" fmla="*/ 42 w 306"/>
                      <a:gd name="T15" fmla="*/ 329 h 357"/>
                      <a:gd name="T16" fmla="*/ 56 w 306"/>
                      <a:gd name="T17" fmla="*/ 357 h 357"/>
                      <a:gd name="T18" fmla="*/ 60 w 306"/>
                      <a:gd name="T19" fmla="*/ 333 h 357"/>
                      <a:gd name="T20" fmla="*/ 60 w 306"/>
                      <a:gd name="T21" fmla="*/ 313 h 357"/>
                      <a:gd name="T22" fmla="*/ 67 w 306"/>
                      <a:gd name="T23" fmla="*/ 293 h 357"/>
                      <a:gd name="T24" fmla="*/ 69 w 306"/>
                      <a:gd name="T25" fmla="*/ 279 h 357"/>
                      <a:gd name="T26" fmla="*/ 75 w 306"/>
                      <a:gd name="T27" fmla="*/ 253 h 357"/>
                      <a:gd name="T28" fmla="*/ 78 w 306"/>
                      <a:gd name="T29" fmla="*/ 232 h 357"/>
                      <a:gd name="T30" fmla="*/ 87 w 306"/>
                      <a:gd name="T31" fmla="*/ 201 h 357"/>
                      <a:gd name="T32" fmla="*/ 99 w 306"/>
                      <a:gd name="T33" fmla="*/ 180 h 357"/>
                      <a:gd name="T34" fmla="*/ 118 w 306"/>
                      <a:gd name="T35" fmla="*/ 164 h 357"/>
                      <a:gd name="T36" fmla="*/ 136 w 306"/>
                      <a:gd name="T37" fmla="*/ 148 h 357"/>
                      <a:gd name="T38" fmla="*/ 158 w 306"/>
                      <a:gd name="T39" fmla="*/ 129 h 357"/>
                      <a:gd name="T40" fmla="*/ 188 w 306"/>
                      <a:gd name="T41" fmla="*/ 112 h 357"/>
                      <a:gd name="T42" fmla="*/ 306 w 306"/>
                      <a:gd name="T43" fmla="*/ 43 h 357"/>
                      <a:gd name="T44" fmla="*/ 69 w 306"/>
                      <a:gd name="T45" fmla="*/ 0 h 35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</a:cxnLst>
                    <a:rect l="0" t="0" r="r" b="b"/>
                    <a:pathLst>
                      <a:path w="306" h="357">
                        <a:moveTo>
                          <a:pt x="69" y="0"/>
                        </a:moveTo>
                        <a:lnTo>
                          <a:pt x="49" y="111"/>
                        </a:lnTo>
                        <a:lnTo>
                          <a:pt x="38" y="121"/>
                        </a:lnTo>
                        <a:lnTo>
                          <a:pt x="20" y="132"/>
                        </a:lnTo>
                        <a:lnTo>
                          <a:pt x="0" y="138"/>
                        </a:lnTo>
                        <a:lnTo>
                          <a:pt x="23" y="245"/>
                        </a:lnTo>
                        <a:lnTo>
                          <a:pt x="33" y="298"/>
                        </a:lnTo>
                        <a:lnTo>
                          <a:pt x="42" y="329"/>
                        </a:lnTo>
                        <a:lnTo>
                          <a:pt x="56" y="357"/>
                        </a:lnTo>
                        <a:lnTo>
                          <a:pt x="60" y="333"/>
                        </a:lnTo>
                        <a:lnTo>
                          <a:pt x="60" y="313"/>
                        </a:lnTo>
                        <a:lnTo>
                          <a:pt x="67" y="293"/>
                        </a:lnTo>
                        <a:lnTo>
                          <a:pt x="69" y="279"/>
                        </a:lnTo>
                        <a:lnTo>
                          <a:pt x="75" y="253"/>
                        </a:lnTo>
                        <a:lnTo>
                          <a:pt x="78" y="232"/>
                        </a:lnTo>
                        <a:lnTo>
                          <a:pt x="87" y="201"/>
                        </a:lnTo>
                        <a:lnTo>
                          <a:pt x="99" y="180"/>
                        </a:lnTo>
                        <a:lnTo>
                          <a:pt x="118" y="164"/>
                        </a:lnTo>
                        <a:lnTo>
                          <a:pt x="136" y="148"/>
                        </a:lnTo>
                        <a:lnTo>
                          <a:pt x="158" y="129"/>
                        </a:lnTo>
                        <a:lnTo>
                          <a:pt x="188" y="112"/>
                        </a:lnTo>
                        <a:lnTo>
                          <a:pt x="306" y="43"/>
                        </a:lnTo>
                        <a:lnTo>
                          <a:pt x="69" y="0"/>
                        </a:lnTo>
                        <a:close/>
                      </a:path>
                    </a:pathLst>
                  </a:custGeom>
                  <a:solidFill>
                    <a:srgbClr val="FF7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37" name="Freeform 77">
                    <a:extLst>
                      <a:ext uri="{FF2B5EF4-FFF2-40B4-BE49-F238E27FC236}">
                        <a16:creationId xmlns:a16="http://schemas.microsoft.com/office/drawing/2014/main" id="{FE553425-82CE-61E7-06B9-1924DF1FFA3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6" y="3259"/>
                    <a:ext cx="154" cy="148"/>
                  </a:xfrm>
                  <a:custGeom>
                    <a:avLst/>
                    <a:gdLst>
                      <a:gd name="T0" fmla="*/ 70 w 307"/>
                      <a:gd name="T1" fmla="*/ 0 h 298"/>
                      <a:gd name="T2" fmla="*/ 50 w 307"/>
                      <a:gd name="T3" fmla="*/ 111 h 298"/>
                      <a:gd name="T4" fmla="*/ 39 w 307"/>
                      <a:gd name="T5" fmla="*/ 121 h 298"/>
                      <a:gd name="T6" fmla="*/ 21 w 307"/>
                      <a:gd name="T7" fmla="*/ 132 h 298"/>
                      <a:gd name="T8" fmla="*/ 0 w 307"/>
                      <a:gd name="T9" fmla="*/ 138 h 298"/>
                      <a:gd name="T10" fmla="*/ 24 w 307"/>
                      <a:gd name="T11" fmla="*/ 245 h 298"/>
                      <a:gd name="T12" fmla="*/ 34 w 307"/>
                      <a:gd name="T13" fmla="*/ 298 h 298"/>
                      <a:gd name="T14" fmla="*/ 37 w 307"/>
                      <a:gd name="T15" fmla="*/ 270 h 298"/>
                      <a:gd name="T16" fmla="*/ 41 w 307"/>
                      <a:gd name="T17" fmla="*/ 242 h 298"/>
                      <a:gd name="T18" fmla="*/ 49 w 307"/>
                      <a:gd name="T19" fmla="*/ 218 h 298"/>
                      <a:gd name="T20" fmla="*/ 50 w 307"/>
                      <a:gd name="T21" fmla="*/ 197 h 298"/>
                      <a:gd name="T22" fmla="*/ 57 w 307"/>
                      <a:gd name="T23" fmla="*/ 179 h 298"/>
                      <a:gd name="T24" fmla="*/ 71 w 307"/>
                      <a:gd name="T25" fmla="*/ 161 h 298"/>
                      <a:gd name="T26" fmla="*/ 87 w 307"/>
                      <a:gd name="T27" fmla="*/ 149 h 298"/>
                      <a:gd name="T28" fmla="*/ 109 w 307"/>
                      <a:gd name="T29" fmla="*/ 141 h 298"/>
                      <a:gd name="T30" fmla="*/ 126 w 307"/>
                      <a:gd name="T31" fmla="*/ 133 h 298"/>
                      <a:gd name="T32" fmla="*/ 156 w 307"/>
                      <a:gd name="T33" fmla="*/ 118 h 298"/>
                      <a:gd name="T34" fmla="*/ 183 w 307"/>
                      <a:gd name="T35" fmla="*/ 106 h 298"/>
                      <a:gd name="T36" fmla="*/ 307 w 307"/>
                      <a:gd name="T37" fmla="*/ 43 h 298"/>
                      <a:gd name="T38" fmla="*/ 70 w 307"/>
                      <a:gd name="T39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307" h="298">
                        <a:moveTo>
                          <a:pt x="70" y="0"/>
                        </a:moveTo>
                        <a:lnTo>
                          <a:pt x="50" y="111"/>
                        </a:lnTo>
                        <a:lnTo>
                          <a:pt x="39" y="121"/>
                        </a:lnTo>
                        <a:lnTo>
                          <a:pt x="21" y="132"/>
                        </a:lnTo>
                        <a:lnTo>
                          <a:pt x="0" y="138"/>
                        </a:lnTo>
                        <a:lnTo>
                          <a:pt x="24" y="245"/>
                        </a:lnTo>
                        <a:lnTo>
                          <a:pt x="34" y="298"/>
                        </a:lnTo>
                        <a:lnTo>
                          <a:pt x="37" y="270"/>
                        </a:lnTo>
                        <a:lnTo>
                          <a:pt x="41" y="242"/>
                        </a:lnTo>
                        <a:lnTo>
                          <a:pt x="49" y="218"/>
                        </a:lnTo>
                        <a:lnTo>
                          <a:pt x="50" y="197"/>
                        </a:lnTo>
                        <a:lnTo>
                          <a:pt x="57" y="179"/>
                        </a:lnTo>
                        <a:lnTo>
                          <a:pt x="71" y="161"/>
                        </a:lnTo>
                        <a:lnTo>
                          <a:pt x="87" y="149"/>
                        </a:lnTo>
                        <a:lnTo>
                          <a:pt x="109" y="141"/>
                        </a:lnTo>
                        <a:lnTo>
                          <a:pt x="126" y="133"/>
                        </a:lnTo>
                        <a:lnTo>
                          <a:pt x="156" y="118"/>
                        </a:lnTo>
                        <a:lnTo>
                          <a:pt x="183" y="106"/>
                        </a:lnTo>
                        <a:lnTo>
                          <a:pt x="307" y="43"/>
                        </a:lnTo>
                        <a:lnTo>
                          <a:pt x="70" y="0"/>
                        </a:lnTo>
                        <a:close/>
                      </a:path>
                    </a:pathLst>
                  </a:custGeom>
                  <a:solidFill>
                    <a:srgbClr val="FF9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91" name="Group 78">
                  <a:extLst>
                    <a:ext uri="{FF2B5EF4-FFF2-40B4-BE49-F238E27FC236}">
                      <a16:creationId xmlns:a16="http://schemas.microsoft.com/office/drawing/2014/main" id="{2AC3EE6F-834F-76C5-F4A3-A33F55B2B05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152" y="2992"/>
                  <a:ext cx="292" cy="317"/>
                  <a:chOff x="2152" y="2992"/>
                  <a:chExt cx="292" cy="317"/>
                </a:xfrm>
              </p:grpSpPr>
              <p:grpSp>
                <p:nvGrpSpPr>
                  <p:cNvPr id="106" name="Group 79">
                    <a:extLst>
                      <a:ext uri="{FF2B5EF4-FFF2-40B4-BE49-F238E27FC236}">
                        <a16:creationId xmlns:a16="http://schemas.microsoft.com/office/drawing/2014/main" id="{45354636-80E2-7009-039D-5A624520760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171" y="3042"/>
                    <a:ext cx="212" cy="267"/>
                    <a:chOff x="2171" y="3042"/>
                    <a:chExt cx="212" cy="267"/>
                  </a:xfrm>
                </p:grpSpPr>
                <p:grpSp>
                  <p:nvGrpSpPr>
                    <p:cNvPr id="130" name="Group 80">
                      <a:extLst>
                        <a:ext uri="{FF2B5EF4-FFF2-40B4-BE49-F238E27FC236}">
                          <a16:creationId xmlns:a16="http://schemas.microsoft.com/office/drawing/2014/main" id="{AC89D465-2A45-4AD8-0C56-81C5CC0A051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171" y="3042"/>
                      <a:ext cx="212" cy="267"/>
                      <a:chOff x="2171" y="3042"/>
                      <a:chExt cx="212" cy="267"/>
                    </a:xfrm>
                  </p:grpSpPr>
                  <p:sp>
                    <p:nvSpPr>
                      <p:cNvPr id="132" name="Freeform 81">
                        <a:extLst>
                          <a:ext uri="{FF2B5EF4-FFF2-40B4-BE49-F238E27FC236}">
                            <a16:creationId xmlns:a16="http://schemas.microsoft.com/office/drawing/2014/main" id="{42DBE058-C2AB-DC04-A504-9A9A12A11AA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13" y="3265"/>
                        <a:ext cx="112" cy="44"/>
                      </a:xfrm>
                      <a:custGeom>
                        <a:avLst/>
                        <a:gdLst>
                          <a:gd name="T0" fmla="*/ 0 w 224"/>
                          <a:gd name="T1" fmla="*/ 0 h 86"/>
                          <a:gd name="T2" fmla="*/ 5 w 224"/>
                          <a:gd name="T3" fmla="*/ 14 h 86"/>
                          <a:gd name="T4" fmla="*/ 11 w 224"/>
                          <a:gd name="T5" fmla="*/ 25 h 86"/>
                          <a:gd name="T6" fmla="*/ 19 w 224"/>
                          <a:gd name="T7" fmla="*/ 35 h 86"/>
                          <a:gd name="T8" fmla="*/ 32 w 224"/>
                          <a:gd name="T9" fmla="*/ 49 h 86"/>
                          <a:gd name="T10" fmla="*/ 44 w 224"/>
                          <a:gd name="T11" fmla="*/ 58 h 86"/>
                          <a:gd name="T12" fmla="*/ 59 w 224"/>
                          <a:gd name="T13" fmla="*/ 67 h 86"/>
                          <a:gd name="T14" fmla="*/ 78 w 224"/>
                          <a:gd name="T15" fmla="*/ 76 h 86"/>
                          <a:gd name="T16" fmla="*/ 94 w 224"/>
                          <a:gd name="T17" fmla="*/ 80 h 86"/>
                          <a:gd name="T18" fmla="*/ 117 w 224"/>
                          <a:gd name="T19" fmla="*/ 85 h 86"/>
                          <a:gd name="T20" fmla="*/ 136 w 224"/>
                          <a:gd name="T21" fmla="*/ 86 h 86"/>
                          <a:gd name="T22" fmla="*/ 166 w 224"/>
                          <a:gd name="T23" fmla="*/ 85 h 86"/>
                          <a:gd name="T24" fmla="*/ 182 w 224"/>
                          <a:gd name="T25" fmla="*/ 81 h 86"/>
                          <a:gd name="T26" fmla="*/ 195 w 224"/>
                          <a:gd name="T27" fmla="*/ 76 h 86"/>
                          <a:gd name="T28" fmla="*/ 207 w 224"/>
                          <a:gd name="T29" fmla="*/ 67 h 86"/>
                          <a:gd name="T30" fmla="*/ 224 w 224"/>
                          <a:gd name="T31" fmla="*/ 52 h 86"/>
                          <a:gd name="T32" fmla="*/ 0 w 224"/>
                          <a:gd name="T33" fmla="*/ 0 h 86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</a:cxnLst>
                        <a:rect l="0" t="0" r="r" b="b"/>
                        <a:pathLst>
                          <a:path w="224" h="86">
                            <a:moveTo>
                              <a:pt x="0" y="0"/>
                            </a:moveTo>
                            <a:lnTo>
                              <a:pt x="5" y="14"/>
                            </a:lnTo>
                            <a:lnTo>
                              <a:pt x="11" y="25"/>
                            </a:lnTo>
                            <a:lnTo>
                              <a:pt x="19" y="35"/>
                            </a:lnTo>
                            <a:lnTo>
                              <a:pt x="32" y="49"/>
                            </a:lnTo>
                            <a:lnTo>
                              <a:pt x="44" y="58"/>
                            </a:lnTo>
                            <a:lnTo>
                              <a:pt x="59" y="67"/>
                            </a:lnTo>
                            <a:lnTo>
                              <a:pt x="78" y="76"/>
                            </a:lnTo>
                            <a:lnTo>
                              <a:pt x="94" y="80"/>
                            </a:lnTo>
                            <a:lnTo>
                              <a:pt x="117" y="85"/>
                            </a:lnTo>
                            <a:lnTo>
                              <a:pt x="136" y="86"/>
                            </a:lnTo>
                            <a:lnTo>
                              <a:pt x="166" y="85"/>
                            </a:lnTo>
                            <a:lnTo>
                              <a:pt x="182" y="81"/>
                            </a:lnTo>
                            <a:lnTo>
                              <a:pt x="195" y="76"/>
                            </a:lnTo>
                            <a:lnTo>
                              <a:pt x="207" y="67"/>
                            </a:lnTo>
                            <a:lnTo>
                              <a:pt x="224" y="52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7F3F00"/>
                      </a:solidFill>
                      <a:ln w="6350">
                        <a:solidFill>
                          <a:srgbClr val="7F3F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33" name="Freeform 82">
                        <a:extLst>
                          <a:ext uri="{FF2B5EF4-FFF2-40B4-BE49-F238E27FC236}">
                            <a16:creationId xmlns:a16="http://schemas.microsoft.com/office/drawing/2014/main" id="{E44AEEBE-7388-7411-2CD4-9BFFB773DB6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171" y="3042"/>
                        <a:ext cx="212" cy="267"/>
                      </a:xfrm>
                      <a:custGeom>
                        <a:avLst/>
                        <a:gdLst>
                          <a:gd name="T0" fmla="*/ 315 w 425"/>
                          <a:gd name="T1" fmla="*/ 490 h 534"/>
                          <a:gd name="T2" fmla="*/ 326 w 425"/>
                          <a:gd name="T3" fmla="*/ 474 h 534"/>
                          <a:gd name="T4" fmla="*/ 335 w 425"/>
                          <a:gd name="T5" fmla="*/ 458 h 534"/>
                          <a:gd name="T6" fmla="*/ 358 w 425"/>
                          <a:gd name="T7" fmla="*/ 413 h 534"/>
                          <a:gd name="T8" fmla="*/ 388 w 425"/>
                          <a:gd name="T9" fmla="*/ 342 h 534"/>
                          <a:gd name="T10" fmla="*/ 404 w 425"/>
                          <a:gd name="T11" fmla="*/ 286 h 534"/>
                          <a:gd name="T12" fmla="*/ 414 w 425"/>
                          <a:gd name="T13" fmla="*/ 235 h 534"/>
                          <a:gd name="T14" fmla="*/ 425 w 425"/>
                          <a:gd name="T15" fmla="*/ 164 h 534"/>
                          <a:gd name="T16" fmla="*/ 421 w 425"/>
                          <a:gd name="T17" fmla="*/ 99 h 534"/>
                          <a:gd name="T18" fmla="*/ 407 w 425"/>
                          <a:gd name="T19" fmla="*/ 64 h 534"/>
                          <a:gd name="T20" fmla="*/ 376 w 425"/>
                          <a:gd name="T21" fmla="*/ 36 h 534"/>
                          <a:gd name="T22" fmla="*/ 330 w 425"/>
                          <a:gd name="T23" fmla="*/ 13 h 534"/>
                          <a:gd name="T24" fmla="*/ 285 w 425"/>
                          <a:gd name="T25" fmla="*/ 3 h 534"/>
                          <a:gd name="T26" fmla="*/ 241 w 425"/>
                          <a:gd name="T27" fmla="*/ 0 h 534"/>
                          <a:gd name="T28" fmla="*/ 198 w 425"/>
                          <a:gd name="T29" fmla="*/ 4 h 534"/>
                          <a:gd name="T30" fmla="*/ 156 w 425"/>
                          <a:gd name="T31" fmla="*/ 10 h 534"/>
                          <a:gd name="T32" fmla="*/ 126 w 425"/>
                          <a:gd name="T33" fmla="*/ 21 h 534"/>
                          <a:gd name="T34" fmla="*/ 97 w 425"/>
                          <a:gd name="T35" fmla="*/ 40 h 534"/>
                          <a:gd name="T36" fmla="*/ 74 w 425"/>
                          <a:gd name="T37" fmla="*/ 66 h 534"/>
                          <a:gd name="T38" fmla="*/ 53 w 425"/>
                          <a:gd name="T39" fmla="*/ 100 h 534"/>
                          <a:gd name="T40" fmla="*/ 40 w 425"/>
                          <a:gd name="T41" fmla="*/ 133 h 534"/>
                          <a:gd name="T42" fmla="*/ 30 w 425"/>
                          <a:gd name="T43" fmla="*/ 168 h 534"/>
                          <a:gd name="T44" fmla="*/ 28 w 425"/>
                          <a:gd name="T45" fmla="*/ 209 h 534"/>
                          <a:gd name="T46" fmla="*/ 24 w 425"/>
                          <a:gd name="T47" fmla="*/ 234 h 534"/>
                          <a:gd name="T48" fmla="*/ 27 w 425"/>
                          <a:gd name="T49" fmla="*/ 253 h 534"/>
                          <a:gd name="T50" fmla="*/ 12 w 425"/>
                          <a:gd name="T51" fmla="*/ 255 h 534"/>
                          <a:gd name="T52" fmla="*/ 2 w 425"/>
                          <a:gd name="T53" fmla="*/ 264 h 534"/>
                          <a:gd name="T54" fmla="*/ 0 w 425"/>
                          <a:gd name="T55" fmla="*/ 274 h 534"/>
                          <a:gd name="T56" fmla="*/ 8 w 425"/>
                          <a:gd name="T57" fmla="*/ 297 h 534"/>
                          <a:gd name="T58" fmla="*/ 20 w 425"/>
                          <a:gd name="T59" fmla="*/ 309 h 534"/>
                          <a:gd name="T60" fmla="*/ 30 w 425"/>
                          <a:gd name="T61" fmla="*/ 324 h 534"/>
                          <a:gd name="T62" fmla="*/ 45 w 425"/>
                          <a:gd name="T63" fmla="*/ 334 h 534"/>
                          <a:gd name="T64" fmla="*/ 64 w 425"/>
                          <a:gd name="T65" fmla="*/ 334 h 534"/>
                          <a:gd name="T66" fmla="*/ 60 w 425"/>
                          <a:gd name="T67" fmla="*/ 363 h 534"/>
                          <a:gd name="T68" fmla="*/ 66 w 425"/>
                          <a:gd name="T69" fmla="*/ 395 h 534"/>
                          <a:gd name="T70" fmla="*/ 76 w 425"/>
                          <a:gd name="T71" fmla="*/ 424 h 534"/>
                          <a:gd name="T72" fmla="*/ 82 w 425"/>
                          <a:gd name="T73" fmla="*/ 447 h 534"/>
                          <a:gd name="T74" fmla="*/ 90 w 425"/>
                          <a:gd name="T75" fmla="*/ 463 h 534"/>
                          <a:gd name="T76" fmla="*/ 98 w 425"/>
                          <a:gd name="T77" fmla="*/ 475 h 534"/>
                          <a:gd name="T78" fmla="*/ 109 w 425"/>
                          <a:gd name="T79" fmla="*/ 487 h 534"/>
                          <a:gd name="T80" fmla="*/ 121 w 425"/>
                          <a:gd name="T81" fmla="*/ 501 h 534"/>
                          <a:gd name="T82" fmla="*/ 138 w 425"/>
                          <a:gd name="T83" fmla="*/ 512 h 534"/>
                          <a:gd name="T84" fmla="*/ 152 w 425"/>
                          <a:gd name="T85" fmla="*/ 519 h 534"/>
                          <a:gd name="T86" fmla="*/ 167 w 425"/>
                          <a:gd name="T87" fmla="*/ 525 h 534"/>
                          <a:gd name="T88" fmla="*/ 182 w 425"/>
                          <a:gd name="T89" fmla="*/ 528 h 534"/>
                          <a:gd name="T90" fmla="*/ 197 w 425"/>
                          <a:gd name="T91" fmla="*/ 531 h 534"/>
                          <a:gd name="T92" fmla="*/ 214 w 425"/>
                          <a:gd name="T93" fmla="*/ 533 h 534"/>
                          <a:gd name="T94" fmla="*/ 232 w 425"/>
                          <a:gd name="T95" fmla="*/ 534 h 534"/>
                          <a:gd name="T96" fmla="*/ 253 w 425"/>
                          <a:gd name="T97" fmla="*/ 532 h 534"/>
                          <a:gd name="T98" fmla="*/ 271 w 425"/>
                          <a:gd name="T99" fmla="*/ 527 h 534"/>
                          <a:gd name="T100" fmla="*/ 285 w 425"/>
                          <a:gd name="T101" fmla="*/ 520 h 534"/>
                          <a:gd name="T102" fmla="*/ 301 w 425"/>
                          <a:gd name="T103" fmla="*/ 506 h 534"/>
                          <a:gd name="T104" fmla="*/ 315 w 425"/>
                          <a:gd name="T105" fmla="*/ 490 h 53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  <a:cxn ang="0">
                            <a:pos x="T96" y="T97"/>
                          </a:cxn>
                          <a:cxn ang="0">
                            <a:pos x="T98" y="T99"/>
                          </a:cxn>
                          <a:cxn ang="0">
                            <a:pos x="T100" y="T101"/>
                          </a:cxn>
                          <a:cxn ang="0">
                            <a:pos x="T102" y="T103"/>
                          </a:cxn>
                          <a:cxn ang="0">
                            <a:pos x="T104" y="T105"/>
                          </a:cxn>
                        </a:cxnLst>
                        <a:rect l="0" t="0" r="r" b="b"/>
                        <a:pathLst>
                          <a:path w="425" h="534">
                            <a:moveTo>
                              <a:pt x="315" y="490"/>
                            </a:moveTo>
                            <a:lnTo>
                              <a:pt x="326" y="474"/>
                            </a:lnTo>
                            <a:lnTo>
                              <a:pt x="335" y="458"/>
                            </a:lnTo>
                            <a:lnTo>
                              <a:pt x="358" y="413"/>
                            </a:lnTo>
                            <a:lnTo>
                              <a:pt x="388" y="342"/>
                            </a:lnTo>
                            <a:lnTo>
                              <a:pt x="404" y="286"/>
                            </a:lnTo>
                            <a:lnTo>
                              <a:pt x="414" y="235"/>
                            </a:lnTo>
                            <a:lnTo>
                              <a:pt x="425" y="164"/>
                            </a:lnTo>
                            <a:lnTo>
                              <a:pt x="421" y="99"/>
                            </a:lnTo>
                            <a:lnTo>
                              <a:pt x="407" y="64"/>
                            </a:lnTo>
                            <a:lnTo>
                              <a:pt x="376" y="36"/>
                            </a:lnTo>
                            <a:lnTo>
                              <a:pt x="330" y="13"/>
                            </a:lnTo>
                            <a:lnTo>
                              <a:pt x="285" y="3"/>
                            </a:lnTo>
                            <a:lnTo>
                              <a:pt x="241" y="0"/>
                            </a:lnTo>
                            <a:lnTo>
                              <a:pt x="198" y="4"/>
                            </a:lnTo>
                            <a:lnTo>
                              <a:pt x="156" y="10"/>
                            </a:lnTo>
                            <a:lnTo>
                              <a:pt x="126" y="21"/>
                            </a:lnTo>
                            <a:lnTo>
                              <a:pt x="97" y="40"/>
                            </a:lnTo>
                            <a:lnTo>
                              <a:pt x="74" y="66"/>
                            </a:lnTo>
                            <a:lnTo>
                              <a:pt x="53" y="100"/>
                            </a:lnTo>
                            <a:lnTo>
                              <a:pt x="40" y="133"/>
                            </a:lnTo>
                            <a:lnTo>
                              <a:pt x="30" y="168"/>
                            </a:lnTo>
                            <a:lnTo>
                              <a:pt x="28" y="209"/>
                            </a:lnTo>
                            <a:lnTo>
                              <a:pt x="24" y="234"/>
                            </a:lnTo>
                            <a:lnTo>
                              <a:pt x="27" y="253"/>
                            </a:lnTo>
                            <a:lnTo>
                              <a:pt x="12" y="255"/>
                            </a:lnTo>
                            <a:lnTo>
                              <a:pt x="2" y="264"/>
                            </a:lnTo>
                            <a:lnTo>
                              <a:pt x="0" y="274"/>
                            </a:lnTo>
                            <a:lnTo>
                              <a:pt x="8" y="297"/>
                            </a:lnTo>
                            <a:lnTo>
                              <a:pt x="20" y="309"/>
                            </a:lnTo>
                            <a:lnTo>
                              <a:pt x="30" y="324"/>
                            </a:lnTo>
                            <a:lnTo>
                              <a:pt x="45" y="334"/>
                            </a:lnTo>
                            <a:lnTo>
                              <a:pt x="64" y="334"/>
                            </a:lnTo>
                            <a:lnTo>
                              <a:pt x="60" y="363"/>
                            </a:lnTo>
                            <a:lnTo>
                              <a:pt x="66" y="395"/>
                            </a:lnTo>
                            <a:lnTo>
                              <a:pt x="76" y="424"/>
                            </a:lnTo>
                            <a:lnTo>
                              <a:pt x="82" y="447"/>
                            </a:lnTo>
                            <a:lnTo>
                              <a:pt x="90" y="463"/>
                            </a:lnTo>
                            <a:lnTo>
                              <a:pt x="98" y="475"/>
                            </a:lnTo>
                            <a:lnTo>
                              <a:pt x="109" y="487"/>
                            </a:lnTo>
                            <a:lnTo>
                              <a:pt x="121" y="501"/>
                            </a:lnTo>
                            <a:lnTo>
                              <a:pt x="138" y="512"/>
                            </a:lnTo>
                            <a:lnTo>
                              <a:pt x="152" y="519"/>
                            </a:lnTo>
                            <a:lnTo>
                              <a:pt x="167" y="525"/>
                            </a:lnTo>
                            <a:lnTo>
                              <a:pt x="182" y="528"/>
                            </a:lnTo>
                            <a:lnTo>
                              <a:pt x="197" y="531"/>
                            </a:lnTo>
                            <a:lnTo>
                              <a:pt x="214" y="533"/>
                            </a:lnTo>
                            <a:lnTo>
                              <a:pt x="232" y="534"/>
                            </a:lnTo>
                            <a:lnTo>
                              <a:pt x="253" y="532"/>
                            </a:lnTo>
                            <a:lnTo>
                              <a:pt x="271" y="527"/>
                            </a:lnTo>
                            <a:lnTo>
                              <a:pt x="285" y="520"/>
                            </a:lnTo>
                            <a:lnTo>
                              <a:pt x="301" y="506"/>
                            </a:lnTo>
                            <a:lnTo>
                              <a:pt x="315" y="490"/>
                            </a:lnTo>
                            <a:close/>
                          </a:path>
                        </a:pathLst>
                      </a:custGeom>
                      <a:solidFill>
                        <a:srgbClr val="FF9F7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34" name="Freeform 83">
                        <a:extLst>
                          <a:ext uri="{FF2B5EF4-FFF2-40B4-BE49-F238E27FC236}">
                            <a16:creationId xmlns:a16="http://schemas.microsoft.com/office/drawing/2014/main" id="{210556CB-4F1D-EB66-4EFD-572ECAE5BA4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62" y="3213"/>
                        <a:ext cx="103" cy="96"/>
                      </a:xfrm>
                      <a:custGeom>
                        <a:avLst/>
                        <a:gdLst>
                          <a:gd name="T0" fmla="*/ 133 w 206"/>
                          <a:gd name="T1" fmla="*/ 148 h 192"/>
                          <a:gd name="T2" fmla="*/ 144 w 206"/>
                          <a:gd name="T3" fmla="*/ 132 h 192"/>
                          <a:gd name="T4" fmla="*/ 153 w 206"/>
                          <a:gd name="T5" fmla="*/ 116 h 192"/>
                          <a:gd name="T6" fmla="*/ 176 w 206"/>
                          <a:gd name="T7" fmla="*/ 71 h 192"/>
                          <a:gd name="T8" fmla="*/ 206 w 206"/>
                          <a:gd name="T9" fmla="*/ 0 h 192"/>
                          <a:gd name="T10" fmla="*/ 185 w 206"/>
                          <a:gd name="T11" fmla="*/ 30 h 192"/>
                          <a:gd name="T12" fmla="*/ 164 w 206"/>
                          <a:gd name="T13" fmla="*/ 59 h 192"/>
                          <a:gd name="T14" fmla="*/ 153 w 206"/>
                          <a:gd name="T15" fmla="*/ 79 h 192"/>
                          <a:gd name="T16" fmla="*/ 149 w 206"/>
                          <a:gd name="T17" fmla="*/ 96 h 192"/>
                          <a:gd name="T18" fmla="*/ 138 w 206"/>
                          <a:gd name="T19" fmla="*/ 119 h 192"/>
                          <a:gd name="T20" fmla="*/ 128 w 206"/>
                          <a:gd name="T21" fmla="*/ 138 h 192"/>
                          <a:gd name="T22" fmla="*/ 115 w 206"/>
                          <a:gd name="T23" fmla="*/ 150 h 192"/>
                          <a:gd name="T24" fmla="*/ 104 w 206"/>
                          <a:gd name="T25" fmla="*/ 160 h 192"/>
                          <a:gd name="T26" fmla="*/ 91 w 206"/>
                          <a:gd name="T27" fmla="*/ 167 h 192"/>
                          <a:gd name="T28" fmla="*/ 72 w 206"/>
                          <a:gd name="T29" fmla="*/ 161 h 192"/>
                          <a:gd name="T30" fmla="*/ 68 w 206"/>
                          <a:gd name="T31" fmla="*/ 150 h 192"/>
                          <a:gd name="T32" fmla="*/ 53 w 206"/>
                          <a:gd name="T33" fmla="*/ 136 h 192"/>
                          <a:gd name="T34" fmla="*/ 57 w 206"/>
                          <a:gd name="T35" fmla="*/ 160 h 192"/>
                          <a:gd name="T36" fmla="*/ 46 w 206"/>
                          <a:gd name="T37" fmla="*/ 175 h 192"/>
                          <a:gd name="T38" fmla="*/ 34 w 206"/>
                          <a:gd name="T39" fmla="*/ 182 h 192"/>
                          <a:gd name="T40" fmla="*/ 0 w 206"/>
                          <a:gd name="T41" fmla="*/ 186 h 192"/>
                          <a:gd name="T42" fmla="*/ 15 w 206"/>
                          <a:gd name="T43" fmla="*/ 189 h 192"/>
                          <a:gd name="T44" fmla="*/ 32 w 206"/>
                          <a:gd name="T45" fmla="*/ 191 h 192"/>
                          <a:gd name="T46" fmla="*/ 50 w 206"/>
                          <a:gd name="T47" fmla="*/ 192 h 192"/>
                          <a:gd name="T48" fmla="*/ 71 w 206"/>
                          <a:gd name="T49" fmla="*/ 190 h 192"/>
                          <a:gd name="T50" fmla="*/ 89 w 206"/>
                          <a:gd name="T51" fmla="*/ 185 h 192"/>
                          <a:gd name="T52" fmla="*/ 103 w 206"/>
                          <a:gd name="T53" fmla="*/ 178 h 192"/>
                          <a:gd name="T54" fmla="*/ 119 w 206"/>
                          <a:gd name="T55" fmla="*/ 164 h 192"/>
                          <a:gd name="T56" fmla="*/ 133 w 206"/>
                          <a:gd name="T57" fmla="*/ 148 h 19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</a:cxnLst>
                        <a:rect l="0" t="0" r="r" b="b"/>
                        <a:pathLst>
                          <a:path w="206" h="192">
                            <a:moveTo>
                              <a:pt x="133" y="148"/>
                            </a:moveTo>
                            <a:lnTo>
                              <a:pt x="144" y="132"/>
                            </a:lnTo>
                            <a:lnTo>
                              <a:pt x="153" y="116"/>
                            </a:lnTo>
                            <a:lnTo>
                              <a:pt x="176" y="71"/>
                            </a:lnTo>
                            <a:lnTo>
                              <a:pt x="206" y="0"/>
                            </a:lnTo>
                            <a:lnTo>
                              <a:pt x="185" y="30"/>
                            </a:lnTo>
                            <a:lnTo>
                              <a:pt x="164" y="59"/>
                            </a:lnTo>
                            <a:lnTo>
                              <a:pt x="153" y="79"/>
                            </a:lnTo>
                            <a:lnTo>
                              <a:pt x="149" y="96"/>
                            </a:lnTo>
                            <a:lnTo>
                              <a:pt x="138" y="119"/>
                            </a:lnTo>
                            <a:lnTo>
                              <a:pt x="128" y="138"/>
                            </a:lnTo>
                            <a:lnTo>
                              <a:pt x="115" y="150"/>
                            </a:lnTo>
                            <a:lnTo>
                              <a:pt x="104" y="160"/>
                            </a:lnTo>
                            <a:lnTo>
                              <a:pt x="91" y="167"/>
                            </a:lnTo>
                            <a:lnTo>
                              <a:pt x="72" y="161"/>
                            </a:lnTo>
                            <a:lnTo>
                              <a:pt x="68" y="150"/>
                            </a:lnTo>
                            <a:lnTo>
                              <a:pt x="53" y="136"/>
                            </a:lnTo>
                            <a:lnTo>
                              <a:pt x="57" y="160"/>
                            </a:lnTo>
                            <a:lnTo>
                              <a:pt x="46" y="175"/>
                            </a:lnTo>
                            <a:lnTo>
                              <a:pt x="34" y="182"/>
                            </a:lnTo>
                            <a:lnTo>
                              <a:pt x="0" y="186"/>
                            </a:lnTo>
                            <a:lnTo>
                              <a:pt x="15" y="189"/>
                            </a:lnTo>
                            <a:lnTo>
                              <a:pt x="32" y="191"/>
                            </a:lnTo>
                            <a:lnTo>
                              <a:pt x="50" y="192"/>
                            </a:lnTo>
                            <a:lnTo>
                              <a:pt x="71" y="190"/>
                            </a:lnTo>
                            <a:lnTo>
                              <a:pt x="89" y="185"/>
                            </a:lnTo>
                            <a:lnTo>
                              <a:pt x="103" y="178"/>
                            </a:lnTo>
                            <a:lnTo>
                              <a:pt x="119" y="164"/>
                            </a:lnTo>
                            <a:lnTo>
                              <a:pt x="133" y="148"/>
                            </a:lnTo>
                            <a:close/>
                          </a:path>
                        </a:pathLst>
                      </a:custGeom>
                      <a:solidFill>
                        <a:srgbClr val="FF7F3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31" name="Freeform 84">
                      <a:extLst>
                        <a:ext uri="{FF2B5EF4-FFF2-40B4-BE49-F238E27FC236}">
                          <a16:creationId xmlns:a16="http://schemas.microsoft.com/office/drawing/2014/main" id="{67F50627-1D79-C35F-DC63-BE6FF7A34F5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1" y="3174"/>
                      <a:ext cx="45" cy="92"/>
                    </a:xfrm>
                    <a:custGeom>
                      <a:avLst/>
                      <a:gdLst>
                        <a:gd name="T0" fmla="*/ 82 w 89"/>
                        <a:gd name="T1" fmla="*/ 149 h 183"/>
                        <a:gd name="T2" fmla="*/ 77 w 89"/>
                        <a:gd name="T3" fmla="*/ 137 h 183"/>
                        <a:gd name="T4" fmla="*/ 77 w 89"/>
                        <a:gd name="T5" fmla="*/ 122 h 183"/>
                        <a:gd name="T6" fmla="*/ 79 w 89"/>
                        <a:gd name="T7" fmla="*/ 111 h 183"/>
                        <a:gd name="T8" fmla="*/ 82 w 89"/>
                        <a:gd name="T9" fmla="*/ 98 h 183"/>
                        <a:gd name="T10" fmla="*/ 86 w 89"/>
                        <a:gd name="T11" fmla="*/ 84 h 183"/>
                        <a:gd name="T12" fmla="*/ 86 w 89"/>
                        <a:gd name="T13" fmla="*/ 72 h 183"/>
                        <a:gd name="T14" fmla="*/ 86 w 89"/>
                        <a:gd name="T15" fmla="*/ 61 h 183"/>
                        <a:gd name="T16" fmla="*/ 89 w 89"/>
                        <a:gd name="T17" fmla="*/ 47 h 183"/>
                        <a:gd name="T18" fmla="*/ 83 w 89"/>
                        <a:gd name="T19" fmla="*/ 43 h 183"/>
                        <a:gd name="T20" fmla="*/ 76 w 89"/>
                        <a:gd name="T21" fmla="*/ 35 h 183"/>
                        <a:gd name="T22" fmla="*/ 71 w 89"/>
                        <a:gd name="T23" fmla="*/ 24 h 183"/>
                        <a:gd name="T24" fmla="*/ 67 w 89"/>
                        <a:gd name="T25" fmla="*/ 19 h 183"/>
                        <a:gd name="T26" fmla="*/ 65 w 89"/>
                        <a:gd name="T27" fmla="*/ 11 h 183"/>
                        <a:gd name="T28" fmla="*/ 58 w 89"/>
                        <a:gd name="T29" fmla="*/ 4 h 183"/>
                        <a:gd name="T30" fmla="*/ 50 w 89"/>
                        <a:gd name="T31" fmla="*/ 7 h 183"/>
                        <a:gd name="T32" fmla="*/ 2 w 89"/>
                        <a:gd name="T33" fmla="*/ 0 h 183"/>
                        <a:gd name="T34" fmla="*/ 0 w 89"/>
                        <a:gd name="T35" fmla="*/ 10 h 183"/>
                        <a:gd name="T36" fmla="*/ 8 w 89"/>
                        <a:gd name="T37" fmla="*/ 34 h 183"/>
                        <a:gd name="T38" fmla="*/ 20 w 89"/>
                        <a:gd name="T39" fmla="*/ 45 h 183"/>
                        <a:gd name="T40" fmla="*/ 30 w 89"/>
                        <a:gd name="T41" fmla="*/ 60 h 183"/>
                        <a:gd name="T42" fmla="*/ 45 w 89"/>
                        <a:gd name="T43" fmla="*/ 70 h 183"/>
                        <a:gd name="T44" fmla="*/ 64 w 89"/>
                        <a:gd name="T45" fmla="*/ 70 h 183"/>
                        <a:gd name="T46" fmla="*/ 60 w 89"/>
                        <a:gd name="T47" fmla="*/ 99 h 183"/>
                        <a:gd name="T48" fmla="*/ 66 w 89"/>
                        <a:gd name="T49" fmla="*/ 131 h 183"/>
                        <a:gd name="T50" fmla="*/ 76 w 89"/>
                        <a:gd name="T51" fmla="*/ 160 h 183"/>
                        <a:gd name="T52" fmla="*/ 82 w 89"/>
                        <a:gd name="T53" fmla="*/ 183 h 183"/>
                        <a:gd name="T54" fmla="*/ 82 w 89"/>
                        <a:gd name="T55" fmla="*/ 149 h 18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</a:cxnLst>
                      <a:rect l="0" t="0" r="r" b="b"/>
                      <a:pathLst>
                        <a:path w="89" h="183">
                          <a:moveTo>
                            <a:pt x="82" y="149"/>
                          </a:moveTo>
                          <a:lnTo>
                            <a:pt x="77" y="137"/>
                          </a:lnTo>
                          <a:lnTo>
                            <a:pt x="77" y="122"/>
                          </a:lnTo>
                          <a:lnTo>
                            <a:pt x="79" y="111"/>
                          </a:lnTo>
                          <a:lnTo>
                            <a:pt x="82" y="98"/>
                          </a:lnTo>
                          <a:lnTo>
                            <a:pt x="86" y="84"/>
                          </a:lnTo>
                          <a:lnTo>
                            <a:pt x="86" y="72"/>
                          </a:lnTo>
                          <a:lnTo>
                            <a:pt x="86" y="61"/>
                          </a:lnTo>
                          <a:lnTo>
                            <a:pt x="89" y="47"/>
                          </a:lnTo>
                          <a:lnTo>
                            <a:pt x="83" y="43"/>
                          </a:lnTo>
                          <a:lnTo>
                            <a:pt x="76" y="35"/>
                          </a:lnTo>
                          <a:lnTo>
                            <a:pt x="71" y="24"/>
                          </a:lnTo>
                          <a:lnTo>
                            <a:pt x="67" y="19"/>
                          </a:lnTo>
                          <a:lnTo>
                            <a:pt x="65" y="11"/>
                          </a:lnTo>
                          <a:lnTo>
                            <a:pt x="58" y="4"/>
                          </a:lnTo>
                          <a:lnTo>
                            <a:pt x="50" y="7"/>
                          </a:lnTo>
                          <a:lnTo>
                            <a:pt x="2" y="0"/>
                          </a:lnTo>
                          <a:lnTo>
                            <a:pt x="0" y="10"/>
                          </a:lnTo>
                          <a:lnTo>
                            <a:pt x="8" y="34"/>
                          </a:lnTo>
                          <a:lnTo>
                            <a:pt x="20" y="45"/>
                          </a:lnTo>
                          <a:lnTo>
                            <a:pt x="30" y="60"/>
                          </a:lnTo>
                          <a:lnTo>
                            <a:pt x="45" y="70"/>
                          </a:lnTo>
                          <a:lnTo>
                            <a:pt x="64" y="70"/>
                          </a:lnTo>
                          <a:lnTo>
                            <a:pt x="60" y="99"/>
                          </a:lnTo>
                          <a:lnTo>
                            <a:pt x="66" y="131"/>
                          </a:lnTo>
                          <a:lnTo>
                            <a:pt x="76" y="160"/>
                          </a:lnTo>
                          <a:lnTo>
                            <a:pt x="82" y="183"/>
                          </a:lnTo>
                          <a:lnTo>
                            <a:pt x="82" y="149"/>
                          </a:lnTo>
                          <a:close/>
                        </a:path>
                      </a:pathLst>
                    </a:custGeom>
                    <a:solidFill>
                      <a:srgbClr val="FF7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07" name="Group 85">
                    <a:extLst>
                      <a:ext uri="{FF2B5EF4-FFF2-40B4-BE49-F238E27FC236}">
                        <a16:creationId xmlns:a16="http://schemas.microsoft.com/office/drawing/2014/main" id="{85C0D9F2-BCB8-E57A-B52F-73CB1126B0A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222" y="3130"/>
                    <a:ext cx="132" cy="140"/>
                    <a:chOff x="2222" y="3130"/>
                    <a:chExt cx="132" cy="140"/>
                  </a:xfrm>
                </p:grpSpPr>
                <p:grpSp>
                  <p:nvGrpSpPr>
                    <p:cNvPr id="116" name="Group 86">
                      <a:extLst>
                        <a:ext uri="{FF2B5EF4-FFF2-40B4-BE49-F238E27FC236}">
                          <a16:creationId xmlns:a16="http://schemas.microsoft.com/office/drawing/2014/main" id="{2963270A-3277-4A78-3C1B-6FA7119A7C5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52" y="3242"/>
                      <a:ext cx="53" cy="28"/>
                      <a:chOff x="2252" y="3242"/>
                      <a:chExt cx="53" cy="28"/>
                    </a:xfrm>
                  </p:grpSpPr>
                  <p:sp>
                    <p:nvSpPr>
                      <p:cNvPr id="127" name="Oval 87">
                        <a:extLst>
                          <a:ext uri="{FF2B5EF4-FFF2-40B4-BE49-F238E27FC236}">
                            <a16:creationId xmlns:a16="http://schemas.microsoft.com/office/drawing/2014/main" id="{BED7158E-59D3-11C6-5A76-F2F31C2B567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258" y="3251"/>
                        <a:ext cx="37" cy="1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8" name="Freeform 88">
                        <a:extLst>
                          <a:ext uri="{FF2B5EF4-FFF2-40B4-BE49-F238E27FC236}">
                            <a16:creationId xmlns:a16="http://schemas.microsoft.com/office/drawing/2014/main" id="{8C34C185-57F9-0F1D-DC12-24B6F2C5A3D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52" y="3242"/>
                        <a:ext cx="53" cy="18"/>
                      </a:xfrm>
                      <a:custGeom>
                        <a:avLst/>
                        <a:gdLst>
                          <a:gd name="T0" fmla="*/ 0 w 106"/>
                          <a:gd name="T1" fmla="*/ 20 h 35"/>
                          <a:gd name="T2" fmla="*/ 8 w 106"/>
                          <a:gd name="T3" fmla="*/ 13 h 35"/>
                          <a:gd name="T4" fmla="*/ 16 w 106"/>
                          <a:gd name="T5" fmla="*/ 9 h 35"/>
                          <a:gd name="T6" fmla="*/ 22 w 106"/>
                          <a:gd name="T7" fmla="*/ 5 h 35"/>
                          <a:gd name="T8" fmla="*/ 30 w 106"/>
                          <a:gd name="T9" fmla="*/ 1 h 35"/>
                          <a:gd name="T10" fmla="*/ 39 w 106"/>
                          <a:gd name="T11" fmla="*/ 0 h 35"/>
                          <a:gd name="T12" fmla="*/ 49 w 106"/>
                          <a:gd name="T13" fmla="*/ 2 h 35"/>
                          <a:gd name="T14" fmla="*/ 55 w 106"/>
                          <a:gd name="T15" fmla="*/ 7 h 35"/>
                          <a:gd name="T16" fmla="*/ 62 w 106"/>
                          <a:gd name="T17" fmla="*/ 7 h 35"/>
                          <a:gd name="T18" fmla="*/ 68 w 106"/>
                          <a:gd name="T19" fmla="*/ 6 h 35"/>
                          <a:gd name="T20" fmla="*/ 78 w 106"/>
                          <a:gd name="T21" fmla="*/ 7 h 35"/>
                          <a:gd name="T22" fmla="*/ 87 w 106"/>
                          <a:gd name="T23" fmla="*/ 11 h 35"/>
                          <a:gd name="T24" fmla="*/ 92 w 106"/>
                          <a:gd name="T25" fmla="*/ 18 h 35"/>
                          <a:gd name="T26" fmla="*/ 95 w 106"/>
                          <a:gd name="T27" fmla="*/ 24 h 35"/>
                          <a:gd name="T28" fmla="*/ 101 w 106"/>
                          <a:gd name="T29" fmla="*/ 30 h 35"/>
                          <a:gd name="T30" fmla="*/ 106 w 106"/>
                          <a:gd name="T31" fmla="*/ 35 h 35"/>
                          <a:gd name="T32" fmla="*/ 77 w 106"/>
                          <a:gd name="T33" fmla="*/ 31 h 35"/>
                          <a:gd name="T34" fmla="*/ 66 w 106"/>
                          <a:gd name="T35" fmla="*/ 29 h 35"/>
                          <a:gd name="T36" fmla="*/ 58 w 106"/>
                          <a:gd name="T37" fmla="*/ 26 h 35"/>
                          <a:gd name="T38" fmla="*/ 50 w 106"/>
                          <a:gd name="T39" fmla="*/ 23 h 35"/>
                          <a:gd name="T40" fmla="*/ 44 w 106"/>
                          <a:gd name="T41" fmla="*/ 24 h 35"/>
                          <a:gd name="T42" fmla="*/ 36 w 106"/>
                          <a:gd name="T43" fmla="*/ 23 h 35"/>
                          <a:gd name="T44" fmla="*/ 23 w 106"/>
                          <a:gd name="T45" fmla="*/ 24 h 35"/>
                          <a:gd name="T46" fmla="*/ 14 w 106"/>
                          <a:gd name="T47" fmla="*/ 23 h 35"/>
                          <a:gd name="T48" fmla="*/ 0 w 106"/>
                          <a:gd name="T49" fmla="*/ 20 h 3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</a:cxnLst>
                        <a:rect l="0" t="0" r="r" b="b"/>
                        <a:pathLst>
                          <a:path w="106" h="35">
                            <a:moveTo>
                              <a:pt x="0" y="20"/>
                            </a:moveTo>
                            <a:lnTo>
                              <a:pt x="8" y="13"/>
                            </a:lnTo>
                            <a:lnTo>
                              <a:pt x="16" y="9"/>
                            </a:lnTo>
                            <a:lnTo>
                              <a:pt x="22" y="5"/>
                            </a:lnTo>
                            <a:lnTo>
                              <a:pt x="30" y="1"/>
                            </a:lnTo>
                            <a:lnTo>
                              <a:pt x="39" y="0"/>
                            </a:lnTo>
                            <a:lnTo>
                              <a:pt x="49" y="2"/>
                            </a:lnTo>
                            <a:lnTo>
                              <a:pt x="55" y="7"/>
                            </a:lnTo>
                            <a:lnTo>
                              <a:pt x="62" y="7"/>
                            </a:lnTo>
                            <a:lnTo>
                              <a:pt x="68" y="6"/>
                            </a:lnTo>
                            <a:lnTo>
                              <a:pt x="78" y="7"/>
                            </a:lnTo>
                            <a:lnTo>
                              <a:pt x="87" y="11"/>
                            </a:lnTo>
                            <a:lnTo>
                              <a:pt x="92" y="18"/>
                            </a:lnTo>
                            <a:lnTo>
                              <a:pt x="95" y="24"/>
                            </a:lnTo>
                            <a:lnTo>
                              <a:pt x="101" y="30"/>
                            </a:lnTo>
                            <a:lnTo>
                              <a:pt x="106" y="35"/>
                            </a:lnTo>
                            <a:lnTo>
                              <a:pt x="77" y="31"/>
                            </a:lnTo>
                            <a:lnTo>
                              <a:pt x="66" y="29"/>
                            </a:lnTo>
                            <a:lnTo>
                              <a:pt x="58" y="26"/>
                            </a:lnTo>
                            <a:lnTo>
                              <a:pt x="50" y="23"/>
                            </a:lnTo>
                            <a:lnTo>
                              <a:pt x="44" y="24"/>
                            </a:lnTo>
                            <a:lnTo>
                              <a:pt x="36" y="23"/>
                            </a:lnTo>
                            <a:lnTo>
                              <a:pt x="23" y="24"/>
                            </a:lnTo>
                            <a:lnTo>
                              <a:pt x="14" y="23"/>
                            </a:lnTo>
                            <a:lnTo>
                              <a:pt x="0" y="20"/>
                            </a:lnTo>
                            <a:close/>
                          </a:path>
                        </a:pathLst>
                      </a:custGeom>
                      <a:solidFill>
                        <a:srgbClr val="FF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9" name="Freeform 89">
                        <a:extLst>
                          <a:ext uri="{FF2B5EF4-FFF2-40B4-BE49-F238E27FC236}">
                            <a16:creationId xmlns:a16="http://schemas.microsoft.com/office/drawing/2014/main" id="{B638F6BC-2769-C494-CB53-01F676ED133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52" y="3252"/>
                        <a:ext cx="52" cy="18"/>
                      </a:xfrm>
                      <a:custGeom>
                        <a:avLst/>
                        <a:gdLst>
                          <a:gd name="T0" fmla="*/ 0 w 105"/>
                          <a:gd name="T1" fmla="*/ 0 h 37"/>
                          <a:gd name="T2" fmla="*/ 10 w 105"/>
                          <a:gd name="T3" fmla="*/ 2 h 37"/>
                          <a:gd name="T4" fmla="*/ 20 w 105"/>
                          <a:gd name="T5" fmla="*/ 5 h 37"/>
                          <a:gd name="T6" fmla="*/ 28 w 105"/>
                          <a:gd name="T7" fmla="*/ 5 h 37"/>
                          <a:gd name="T8" fmla="*/ 34 w 105"/>
                          <a:gd name="T9" fmla="*/ 6 h 37"/>
                          <a:gd name="T10" fmla="*/ 42 w 105"/>
                          <a:gd name="T11" fmla="*/ 7 h 37"/>
                          <a:gd name="T12" fmla="*/ 48 w 105"/>
                          <a:gd name="T13" fmla="*/ 10 h 37"/>
                          <a:gd name="T14" fmla="*/ 55 w 105"/>
                          <a:gd name="T15" fmla="*/ 10 h 37"/>
                          <a:gd name="T16" fmla="*/ 63 w 105"/>
                          <a:gd name="T17" fmla="*/ 10 h 37"/>
                          <a:gd name="T18" fmla="*/ 74 w 105"/>
                          <a:gd name="T19" fmla="*/ 11 h 37"/>
                          <a:gd name="T20" fmla="*/ 83 w 105"/>
                          <a:gd name="T21" fmla="*/ 12 h 37"/>
                          <a:gd name="T22" fmla="*/ 94 w 105"/>
                          <a:gd name="T23" fmla="*/ 13 h 37"/>
                          <a:gd name="T24" fmla="*/ 105 w 105"/>
                          <a:gd name="T25" fmla="*/ 15 h 37"/>
                          <a:gd name="T26" fmla="*/ 97 w 105"/>
                          <a:gd name="T27" fmla="*/ 23 h 37"/>
                          <a:gd name="T28" fmla="*/ 84 w 105"/>
                          <a:gd name="T29" fmla="*/ 31 h 37"/>
                          <a:gd name="T30" fmla="*/ 74 w 105"/>
                          <a:gd name="T31" fmla="*/ 36 h 37"/>
                          <a:gd name="T32" fmla="*/ 65 w 105"/>
                          <a:gd name="T33" fmla="*/ 37 h 37"/>
                          <a:gd name="T34" fmla="*/ 55 w 105"/>
                          <a:gd name="T35" fmla="*/ 37 h 37"/>
                          <a:gd name="T36" fmla="*/ 46 w 105"/>
                          <a:gd name="T37" fmla="*/ 37 h 37"/>
                          <a:gd name="T38" fmla="*/ 36 w 105"/>
                          <a:gd name="T39" fmla="*/ 34 h 37"/>
                          <a:gd name="T40" fmla="*/ 27 w 105"/>
                          <a:gd name="T41" fmla="*/ 29 h 37"/>
                          <a:gd name="T42" fmla="*/ 19 w 105"/>
                          <a:gd name="T43" fmla="*/ 23 h 37"/>
                          <a:gd name="T44" fmla="*/ 13 w 105"/>
                          <a:gd name="T45" fmla="*/ 14 h 37"/>
                          <a:gd name="T46" fmla="*/ 7 w 105"/>
                          <a:gd name="T47" fmla="*/ 7 h 37"/>
                          <a:gd name="T48" fmla="*/ 0 w 105"/>
                          <a:gd name="T49" fmla="*/ 0 h 37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</a:cxnLst>
                        <a:rect l="0" t="0" r="r" b="b"/>
                        <a:pathLst>
                          <a:path w="105" h="37">
                            <a:moveTo>
                              <a:pt x="0" y="0"/>
                            </a:moveTo>
                            <a:lnTo>
                              <a:pt x="10" y="2"/>
                            </a:lnTo>
                            <a:lnTo>
                              <a:pt x="20" y="5"/>
                            </a:lnTo>
                            <a:lnTo>
                              <a:pt x="28" y="5"/>
                            </a:lnTo>
                            <a:lnTo>
                              <a:pt x="34" y="6"/>
                            </a:lnTo>
                            <a:lnTo>
                              <a:pt x="42" y="7"/>
                            </a:lnTo>
                            <a:lnTo>
                              <a:pt x="48" y="10"/>
                            </a:lnTo>
                            <a:lnTo>
                              <a:pt x="55" y="10"/>
                            </a:lnTo>
                            <a:lnTo>
                              <a:pt x="63" y="10"/>
                            </a:lnTo>
                            <a:lnTo>
                              <a:pt x="74" y="11"/>
                            </a:lnTo>
                            <a:lnTo>
                              <a:pt x="83" y="12"/>
                            </a:lnTo>
                            <a:lnTo>
                              <a:pt x="94" y="13"/>
                            </a:lnTo>
                            <a:lnTo>
                              <a:pt x="105" y="15"/>
                            </a:lnTo>
                            <a:lnTo>
                              <a:pt x="97" y="23"/>
                            </a:lnTo>
                            <a:lnTo>
                              <a:pt x="84" y="31"/>
                            </a:lnTo>
                            <a:lnTo>
                              <a:pt x="74" y="36"/>
                            </a:lnTo>
                            <a:lnTo>
                              <a:pt x="65" y="37"/>
                            </a:lnTo>
                            <a:lnTo>
                              <a:pt x="55" y="37"/>
                            </a:lnTo>
                            <a:lnTo>
                              <a:pt x="46" y="37"/>
                            </a:lnTo>
                            <a:lnTo>
                              <a:pt x="36" y="34"/>
                            </a:lnTo>
                            <a:lnTo>
                              <a:pt x="27" y="29"/>
                            </a:lnTo>
                            <a:lnTo>
                              <a:pt x="19" y="23"/>
                            </a:lnTo>
                            <a:lnTo>
                              <a:pt x="13" y="14"/>
                            </a:lnTo>
                            <a:lnTo>
                              <a:pt x="7" y="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F001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17" name="Group 90">
                      <a:extLst>
                        <a:ext uri="{FF2B5EF4-FFF2-40B4-BE49-F238E27FC236}">
                          <a16:creationId xmlns:a16="http://schemas.microsoft.com/office/drawing/2014/main" id="{15C735E8-7F57-890B-6CA3-3E19461655F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22" y="3130"/>
                      <a:ext cx="132" cy="54"/>
                      <a:chOff x="2222" y="3130"/>
                      <a:chExt cx="132" cy="54"/>
                    </a:xfrm>
                  </p:grpSpPr>
                  <p:grpSp>
                    <p:nvGrpSpPr>
                      <p:cNvPr id="119" name="Group 91">
                        <a:extLst>
                          <a:ext uri="{FF2B5EF4-FFF2-40B4-BE49-F238E27FC236}">
                            <a16:creationId xmlns:a16="http://schemas.microsoft.com/office/drawing/2014/main" id="{BE1A7EB4-D04C-27C4-EAE9-82060AF43902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222" y="3130"/>
                        <a:ext cx="55" cy="36"/>
                        <a:chOff x="2222" y="3130"/>
                        <a:chExt cx="55" cy="36"/>
                      </a:xfrm>
                    </p:grpSpPr>
                    <p:sp>
                      <p:nvSpPr>
                        <p:cNvPr id="124" name="Freeform 92">
                          <a:extLst>
                            <a:ext uri="{FF2B5EF4-FFF2-40B4-BE49-F238E27FC236}">
                              <a16:creationId xmlns:a16="http://schemas.microsoft.com/office/drawing/2014/main" id="{5B3C44CC-E24F-C49F-32B0-F90D9A5C189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27" y="3130"/>
                          <a:ext cx="50" cy="26"/>
                        </a:xfrm>
                        <a:custGeom>
                          <a:avLst/>
                          <a:gdLst>
                            <a:gd name="T0" fmla="*/ 3 w 100"/>
                            <a:gd name="T1" fmla="*/ 11 h 51"/>
                            <a:gd name="T2" fmla="*/ 26 w 100"/>
                            <a:gd name="T3" fmla="*/ 1 h 51"/>
                            <a:gd name="T4" fmla="*/ 38 w 100"/>
                            <a:gd name="T5" fmla="*/ 0 h 51"/>
                            <a:gd name="T6" fmla="*/ 46 w 100"/>
                            <a:gd name="T7" fmla="*/ 0 h 51"/>
                            <a:gd name="T8" fmla="*/ 62 w 100"/>
                            <a:gd name="T9" fmla="*/ 3 h 51"/>
                            <a:gd name="T10" fmla="*/ 74 w 100"/>
                            <a:gd name="T11" fmla="*/ 9 h 51"/>
                            <a:gd name="T12" fmla="*/ 83 w 100"/>
                            <a:gd name="T13" fmla="*/ 17 h 51"/>
                            <a:gd name="T14" fmla="*/ 91 w 100"/>
                            <a:gd name="T15" fmla="*/ 28 h 51"/>
                            <a:gd name="T16" fmla="*/ 97 w 100"/>
                            <a:gd name="T17" fmla="*/ 39 h 51"/>
                            <a:gd name="T18" fmla="*/ 100 w 100"/>
                            <a:gd name="T19" fmla="*/ 51 h 51"/>
                            <a:gd name="T20" fmla="*/ 83 w 100"/>
                            <a:gd name="T21" fmla="*/ 39 h 51"/>
                            <a:gd name="T22" fmla="*/ 72 w 100"/>
                            <a:gd name="T23" fmla="*/ 27 h 51"/>
                            <a:gd name="T24" fmla="*/ 62 w 100"/>
                            <a:gd name="T25" fmla="*/ 16 h 51"/>
                            <a:gd name="T26" fmla="*/ 51 w 100"/>
                            <a:gd name="T27" fmla="*/ 9 h 51"/>
                            <a:gd name="T28" fmla="*/ 35 w 100"/>
                            <a:gd name="T29" fmla="*/ 6 h 51"/>
                            <a:gd name="T30" fmla="*/ 23 w 100"/>
                            <a:gd name="T31" fmla="*/ 8 h 51"/>
                            <a:gd name="T32" fmla="*/ 0 w 100"/>
                            <a:gd name="T33" fmla="*/ 16 h 51"/>
                            <a:gd name="T34" fmla="*/ 3 w 100"/>
                            <a:gd name="T35" fmla="*/ 11 h 51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</a:cxnLst>
                          <a:rect l="0" t="0" r="r" b="b"/>
                          <a:pathLst>
                            <a:path w="100" h="51">
                              <a:moveTo>
                                <a:pt x="3" y="11"/>
                              </a:moveTo>
                              <a:lnTo>
                                <a:pt x="26" y="1"/>
                              </a:lnTo>
                              <a:lnTo>
                                <a:pt x="38" y="0"/>
                              </a:lnTo>
                              <a:lnTo>
                                <a:pt x="46" y="0"/>
                              </a:lnTo>
                              <a:lnTo>
                                <a:pt x="62" y="3"/>
                              </a:lnTo>
                              <a:lnTo>
                                <a:pt x="74" y="9"/>
                              </a:lnTo>
                              <a:lnTo>
                                <a:pt x="83" y="17"/>
                              </a:lnTo>
                              <a:lnTo>
                                <a:pt x="91" y="28"/>
                              </a:lnTo>
                              <a:lnTo>
                                <a:pt x="97" y="39"/>
                              </a:lnTo>
                              <a:lnTo>
                                <a:pt x="100" y="51"/>
                              </a:lnTo>
                              <a:lnTo>
                                <a:pt x="83" y="39"/>
                              </a:lnTo>
                              <a:lnTo>
                                <a:pt x="72" y="27"/>
                              </a:lnTo>
                              <a:lnTo>
                                <a:pt x="62" y="16"/>
                              </a:lnTo>
                              <a:lnTo>
                                <a:pt x="51" y="9"/>
                              </a:lnTo>
                              <a:lnTo>
                                <a:pt x="35" y="6"/>
                              </a:lnTo>
                              <a:lnTo>
                                <a:pt x="23" y="8"/>
                              </a:lnTo>
                              <a:lnTo>
                                <a:pt x="0" y="16"/>
                              </a:lnTo>
                              <a:lnTo>
                                <a:pt x="3" y="1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5" name="Freeform 93">
                          <a:extLst>
                            <a:ext uri="{FF2B5EF4-FFF2-40B4-BE49-F238E27FC236}">
                              <a16:creationId xmlns:a16="http://schemas.microsoft.com/office/drawing/2014/main" id="{B66367F8-658F-6193-9B0D-3E4A25329BC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22" y="3146"/>
                          <a:ext cx="49" cy="19"/>
                        </a:xfrm>
                        <a:custGeom>
                          <a:avLst/>
                          <a:gdLst>
                            <a:gd name="T0" fmla="*/ 0 w 96"/>
                            <a:gd name="T1" fmla="*/ 11 h 37"/>
                            <a:gd name="T2" fmla="*/ 15 w 96"/>
                            <a:gd name="T3" fmla="*/ 11 h 37"/>
                            <a:gd name="T4" fmla="*/ 22 w 96"/>
                            <a:gd name="T5" fmla="*/ 7 h 37"/>
                            <a:gd name="T6" fmla="*/ 31 w 96"/>
                            <a:gd name="T7" fmla="*/ 3 h 37"/>
                            <a:gd name="T8" fmla="*/ 44 w 96"/>
                            <a:gd name="T9" fmla="*/ 0 h 37"/>
                            <a:gd name="T10" fmla="*/ 54 w 96"/>
                            <a:gd name="T11" fmla="*/ 1 h 37"/>
                            <a:gd name="T12" fmla="*/ 66 w 96"/>
                            <a:gd name="T13" fmla="*/ 4 h 37"/>
                            <a:gd name="T14" fmla="*/ 73 w 96"/>
                            <a:gd name="T15" fmla="*/ 8 h 37"/>
                            <a:gd name="T16" fmla="*/ 83 w 96"/>
                            <a:gd name="T17" fmla="*/ 15 h 37"/>
                            <a:gd name="T18" fmla="*/ 90 w 96"/>
                            <a:gd name="T19" fmla="*/ 23 h 37"/>
                            <a:gd name="T20" fmla="*/ 96 w 96"/>
                            <a:gd name="T21" fmla="*/ 32 h 37"/>
                            <a:gd name="T22" fmla="*/ 94 w 96"/>
                            <a:gd name="T23" fmla="*/ 36 h 37"/>
                            <a:gd name="T24" fmla="*/ 87 w 96"/>
                            <a:gd name="T25" fmla="*/ 37 h 37"/>
                            <a:gd name="T26" fmla="*/ 77 w 96"/>
                            <a:gd name="T27" fmla="*/ 24 h 37"/>
                            <a:gd name="T28" fmla="*/ 70 w 96"/>
                            <a:gd name="T29" fmla="*/ 20 h 37"/>
                            <a:gd name="T30" fmla="*/ 65 w 96"/>
                            <a:gd name="T31" fmla="*/ 27 h 37"/>
                            <a:gd name="T32" fmla="*/ 59 w 96"/>
                            <a:gd name="T33" fmla="*/ 29 h 37"/>
                            <a:gd name="T34" fmla="*/ 51 w 96"/>
                            <a:gd name="T35" fmla="*/ 29 h 37"/>
                            <a:gd name="T36" fmla="*/ 44 w 96"/>
                            <a:gd name="T37" fmla="*/ 27 h 37"/>
                            <a:gd name="T38" fmla="*/ 39 w 96"/>
                            <a:gd name="T39" fmla="*/ 23 h 37"/>
                            <a:gd name="T40" fmla="*/ 37 w 96"/>
                            <a:gd name="T41" fmla="*/ 17 h 37"/>
                            <a:gd name="T42" fmla="*/ 28 w 96"/>
                            <a:gd name="T43" fmla="*/ 20 h 37"/>
                            <a:gd name="T44" fmla="*/ 16 w 96"/>
                            <a:gd name="T45" fmla="*/ 19 h 37"/>
                            <a:gd name="T46" fmla="*/ 7 w 96"/>
                            <a:gd name="T47" fmla="*/ 19 h 37"/>
                            <a:gd name="T48" fmla="*/ 0 w 96"/>
                            <a:gd name="T49" fmla="*/ 11 h 37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</a:cxnLst>
                          <a:rect l="0" t="0" r="r" b="b"/>
                          <a:pathLst>
                            <a:path w="96" h="37">
                              <a:moveTo>
                                <a:pt x="0" y="11"/>
                              </a:moveTo>
                              <a:lnTo>
                                <a:pt x="15" y="11"/>
                              </a:lnTo>
                              <a:lnTo>
                                <a:pt x="22" y="7"/>
                              </a:lnTo>
                              <a:lnTo>
                                <a:pt x="31" y="3"/>
                              </a:lnTo>
                              <a:lnTo>
                                <a:pt x="44" y="0"/>
                              </a:lnTo>
                              <a:lnTo>
                                <a:pt x="54" y="1"/>
                              </a:lnTo>
                              <a:lnTo>
                                <a:pt x="66" y="4"/>
                              </a:lnTo>
                              <a:lnTo>
                                <a:pt x="73" y="8"/>
                              </a:lnTo>
                              <a:lnTo>
                                <a:pt x="83" y="15"/>
                              </a:lnTo>
                              <a:lnTo>
                                <a:pt x="90" y="23"/>
                              </a:lnTo>
                              <a:lnTo>
                                <a:pt x="96" y="32"/>
                              </a:lnTo>
                              <a:lnTo>
                                <a:pt x="94" y="36"/>
                              </a:lnTo>
                              <a:lnTo>
                                <a:pt x="87" y="37"/>
                              </a:lnTo>
                              <a:lnTo>
                                <a:pt x="77" y="24"/>
                              </a:lnTo>
                              <a:lnTo>
                                <a:pt x="70" y="20"/>
                              </a:lnTo>
                              <a:lnTo>
                                <a:pt x="65" y="27"/>
                              </a:lnTo>
                              <a:lnTo>
                                <a:pt x="59" y="29"/>
                              </a:lnTo>
                              <a:lnTo>
                                <a:pt x="51" y="29"/>
                              </a:lnTo>
                              <a:lnTo>
                                <a:pt x="44" y="27"/>
                              </a:lnTo>
                              <a:lnTo>
                                <a:pt x="39" y="23"/>
                              </a:lnTo>
                              <a:lnTo>
                                <a:pt x="37" y="17"/>
                              </a:lnTo>
                              <a:lnTo>
                                <a:pt x="28" y="20"/>
                              </a:lnTo>
                              <a:lnTo>
                                <a:pt x="16" y="19"/>
                              </a:lnTo>
                              <a:lnTo>
                                <a:pt x="7" y="19"/>
                              </a:lnTo>
                              <a:lnTo>
                                <a:pt x="0" y="1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6" name="Freeform 94">
                          <a:extLst>
                            <a:ext uri="{FF2B5EF4-FFF2-40B4-BE49-F238E27FC236}">
                              <a16:creationId xmlns:a16="http://schemas.microsoft.com/office/drawing/2014/main" id="{4FA0FA19-F865-2FFD-3BDE-3B18047900A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33" y="3158"/>
                          <a:ext cx="22" cy="8"/>
                        </a:xfrm>
                        <a:custGeom>
                          <a:avLst/>
                          <a:gdLst>
                            <a:gd name="T0" fmla="*/ 0 w 44"/>
                            <a:gd name="T1" fmla="*/ 0 h 15"/>
                            <a:gd name="T2" fmla="*/ 8 w 44"/>
                            <a:gd name="T3" fmla="*/ 2 h 15"/>
                            <a:gd name="T4" fmla="*/ 13 w 44"/>
                            <a:gd name="T5" fmla="*/ 6 h 15"/>
                            <a:gd name="T6" fmla="*/ 20 w 44"/>
                            <a:gd name="T7" fmla="*/ 10 h 15"/>
                            <a:gd name="T8" fmla="*/ 28 w 44"/>
                            <a:gd name="T9" fmla="*/ 12 h 15"/>
                            <a:gd name="T10" fmla="*/ 35 w 44"/>
                            <a:gd name="T11" fmla="*/ 12 h 15"/>
                            <a:gd name="T12" fmla="*/ 44 w 44"/>
                            <a:gd name="T13" fmla="*/ 10 h 15"/>
                            <a:gd name="T14" fmla="*/ 34 w 44"/>
                            <a:gd name="T15" fmla="*/ 13 h 15"/>
                            <a:gd name="T16" fmla="*/ 29 w 44"/>
                            <a:gd name="T17" fmla="*/ 15 h 15"/>
                            <a:gd name="T18" fmla="*/ 22 w 44"/>
                            <a:gd name="T19" fmla="*/ 14 h 15"/>
                            <a:gd name="T20" fmla="*/ 10 w 44"/>
                            <a:gd name="T21" fmla="*/ 8 h 15"/>
                            <a:gd name="T22" fmla="*/ 0 w 44"/>
                            <a:gd name="T23" fmla="*/ 0 h 15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</a:cxnLst>
                          <a:rect l="0" t="0" r="r" b="b"/>
                          <a:pathLst>
                            <a:path w="44" h="15">
                              <a:moveTo>
                                <a:pt x="0" y="0"/>
                              </a:moveTo>
                              <a:lnTo>
                                <a:pt x="8" y="2"/>
                              </a:lnTo>
                              <a:lnTo>
                                <a:pt x="13" y="6"/>
                              </a:lnTo>
                              <a:lnTo>
                                <a:pt x="20" y="10"/>
                              </a:lnTo>
                              <a:lnTo>
                                <a:pt x="28" y="12"/>
                              </a:lnTo>
                              <a:lnTo>
                                <a:pt x="35" y="12"/>
                              </a:lnTo>
                              <a:lnTo>
                                <a:pt x="44" y="10"/>
                              </a:lnTo>
                              <a:lnTo>
                                <a:pt x="34" y="13"/>
                              </a:lnTo>
                              <a:lnTo>
                                <a:pt x="29" y="15"/>
                              </a:lnTo>
                              <a:lnTo>
                                <a:pt x="22" y="14"/>
                              </a:lnTo>
                              <a:lnTo>
                                <a:pt x="10" y="8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20" name="Group 95">
                        <a:extLst>
                          <a:ext uri="{FF2B5EF4-FFF2-40B4-BE49-F238E27FC236}">
                            <a16:creationId xmlns:a16="http://schemas.microsoft.com/office/drawing/2014/main" id="{D4A7405B-0E09-F277-1812-DACBED452C1A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302" y="3147"/>
                        <a:ext cx="52" cy="37"/>
                        <a:chOff x="2302" y="3147"/>
                        <a:chExt cx="52" cy="37"/>
                      </a:xfrm>
                    </p:grpSpPr>
                    <p:sp>
                      <p:nvSpPr>
                        <p:cNvPr id="121" name="Freeform 96">
                          <a:extLst>
                            <a:ext uri="{FF2B5EF4-FFF2-40B4-BE49-F238E27FC236}">
                              <a16:creationId xmlns:a16="http://schemas.microsoft.com/office/drawing/2014/main" id="{6C3E342B-B3DA-DF4C-BE84-717886F6E5B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02" y="3147"/>
                          <a:ext cx="52" cy="25"/>
                        </a:xfrm>
                        <a:custGeom>
                          <a:avLst/>
                          <a:gdLst>
                            <a:gd name="T0" fmla="*/ 1 w 103"/>
                            <a:gd name="T1" fmla="*/ 50 h 50"/>
                            <a:gd name="T2" fmla="*/ 0 w 103"/>
                            <a:gd name="T3" fmla="*/ 44 h 50"/>
                            <a:gd name="T4" fmla="*/ 5 w 103"/>
                            <a:gd name="T5" fmla="*/ 28 h 50"/>
                            <a:gd name="T6" fmla="*/ 15 w 103"/>
                            <a:gd name="T7" fmla="*/ 16 h 50"/>
                            <a:gd name="T8" fmla="*/ 23 w 103"/>
                            <a:gd name="T9" fmla="*/ 10 h 50"/>
                            <a:gd name="T10" fmla="*/ 36 w 103"/>
                            <a:gd name="T11" fmla="*/ 4 h 50"/>
                            <a:gd name="T12" fmla="*/ 55 w 103"/>
                            <a:gd name="T13" fmla="*/ 0 h 50"/>
                            <a:gd name="T14" fmla="*/ 72 w 103"/>
                            <a:gd name="T15" fmla="*/ 0 h 50"/>
                            <a:gd name="T16" fmla="*/ 87 w 103"/>
                            <a:gd name="T17" fmla="*/ 0 h 50"/>
                            <a:gd name="T18" fmla="*/ 99 w 103"/>
                            <a:gd name="T19" fmla="*/ 7 h 50"/>
                            <a:gd name="T20" fmla="*/ 103 w 103"/>
                            <a:gd name="T21" fmla="*/ 14 h 50"/>
                            <a:gd name="T22" fmla="*/ 96 w 103"/>
                            <a:gd name="T23" fmla="*/ 10 h 50"/>
                            <a:gd name="T24" fmla="*/ 83 w 103"/>
                            <a:gd name="T25" fmla="*/ 7 h 50"/>
                            <a:gd name="T26" fmla="*/ 65 w 103"/>
                            <a:gd name="T27" fmla="*/ 7 h 50"/>
                            <a:gd name="T28" fmla="*/ 51 w 103"/>
                            <a:gd name="T29" fmla="*/ 10 h 50"/>
                            <a:gd name="T30" fmla="*/ 39 w 103"/>
                            <a:gd name="T31" fmla="*/ 15 h 50"/>
                            <a:gd name="T32" fmla="*/ 28 w 103"/>
                            <a:gd name="T33" fmla="*/ 19 h 50"/>
                            <a:gd name="T34" fmla="*/ 21 w 103"/>
                            <a:gd name="T35" fmla="*/ 25 h 50"/>
                            <a:gd name="T36" fmla="*/ 15 w 103"/>
                            <a:gd name="T37" fmla="*/ 33 h 50"/>
                            <a:gd name="T38" fmla="*/ 9 w 103"/>
                            <a:gd name="T39" fmla="*/ 44 h 50"/>
                            <a:gd name="T40" fmla="*/ 1 w 103"/>
                            <a:gd name="T41" fmla="*/ 50 h 50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</a:cxnLst>
                          <a:rect l="0" t="0" r="r" b="b"/>
                          <a:pathLst>
                            <a:path w="103" h="50">
                              <a:moveTo>
                                <a:pt x="1" y="50"/>
                              </a:moveTo>
                              <a:lnTo>
                                <a:pt x="0" y="44"/>
                              </a:lnTo>
                              <a:lnTo>
                                <a:pt x="5" y="28"/>
                              </a:lnTo>
                              <a:lnTo>
                                <a:pt x="15" y="16"/>
                              </a:lnTo>
                              <a:lnTo>
                                <a:pt x="23" y="10"/>
                              </a:lnTo>
                              <a:lnTo>
                                <a:pt x="36" y="4"/>
                              </a:lnTo>
                              <a:lnTo>
                                <a:pt x="55" y="0"/>
                              </a:lnTo>
                              <a:lnTo>
                                <a:pt x="72" y="0"/>
                              </a:lnTo>
                              <a:lnTo>
                                <a:pt x="87" y="0"/>
                              </a:lnTo>
                              <a:lnTo>
                                <a:pt x="99" y="7"/>
                              </a:lnTo>
                              <a:lnTo>
                                <a:pt x="103" y="14"/>
                              </a:lnTo>
                              <a:lnTo>
                                <a:pt x="96" y="10"/>
                              </a:lnTo>
                              <a:lnTo>
                                <a:pt x="83" y="7"/>
                              </a:lnTo>
                              <a:lnTo>
                                <a:pt x="65" y="7"/>
                              </a:lnTo>
                              <a:lnTo>
                                <a:pt x="51" y="10"/>
                              </a:lnTo>
                              <a:lnTo>
                                <a:pt x="39" y="15"/>
                              </a:lnTo>
                              <a:lnTo>
                                <a:pt x="28" y="19"/>
                              </a:lnTo>
                              <a:lnTo>
                                <a:pt x="21" y="25"/>
                              </a:lnTo>
                              <a:lnTo>
                                <a:pt x="15" y="33"/>
                              </a:lnTo>
                              <a:lnTo>
                                <a:pt x="9" y="44"/>
                              </a:lnTo>
                              <a:lnTo>
                                <a:pt x="1" y="5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2" name="Freeform 97">
                          <a:extLst>
                            <a:ext uri="{FF2B5EF4-FFF2-40B4-BE49-F238E27FC236}">
                              <a16:creationId xmlns:a16="http://schemas.microsoft.com/office/drawing/2014/main" id="{33D3AE93-3808-E2AA-DB31-8043DF5912C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13" y="3162"/>
                          <a:ext cx="41" cy="22"/>
                        </a:xfrm>
                        <a:custGeom>
                          <a:avLst/>
                          <a:gdLst>
                            <a:gd name="T0" fmla="*/ 0 w 82"/>
                            <a:gd name="T1" fmla="*/ 22 h 44"/>
                            <a:gd name="T2" fmla="*/ 1 w 82"/>
                            <a:gd name="T3" fmla="*/ 13 h 44"/>
                            <a:gd name="T4" fmla="*/ 13 w 82"/>
                            <a:gd name="T5" fmla="*/ 5 h 44"/>
                            <a:gd name="T6" fmla="*/ 23 w 82"/>
                            <a:gd name="T7" fmla="*/ 2 h 44"/>
                            <a:gd name="T8" fmla="*/ 36 w 82"/>
                            <a:gd name="T9" fmla="*/ 0 h 44"/>
                            <a:gd name="T10" fmla="*/ 49 w 82"/>
                            <a:gd name="T11" fmla="*/ 2 h 44"/>
                            <a:gd name="T12" fmla="*/ 59 w 82"/>
                            <a:gd name="T13" fmla="*/ 5 h 44"/>
                            <a:gd name="T14" fmla="*/ 71 w 82"/>
                            <a:gd name="T15" fmla="*/ 5 h 44"/>
                            <a:gd name="T16" fmla="*/ 65 w 82"/>
                            <a:gd name="T17" fmla="*/ 10 h 44"/>
                            <a:gd name="T18" fmla="*/ 74 w 82"/>
                            <a:gd name="T19" fmla="*/ 18 h 44"/>
                            <a:gd name="T20" fmla="*/ 75 w 82"/>
                            <a:gd name="T21" fmla="*/ 27 h 44"/>
                            <a:gd name="T22" fmla="*/ 78 w 82"/>
                            <a:gd name="T23" fmla="*/ 35 h 44"/>
                            <a:gd name="T24" fmla="*/ 82 w 82"/>
                            <a:gd name="T25" fmla="*/ 37 h 44"/>
                            <a:gd name="T26" fmla="*/ 78 w 82"/>
                            <a:gd name="T27" fmla="*/ 44 h 44"/>
                            <a:gd name="T28" fmla="*/ 68 w 82"/>
                            <a:gd name="T29" fmla="*/ 39 h 44"/>
                            <a:gd name="T30" fmla="*/ 63 w 82"/>
                            <a:gd name="T31" fmla="*/ 31 h 44"/>
                            <a:gd name="T32" fmla="*/ 61 w 82"/>
                            <a:gd name="T33" fmla="*/ 26 h 44"/>
                            <a:gd name="T34" fmla="*/ 54 w 82"/>
                            <a:gd name="T35" fmla="*/ 25 h 44"/>
                            <a:gd name="T36" fmla="*/ 49 w 82"/>
                            <a:gd name="T37" fmla="*/ 28 h 44"/>
                            <a:gd name="T38" fmla="*/ 41 w 82"/>
                            <a:gd name="T39" fmla="*/ 30 h 44"/>
                            <a:gd name="T40" fmla="*/ 31 w 82"/>
                            <a:gd name="T41" fmla="*/ 30 h 44"/>
                            <a:gd name="T42" fmla="*/ 24 w 82"/>
                            <a:gd name="T43" fmla="*/ 26 h 44"/>
                            <a:gd name="T44" fmla="*/ 20 w 82"/>
                            <a:gd name="T45" fmla="*/ 21 h 44"/>
                            <a:gd name="T46" fmla="*/ 19 w 82"/>
                            <a:gd name="T47" fmla="*/ 15 h 44"/>
                            <a:gd name="T48" fmla="*/ 9 w 82"/>
                            <a:gd name="T49" fmla="*/ 18 h 44"/>
                            <a:gd name="T50" fmla="*/ 0 w 82"/>
                            <a:gd name="T51" fmla="*/ 22 h 44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  <a:cxn ang="0">
                              <a:pos x="T50" y="T51"/>
                            </a:cxn>
                          </a:cxnLst>
                          <a:rect l="0" t="0" r="r" b="b"/>
                          <a:pathLst>
                            <a:path w="82" h="44">
                              <a:moveTo>
                                <a:pt x="0" y="22"/>
                              </a:moveTo>
                              <a:lnTo>
                                <a:pt x="1" y="13"/>
                              </a:lnTo>
                              <a:lnTo>
                                <a:pt x="13" y="5"/>
                              </a:lnTo>
                              <a:lnTo>
                                <a:pt x="23" y="2"/>
                              </a:lnTo>
                              <a:lnTo>
                                <a:pt x="36" y="0"/>
                              </a:lnTo>
                              <a:lnTo>
                                <a:pt x="49" y="2"/>
                              </a:lnTo>
                              <a:lnTo>
                                <a:pt x="59" y="5"/>
                              </a:lnTo>
                              <a:lnTo>
                                <a:pt x="71" y="5"/>
                              </a:lnTo>
                              <a:lnTo>
                                <a:pt x="65" y="10"/>
                              </a:lnTo>
                              <a:lnTo>
                                <a:pt x="74" y="18"/>
                              </a:lnTo>
                              <a:lnTo>
                                <a:pt x="75" y="27"/>
                              </a:lnTo>
                              <a:lnTo>
                                <a:pt x="78" y="35"/>
                              </a:lnTo>
                              <a:lnTo>
                                <a:pt x="82" y="37"/>
                              </a:lnTo>
                              <a:lnTo>
                                <a:pt x="78" y="44"/>
                              </a:lnTo>
                              <a:lnTo>
                                <a:pt x="68" y="39"/>
                              </a:lnTo>
                              <a:lnTo>
                                <a:pt x="63" y="31"/>
                              </a:lnTo>
                              <a:lnTo>
                                <a:pt x="61" y="26"/>
                              </a:lnTo>
                              <a:lnTo>
                                <a:pt x="54" y="25"/>
                              </a:lnTo>
                              <a:lnTo>
                                <a:pt x="49" y="28"/>
                              </a:lnTo>
                              <a:lnTo>
                                <a:pt x="41" y="30"/>
                              </a:lnTo>
                              <a:lnTo>
                                <a:pt x="31" y="30"/>
                              </a:lnTo>
                              <a:lnTo>
                                <a:pt x="24" y="26"/>
                              </a:lnTo>
                              <a:lnTo>
                                <a:pt x="20" y="21"/>
                              </a:lnTo>
                              <a:lnTo>
                                <a:pt x="19" y="15"/>
                              </a:lnTo>
                              <a:lnTo>
                                <a:pt x="9" y="18"/>
                              </a:lnTo>
                              <a:lnTo>
                                <a:pt x="0" y="2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" name="Freeform 98">
                          <a:extLst>
                            <a:ext uri="{FF2B5EF4-FFF2-40B4-BE49-F238E27FC236}">
                              <a16:creationId xmlns:a16="http://schemas.microsoft.com/office/drawing/2014/main" id="{F9E0EFC4-9A1A-AB27-C3A9-27BC7934C00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10" y="3174"/>
                          <a:ext cx="3" cy="6"/>
                        </a:xfrm>
                        <a:custGeom>
                          <a:avLst/>
                          <a:gdLst>
                            <a:gd name="T0" fmla="*/ 6 w 6"/>
                            <a:gd name="T1" fmla="*/ 0 h 11"/>
                            <a:gd name="T2" fmla="*/ 1 w 6"/>
                            <a:gd name="T3" fmla="*/ 5 h 11"/>
                            <a:gd name="T4" fmla="*/ 0 w 6"/>
                            <a:gd name="T5" fmla="*/ 9 h 11"/>
                            <a:gd name="T6" fmla="*/ 3 w 6"/>
                            <a:gd name="T7" fmla="*/ 11 h 11"/>
                            <a:gd name="T8" fmla="*/ 4 w 6"/>
                            <a:gd name="T9" fmla="*/ 2 h 11"/>
                            <a:gd name="T10" fmla="*/ 6 w 6"/>
                            <a:gd name="T11" fmla="*/ 0 h 11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6" h="11">
                              <a:moveTo>
                                <a:pt x="6" y="0"/>
                              </a:moveTo>
                              <a:lnTo>
                                <a:pt x="1" y="5"/>
                              </a:lnTo>
                              <a:lnTo>
                                <a:pt x="0" y="9"/>
                              </a:lnTo>
                              <a:lnTo>
                                <a:pt x="3" y="11"/>
                              </a:lnTo>
                              <a:lnTo>
                                <a:pt x="4" y="2"/>
                              </a:lnTo>
                              <a:lnTo>
                                <a:pt x="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</p:grpSp>
                <p:sp>
                  <p:nvSpPr>
                    <p:cNvPr id="118" name="Freeform 99">
                      <a:extLst>
                        <a:ext uri="{FF2B5EF4-FFF2-40B4-BE49-F238E27FC236}">
                          <a16:creationId xmlns:a16="http://schemas.microsoft.com/office/drawing/2014/main" id="{416BCE46-F2BC-A97E-C7D2-4E53ACB25F8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65" y="3200"/>
                      <a:ext cx="39" cy="21"/>
                    </a:xfrm>
                    <a:custGeom>
                      <a:avLst/>
                      <a:gdLst>
                        <a:gd name="T0" fmla="*/ 21 w 80"/>
                        <a:gd name="T1" fmla="*/ 0 h 42"/>
                        <a:gd name="T2" fmla="*/ 13 w 80"/>
                        <a:gd name="T3" fmla="*/ 4 h 42"/>
                        <a:gd name="T4" fmla="*/ 7 w 80"/>
                        <a:gd name="T5" fmla="*/ 7 h 42"/>
                        <a:gd name="T6" fmla="*/ 2 w 80"/>
                        <a:gd name="T7" fmla="*/ 13 h 42"/>
                        <a:gd name="T8" fmla="*/ 0 w 80"/>
                        <a:gd name="T9" fmla="*/ 19 h 42"/>
                        <a:gd name="T10" fmla="*/ 4 w 80"/>
                        <a:gd name="T11" fmla="*/ 26 h 42"/>
                        <a:gd name="T12" fmla="*/ 14 w 80"/>
                        <a:gd name="T13" fmla="*/ 27 h 42"/>
                        <a:gd name="T14" fmla="*/ 24 w 80"/>
                        <a:gd name="T15" fmla="*/ 32 h 42"/>
                        <a:gd name="T16" fmla="*/ 30 w 80"/>
                        <a:gd name="T17" fmla="*/ 38 h 42"/>
                        <a:gd name="T18" fmla="*/ 40 w 80"/>
                        <a:gd name="T19" fmla="*/ 42 h 42"/>
                        <a:gd name="T20" fmla="*/ 52 w 80"/>
                        <a:gd name="T21" fmla="*/ 40 h 42"/>
                        <a:gd name="T22" fmla="*/ 59 w 80"/>
                        <a:gd name="T23" fmla="*/ 36 h 42"/>
                        <a:gd name="T24" fmla="*/ 71 w 80"/>
                        <a:gd name="T25" fmla="*/ 32 h 42"/>
                        <a:gd name="T26" fmla="*/ 80 w 80"/>
                        <a:gd name="T27" fmla="*/ 33 h 4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80" h="42">
                          <a:moveTo>
                            <a:pt x="21" y="0"/>
                          </a:moveTo>
                          <a:lnTo>
                            <a:pt x="13" y="4"/>
                          </a:lnTo>
                          <a:lnTo>
                            <a:pt x="7" y="7"/>
                          </a:lnTo>
                          <a:lnTo>
                            <a:pt x="2" y="13"/>
                          </a:lnTo>
                          <a:lnTo>
                            <a:pt x="0" y="19"/>
                          </a:lnTo>
                          <a:lnTo>
                            <a:pt x="4" y="26"/>
                          </a:lnTo>
                          <a:lnTo>
                            <a:pt x="14" y="27"/>
                          </a:lnTo>
                          <a:lnTo>
                            <a:pt x="24" y="32"/>
                          </a:lnTo>
                          <a:lnTo>
                            <a:pt x="30" y="38"/>
                          </a:lnTo>
                          <a:lnTo>
                            <a:pt x="40" y="42"/>
                          </a:lnTo>
                          <a:lnTo>
                            <a:pt x="52" y="40"/>
                          </a:lnTo>
                          <a:lnTo>
                            <a:pt x="59" y="36"/>
                          </a:lnTo>
                          <a:lnTo>
                            <a:pt x="71" y="32"/>
                          </a:lnTo>
                          <a:lnTo>
                            <a:pt x="80" y="33"/>
                          </a:lnTo>
                        </a:path>
                      </a:pathLst>
                    </a:custGeom>
                    <a:noFill/>
                    <a:ln w="6350">
                      <a:solidFill>
                        <a:srgbClr val="FF7F3F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08" name="Group 100">
                    <a:extLst>
                      <a:ext uri="{FF2B5EF4-FFF2-40B4-BE49-F238E27FC236}">
                        <a16:creationId xmlns:a16="http://schemas.microsoft.com/office/drawing/2014/main" id="{F318804A-9540-C3A2-071C-D3C76A41514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152" y="2992"/>
                    <a:ext cx="292" cy="271"/>
                    <a:chOff x="2152" y="2992"/>
                    <a:chExt cx="292" cy="271"/>
                  </a:xfrm>
                </p:grpSpPr>
                <p:sp>
                  <p:nvSpPr>
                    <p:cNvPr id="110" name="Freeform 101">
                      <a:extLst>
                        <a:ext uri="{FF2B5EF4-FFF2-40B4-BE49-F238E27FC236}">
                          <a16:creationId xmlns:a16="http://schemas.microsoft.com/office/drawing/2014/main" id="{C02F0A4D-BB5F-82E9-B4B0-36ADD415740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2" y="2992"/>
                      <a:ext cx="292" cy="271"/>
                    </a:xfrm>
                    <a:custGeom>
                      <a:avLst/>
                      <a:gdLst>
                        <a:gd name="T0" fmla="*/ 89 w 585"/>
                        <a:gd name="T1" fmla="*/ 499 h 543"/>
                        <a:gd name="T2" fmla="*/ 72 w 585"/>
                        <a:gd name="T3" fmla="*/ 475 h 543"/>
                        <a:gd name="T4" fmla="*/ 53 w 585"/>
                        <a:gd name="T5" fmla="*/ 444 h 543"/>
                        <a:gd name="T6" fmla="*/ 41 w 585"/>
                        <a:gd name="T7" fmla="*/ 411 h 543"/>
                        <a:gd name="T8" fmla="*/ 30 w 585"/>
                        <a:gd name="T9" fmla="*/ 385 h 543"/>
                        <a:gd name="T10" fmla="*/ 20 w 585"/>
                        <a:gd name="T11" fmla="*/ 294 h 543"/>
                        <a:gd name="T12" fmla="*/ 0 w 585"/>
                        <a:gd name="T13" fmla="*/ 254 h 543"/>
                        <a:gd name="T14" fmla="*/ 3 w 585"/>
                        <a:gd name="T15" fmla="*/ 203 h 543"/>
                        <a:gd name="T16" fmla="*/ 51 w 585"/>
                        <a:gd name="T17" fmla="*/ 159 h 543"/>
                        <a:gd name="T18" fmla="*/ 76 w 585"/>
                        <a:gd name="T19" fmla="*/ 94 h 543"/>
                        <a:gd name="T20" fmla="*/ 105 w 585"/>
                        <a:gd name="T21" fmla="*/ 57 h 543"/>
                        <a:gd name="T22" fmla="*/ 153 w 585"/>
                        <a:gd name="T23" fmla="*/ 42 h 543"/>
                        <a:gd name="T24" fmla="*/ 224 w 585"/>
                        <a:gd name="T25" fmla="*/ 6 h 543"/>
                        <a:gd name="T26" fmla="*/ 270 w 585"/>
                        <a:gd name="T27" fmla="*/ 3 h 543"/>
                        <a:gd name="T28" fmla="*/ 315 w 585"/>
                        <a:gd name="T29" fmla="*/ 6 h 543"/>
                        <a:gd name="T30" fmla="*/ 380 w 585"/>
                        <a:gd name="T31" fmla="*/ 24 h 543"/>
                        <a:gd name="T32" fmla="*/ 440 w 585"/>
                        <a:gd name="T33" fmla="*/ 45 h 543"/>
                        <a:gd name="T34" fmla="*/ 482 w 585"/>
                        <a:gd name="T35" fmla="*/ 89 h 543"/>
                        <a:gd name="T36" fmla="*/ 502 w 585"/>
                        <a:gd name="T37" fmla="*/ 132 h 543"/>
                        <a:gd name="T38" fmla="*/ 528 w 585"/>
                        <a:gd name="T39" fmla="*/ 168 h 543"/>
                        <a:gd name="T40" fmla="*/ 563 w 585"/>
                        <a:gd name="T41" fmla="*/ 230 h 543"/>
                        <a:gd name="T42" fmla="*/ 585 w 585"/>
                        <a:gd name="T43" fmla="*/ 285 h 543"/>
                        <a:gd name="T44" fmla="*/ 572 w 585"/>
                        <a:gd name="T45" fmla="*/ 333 h 543"/>
                        <a:gd name="T46" fmla="*/ 562 w 585"/>
                        <a:gd name="T47" fmla="*/ 380 h 543"/>
                        <a:gd name="T48" fmla="*/ 525 w 585"/>
                        <a:gd name="T49" fmla="*/ 416 h 543"/>
                        <a:gd name="T50" fmla="*/ 464 w 585"/>
                        <a:gd name="T51" fmla="*/ 475 h 543"/>
                        <a:gd name="T52" fmla="*/ 441 w 585"/>
                        <a:gd name="T53" fmla="*/ 514 h 543"/>
                        <a:gd name="T54" fmla="*/ 382 w 585"/>
                        <a:gd name="T55" fmla="*/ 543 h 543"/>
                        <a:gd name="T56" fmla="*/ 428 w 585"/>
                        <a:gd name="T57" fmla="*/ 438 h 543"/>
                        <a:gd name="T58" fmla="*/ 450 w 585"/>
                        <a:gd name="T59" fmla="*/ 350 h 543"/>
                        <a:gd name="T60" fmla="*/ 443 w 585"/>
                        <a:gd name="T61" fmla="*/ 303 h 543"/>
                        <a:gd name="T62" fmla="*/ 440 w 585"/>
                        <a:gd name="T63" fmla="*/ 239 h 543"/>
                        <a:gd name="T64" fmla="*/ 383 w 585"/>
                        <a:gd name="T65" fmla="*/ 251 h 543"/>
                        <a:gd name="T66" fmla="*/ 324 w 585"/>
                        <a:gd name="T67" fmla="*/ 267 h 543"/>
                        <a:gd name="T68" fmla="*/ 240 w 585"/>
                        <a:gd name="T69" fmla="*/ 265 h 543"/>
                        <a:gd name="T70" fmla="*/ 203 w 585"/>
                        <a:gd name="T71" fmla="*/ 250 h 543"/>
                        <a:gd name="T72" fmla="*/ 158 w 585"/>
                        <a:gd name="T73" fmla="*/ 258 h 543"/>
                        <a:gd name="T74" fmla="*/ 144 w 585"/>
                        <a:gd name="T75" fmla="*/ 291 h 543"/>
                        <a:gd name="T76" fmla="*/ 119 w 585"/>
                        <a:gd name="T77" fmla="*/ 312 h 543"/>
                        <a:gd name="T78" fmla="*/ 103 w 585"/>
                        <a:gd name="T79" fmla="*/ 367 h 543"/>
                        <a:gd name="T80" fmla="*/ 86 w 585"/>
                        <a:gd name="T81" fmla="*/ 379 h 543"/>
                        <a:gd name="T82" fmla="*/ 67 w 585"/>
                        <a:gd name="T83" fmla="*/ 384 h 543"/>
                        <a:gd name="T84" fmla="*/ 60 w 585"/>
                        <a:gd name="T85" fmla="*/ 400 h 543"/>
                        <a:gd name="T86" fmla="*/ 70 w 585"/>
                        <a:gd name="T87" fmla="*/ 424 h 543"/>
                        <a:gd name="T88" fmla="*/ 101 w 585"/>
                        <a:gd name="T89" fmla="*/ 433 h 543"/>
                        <a:gd name="T90" fmla="*/ 112 w 585"/>
                        <a:gd name="T91" fmla="*/ 511 h 54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</a:cxnLst>
                      <a:rect l="0" t="0" r="r" b="b"/>
                      <a:pathLst>
                        <a:path w="585" h="543">
                          <a:moveTo>
                            <a:pt x="112" y="511"/>
                          </a:moveTo>
                          <a:lnTo>
                            <a:pt x="89" y="499"/>
                          </a:lnTo>
                          <a:lnTo>
                            <a:pt x="76" y="486"/>
                          </a:lnTo>
                          <a:lnTo>
                            <a:pt x="72" y="475"/>
                          </a:lnTo>
                          <a:lnTo>
                            <a:pt x="67" y="451"/>
                          </a:lnTo>
                          <a:lnTo>
                            <a:pt x="53" y="444"/>
                          </a:lnTo>
                          <a:lnTo>
                            <a:pt x="47" y="422"/>
                          </a:lnTo>
                          <a:lnTo>
                            <a:pt x="41" y="411"/>
                          </a:lnTo>
                          <a:lnTo>
                            <a:pt x="37" y="405"/>
                          </a:lnTo>
                          <a:lnTo>
                            <a:pt x="30" y="385"/>
                          </a:lnTo>
                          <a:lnTo>
                            <a:pt x="8" y="352"/>
                          </a:lnTo>
                          <a:lnTo>
                            <a:pt x="20" y="294"/>
                          </a:lnTo>
                          <a:lnTo>
                            <a:pt x="8" y="287"/>
                          </a:lnTo>
                          <a:lnTo>
                            <a:pt x="0" y="254"/>
                          </a:lnTo>
                          <a:lnTo>
                            <a:pt x="1" y="230"/>
                          </a:lnTo>
                          <a:lnTo>
                            <a:pt x="3" y="203"/>
                          </a:lnTo>
                          <a:lnTo>
                            <a:pt x="17" y="175"/>
                          </a:lnTo>
                          <a:lnTo>
                            <a:pt x="51" y="159"/>
                          </a:lnTo>
                          <a:lnTo>
                            <a:pt x="47" y="129"/>
                          </a:lnTo>
                          <a:lnTo>
                            <a:pt x="76" y="94"/>
                          </a:lnTo>
                          <a:lnTo>
                            <a:pt x="90" y="80"/>
                          </a:lnTo>
                          <a:lnTo>
                            <a:pt x="105" y="57"/>
                          </a:lnTo>
                          <a:lnTo>
                            <a:pt x="129" y="42"/>
                          </a:lnTo>
                          <a:lnTo>
                            <a:pt x="153" y="42"/>
                          </a:lnTo>
                          <a:lnTo>
                            <a:pt x="192" y="9"/>
                          </a:lnTo>
                          <a:lnTo>
                            <a:pt x="224" y="6"/>
                          </a:lnTo>
                          <a:lnTo>
                            <a:pt x="248" y="0"/>
                          </a:lnTo>
                          <a:lnTo>
                            <a:pt x="270" y="3"/>
                          </a:lnTo>
                          <a:lnTo>
                            <a:pt x="292" y="6"/>
                          </a:lnTo>
                          <a:lnTo>
                            <a:pt x="315" y="6"/>
                          </a:lnTo>
                          <a:lnTo>
                            <a:pt x="347" y="9"/>
                          </a:lnTo>
                          <a:lnTo>
                            <a:pt x="380" y="24"/>
                          </a:lnTo>
                          <a:lnTo>
                            <a:pt x="399" y="34"/>
                          </a:lnTo>
                          <a:lnTo>
                            <a:pt x="440" y="45"/>
                          </a:lnTo>
                          <a:lnTo>
                            <a:pt x="467" y="71"/>
                          </a:lnTo>
                          <a:lnTo>
                            <a:pt x="482" y="89"/>
                          </a:lnTo>
                          <a:lnTo>
                            <a:pt x="496" y="111"/>
                          </a:lnTo>
                          <a:lnTo>
                            <a:pt x="502" y="132"/>
                          </a:lnTo>
                          <a:lnTo>
                            <a:pt x="514" y="150"/>
                          </a:lnTo>
                          <a:lnTo>
                            <a:pt x="528" y="168"/>
                          </a:lnTo>
                          <a:lnTo>
                            <a:pt x="549" y="190"/>
                          </a:lnTo>
                          <a:lnTo>
                            <a:pt x="563" y="230"/>
                          </a:lnTo>
                          <a:lnTo>
                            <a:pt x="575" y="263"/>
                          </a:lnTo>
                          <a:lnTo>
                            <a:pt x="585" y="285"/>
                          </a:lnTo>
                          <a:lnTo>
                            <a:pt x="582" y="300"/>
                          </a:lnTo>
                          <a:lnTo>
                            <a:pt x="572" y="333"/>
                          </a:lnTo>
                          <a:lnTo>
                            <a:pt x="559" y="352"/>
                          </a:lnTo>
                          <a:lnTo>
                            <a:pt x="562" y="380"/>
                          </a:lnTo>
                          <a:lnTo>
                            <a:pt x="554" y="398"/>
                          </a:lnTo>
                          <a:lnTo>
                            <a:pt x="525" y="416"/>
                          </a:lnTo>
                          <a:lnTo>
                            <a:pt x="515" y="435"/>
                          </a:lnTo>
                          <a:lnTo>
                            <a:pt x="464" y="475"/>
                          </a:lnTo>
                          <a:lnTo>
                            <a:pt x="464" y="492"/>
                          </a:lnTo>
                          <a:lnTo>
                            <a:pt x="441" y="514"/>
                          </a:lnTo>
                          <a:lnTo>
                            <a:pt x="402" y="533"/>
                          </a:lnTo>
                          <a:lnTo>
                            <a:pt x="382" y="543"/>
                          </a:lnTo>
                          <a:lnTo>
                            <a:pt x="406" y="492"/>
                          </a:lnTo>
                          <a:lnTo>
                            <a:pt x="428" y="438"/>
                          </a:lnTo>
                          <a:lnTo>
                            <a:pt x="441" y="395"/>
                          </a:lnTo>
                          <a:lnTo>
                            <a:pt x="450" y="350"/>
                          </a:lnTo>
                          <a:lnTo>
                            <a:pt x="450" y="327"/>
                          </a:lnTo>
                          <a:lnTo>
                            <a:pt x="443" y="303"/>
                          </a:lnTo>
                          <a:lnTo>
                            <a:pt x="446" y="255"/>
                          </a:lnTo>
                          <a:lnTo>
                            <a:pt x="440" y="239"/>
                          </a:lnTo>
                          <a:lnTo>
                            <a:pt x="428" y="229"/>
                          </a:lnTo>
                          <a:lnTo>
                            <a:pt x="383" y="251"/>
                          </a:lnTo>
                          <a:lnTo>
                            <a:pt x="359" y="263"/>
                          </a:lnTo>
                          <a:lnTo>
                            <a:pt x="324" y="267"/>
                          </a:lnTo>
                          <a:lnTo>
                            <a:pt x="277" y="267"/>
                          </a:lnTo>
                          <a:lnTo>
                            <a:pt x="240" y="265"/>
                          </a:lnTo>
                          <a:lnTo>
                            <a:pt x="221" y="260"/>
                          </a:lnTo>
                          <a:lnTo>
                            <a:pt x="203" y="250"/>
                          </a:lnTo>
                          <a:lnTo>
                            <a:pt x="180" y="250"/>
                          </a:lnTo>
                          <a:lnTo>
                            <a:pt x="158" y="258"/>
                          </a:lnTo>
                          <a:lnTo>
                            <a:pt x="148" y="272"/>
                          </a:lnTo>
                          <a:lnTo>
                            <a:pt x="144" y="291"/>
                          </a:lnTo>
                          <a:lnTo>
                            <a:pt x="134" y="309"/>
                          </a:lnTo>
                          <a:lnTo>
                            <a:pt x="119" y="312"/>
                          </a:lnTo>
                          <a:lnTo>
                            <a:pt x="107" y="333"/>
                          </a:lnTo>
                          <a:lnTo>
                            <a:pt x="103" y="367"/>
                          </a:lnTo>
                          <a:lnTo>
                            <a:pt x="96" y="375"/>
                          </a:lnTo>
                          <a:lnTo>
                            <a:pt x="86" y="379"/>
                          </a:lnTo>
                          <a:lnTo>
                            <a:pt x="75" y="380"/>
                          </a:lnTo>
                          <a:lnTo>
                            <a:pt x="67" y="384"/>
                          </a:lnTo>
                          <a:lnTo>
                            <a:pt x="62" y="391"/>
                          </a:lnTo>
                          <a:lnTo>
                            <a:pt x="60" y="400"/>
                          </a:lnTo>
                          <a:lnTo>
                            <a:pt x="62" y="413"/>
                          </a:lnTo>
                          <a:lnTo>
                            <a:pt x="70" y="424"/>
                          </a:lnTo>
                          <a:lnTo>
                            <a:pt x="84" y="433"/>
                          </a:lnTo>
                          <a:lnTo>
                            <a:pt x="101" y="433"/>
                          </a:lnTo>
                          <a:lnTo>
                            <a:pt x="106" y="478"/>
                          </a:lnTo>
                          <a:lnTo>
                            <a:pt x="112" y="511"/>
                          </a:lnTo>
                          <a:close/>
                        </a:path>
                      </a:pathLst>
                    </a:custGeom>
                    <a:solidFill>
                      <a:srgbClr val="7F5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11" name="Group 102">
                      <a:extLst>
                        <a:ext uri="{FF2B5EF4-FFF2-40B4-BE49-F238E27FC236}">
                          <a16:creationId xmlns:a16="http://schemas.microsoft.com/office/drawing/2014/main" id="{35F881FB-A4AC-696B-946F-5D593EE7347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161" y="3002"/>
                      <a:ext cx="274" cy="190"/>
                      <a:chOff x="2161" y="3002"/>
                      <a:chExt cx="274" cy="190"/>
                    </a:xfrm>
                  </p:grpSpPr>
                  <p:sp>
                    <p:nvSpPr>
                      <p:cNvPr id="112" name="Freeform 103">
                        <a:extLst>
                          <a:ext uri="{FF2B5EF4-FFF2-40B4-BE49-F238E27FC236}">
                            <a16:creationId xmlns:a16="http://schemas.microsoft.com/office/drawing/2014/main" id="{3E624A35-71FB-D0B6-0524-E2C9CA054B7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161" y="3074"/>
                        <a:ext cx="116" cy="76"/>
                      </a:xfrm>
                      <a:custGeom>
                        <a:avLst/>
                        <a:gdLst>
                          <a:gd name="T0" fmla="*/ 8 w 231"/>
                          <a:gd name="T1" fmla="*/ 151 h 151"/>
                          <a:gd name="T2" fmla="*/ 49 w 231"/>
                          <a:gd name="T3" fmla="*/ 151 h 151"/>
                          <a:gd name="T4" fmla="*/ 115 w 231"/>
                          <a:gd name="T5" fmla="*/ 117 h 151"/>
                          <a:gd name="T6" fmla="*/ 66 w 231"/>
                          <a:gd name="T7" fmla="*/ 113 h 151"/>
                          <a:gd name="T8" fmla="*/ 29 w 231"/>
                          <a:gd name="T9" fmla="*/ 108 h 151"/>
                          <a:gd name="T10" fmla="*/ 13 w 231"/>
                          <a:gd name="T11" fmla="*/ 102 h 151"/>
                          <a:gd name="T12" fmla="*/ 0 w 231"/>
                          <a:gd name="T13" fmla="*/ 83 h 151"/>
                          <a:gd name="T14" fmla="*/ 1 w 231"/>
                          <a:gd name="T15" fmla="*/ 49 h 151"/>
                          <a:gd name="T16" fmla="*/ 29 w 231"/>
                          <a:gd name="T17" fmla="*/ 62 h 151"/>
                          <a:gd name="T18" fmla="*/ 50 w 231"/>
                          <a:gd name="T19" fmla="*/ 70 h 151"/>
                          <a:gd name="T20" fmla="*/ 82 w 231"/>
                          <a:gd name="T21" fmla="*/ 74 h 151"/>
                          <a:gd name="T22" fmla="*/ 104 w 231"/>
                          <a:gd name="T23" fmla="*/ 77 h 151"/>
                          <a:gd name="T24" fmla="*/ 138 w 231"/>
                          <a:gd name="T25" fmla="*/ 90 h 151"/>
                          <a:gd name="T26" fmla="*/ 114 w 231"/>
                          <a:gd name="T27" fmla="*/ 64 h 151"/>
                          <a:gd name="T28" fmla="*/ 96 w 231"/>
                          <a:gd name="T29" fmla="*/ 50 h 151"/>
                          <a:gd name="T30" fmla="*/ 69 w 231"/>
                          <a:gd name="T31" fmla="*/ 37 h 151"/>
                          <a:gd name="T32" fmla="*/ 72 w 231"/>
                          <a:gd name="T33" fmla="*/ 9 h 151"/>
                          <a:gd name="T34" fmla="*/ 69 w 231"/>
                          <a:gd name="T35" fmla="*/ 0 h 151"/>
                          <a:gd name="T36" fmla="*/ 104 w 231"/>
                          <a:gd name="T37" fmla="*/ 1 h 151"/>
                          <a:gd name="T38" fmla="*/ 106 w 231"/>
                          <a:gd name="T39" fmla="*/ 24 h 151"/>
                          <a:gd name="T40" fmla="*/ 111 w 231"/>
                          <a:gd name="T41" fmla="*/ 43 h 151"/>
                          <a:gd name="T42" fmla="*/ 122 w 231"/>
                          <a:gd name="T43" fmla="*/ 55 h 151"/>
                          <a:gd name="T44" fmla="*/ 143 w 231"/>
                          <a:gd name="T45" fmla="*/ 65 h 151"/>
                          <a:gd name="T46" fmla="*/ 175 w 231"/>
                          <a:gd name="T47" fmla="*/ 77 h 151"/>
                          <a:gd name="T48" fmla="*/ 214 w 231"/>
                          <a:gd name="T49" fmla="*/ 90 h 151"/>
                          <a:gd name="T50" fmla="*/ 231 w 231"/>
                          <a:gd name="T51" fmla="*/ 93 h 15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</a:cxnLst>
                        <a:rect l="0" t="0" r="r" b="b"/>
                        <a:pathLst>
                          <a:path w="231" h="151">
                            <a:moveTo>
                              <a:pt x="8" y="151"/>
                            </a:moveTo>
                            <a:lnTo>
                              <a:pt x="49" y="151"/>
                            </a:lnTo>
                            <a:lnTo>
                              <a:pt x="115" y="117"/>
                            </a:lnTo>
                            <a:lnTo>
                              <a:pt x="66" y="113"/>
                            </a:lnTo>
                            <a:lnTo>
                              <a:pt x="29" y="108"/>
                            </a:lnTo>
                            <a:lnTo>
                              <a:pt x="13" y="102"/>
                            </a:lnTo>
                            <a:lnTo>
                              <a:pt x="0" y="83"/>
                            </a:lnTo>
                            <a:lnTo>
                              <a:pt x="1" y="49"/>
                            </a:lnTo>
                            <a:lnTo>
                              <a:pt x="29" y="62"/>
                            </a:lnTo>
                            <a:lnTo>
                              <a:pt x="50" y="70"/>
                            </a:lnTo>
                            <a:lnTo>
                              <a:pt x="82" y="74"/>
                            </a:lnTo>
                            <a:lnTo>
                              <a:pt x="104" y="77"/>
                            </a:lnTo>
                            <a:lnTo>
                              <a:pt x="138" y="90"/>
                            </a:lnTo>
                            <a:lnTo>
                              <a:pt x="114" y="64"/>
                            </a:lnTo>
                            <a:lnTo>
                              <a:pt x="96" y="50"/>
                            </a:lnTo>
                            <a:lnTo>
                              <a:pt x="69" y="37"/>
                            </a:lnTo>
                            <a:lnTo>
                              <a:pt x="72" y="9"/>
                            </a:lnTo>
                            <a:lnTo>
                              <a:pt x="69" y="0"/>
                            </a:lnTo>
                            <a:lnTo>
                              <a:pt x="104" y="1"/>
                            </a:lnTo>
                            <a:lnTo>
                              <a:pt x="106" y="24"/>
                            </a:lnTo>
                            <a:lnTo>
                              <a:pt x="111" y="43"/>
                            </a:lnTo>
                            <a:lnTo>
                              <a:pt x="122" y="55"/>
                            </a:lnTo>
                            <a:lnTo>
                              <a:pt x="143" y="65"/>
                            </a:lnTo>
                            <a:lnTo>
                              <a:pt x="175" y="77"/>
                            </a:lnTo>
                            <a:lnTo>
                              <a:pt x="214" y="90"/>
                            </a:lnTo>
                            <a:lnTo>
                              <a:pt x="231" y="93"/>
                            </a:lnTo>
                          </a:path>
                        </a:pathLst>
                      </a:custGeom>
                      <a:noFill/>
                      <a:ln w="6350">
                        <a:solidFill>
                          <a:srgbClr val="5F3F1F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3" name="Freeform 104">
                        <a:extLst>
                          <a:ext uri="{FF2B5EF4-FFF2-40B4-BE49-F238E27FC236}">
                            <a16:creationId xmlns:a16="http://schemas.microsoft.com/office/drawing/2014/main" id="{EFC05CE7-2A00-678D-8CCB-B3294C1126E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179" y="3040"/>
                        <a:ext cx="223" cy="62"/>
                      </a:xfrm>
                      <a:custGeom>
                        <a:avLst/>
                        <a:gdLst>
                          <a:gd name="T0" fmla="*/ 0 w 445"/>
                          <a:gd name="T1" fmla="*/ 57 h 126"/>
                          <a:gd name="T2" fmla="*/ 31 w 445"/>
                          <a:gd name="T3" fmla="*/ 49 h 126"/>
                          <a:gd name="T4" fmla="*/ 74 w 445"/>
                          <a:gd name="T5" fmla="*/ 51 h 126"/>
                          <a:gd name="T6" fmla="*/ 104 w 445"/>
                          <a:gd name="T7" fmla="*/ 46 h 126"/>
                          <a:gd name="T8" fmla="*/ 93 w 445"/>
                          <a:gd name="T9" fmla="*/ 74 h 126"/>
                          <a:gd name="T10" fmla="*/ 107 w 445"/>
                          <a:gd name="T11" fmla="*/ 95 h 126"/>
                          <a:gd name="T12" fmla="*/ 136 w 445"/>
                          <a:gd name="T13" fmla="*/ 73 h 126"/>
                          <a:gd name="T14" fmla="*/ 164 w 445"/>
                          <a:gd name="T15" fmla="*/ 46 h 126"/>
                          <a:gd name="T16" fmla="*/ 196 w 445"/>
                          <a:gd name="T17" fmla="*/ 28 h 126"/>
                          <a:gd name="T18" fmla="*/ 238 w 445"/>
                          <a:gd name="T19" fmla="*/ 5 h 126"/>
                          <a:gd name="T20" fmla="*/ 251 w 445"/>
                          <a:gd name="T21" fmla="*/ 0 h 126"/>
                          <a:gd name="T22" fmla="*/ 347 w 445"/>
                          <a:gd name="T23" fmla="*/ 25 h 126"/>
                          <a:gd name="T24" fmla="*/ 381 w 445"/>
                          <a:gd name="T25" fmla="*/ 65 h 126"/>
                          <a:gd name="T26" fmla="*/ 390 w 445"/>
                          <a:gd name="T27" fmla="*/ 76 h 126"/>
                          <a:gd name="T28" fmla="*/ 389 w 445"/>
                          <a:gd name="T29" fmla="*/ 123 h 126"/>
                          <a:gd name="T30" fmla="*/ 410 w 445"/>
                          <a:gd name="T31" fmla="*/ 126 h 126"/>
                          <a:gd name="T32" fmla="*/ 438 w 445"/>
                          <a:gd name="T33" fmla="*/ 94 h 126"/>
                          <a:gd name="T34" fmla="*/ 445 w 445"/>
                          <a:gd name="T35" fmla="*/ 70 h 126"/>
                          <a:gd name="T36" fmla="*/ 444 w 445"/>
                          <a:gd name="T37" fmla="*/ 42 h 126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</a:cxnLst>
                        <a:rect l="0" t="0" r="r" b="b"/>
                        <a:pathLst>
                          <a:path w="445" h="126">
                            <a:moveTo>
                              <a:pt x="0" y="57"/>
                            </a:moveTo>
                            <a:lnTo>
                              <a:pt x="31" y="49"/>
                            </a:lnTo>
                            <a:lnTo>
                              <a:pt x="74" y="51"/>
                            </a:lnTo>
                            <a:lnTo>
                              <a:pt x="104" y="46"/>
                            </a:lnTo>
                            <a:lnTo>
                              <a:pt x="93" y="74"/>
                            </a:lnTo>
                            <a:lnTo>
                              <a:pt x="107" y="95"/>
                            </a:lnTo>
                            <a:lnTo>
                              <a:pt x="136" y="73"/>
                            </a:lnTo>
                            <a:lnTo>
                              <a:pt x="164" y="46"/>
                            </a:lnTo>
                            <a:lnTo>
                              <a:pt x="196" y="28"/>
                            </a:lnTo>
                            <a:lnTo>
                              <a:pt x="238" y="5"/>
                            </a:lnTo>
                            <a:lnTo>
                              <a:pt x="251" y="0"/>
                            </a:lnTo>
                            <a:lnTo>
                              <a:pt x="347" y="25"/>
                            </a:lnTo>
                            <a:lnTo>
                              <a:pt x="381" y="65"/>
                            </a:lnTo>
                            <a:lnTo>
                              <a:pt x="390" y="76"/>
                            </a:lnTo>
                            <a:lnTo>
                              <a:pt x="389" y="123"/>
                            </a:lnTo>
                            <a:lnTo>
                              <a:pt x="410" y="126"/>
                            </a:lnTo>
                            <a:lnTo>
                              <a:pt x="438" y="94"/>
                            </a:lnTo>
                            <a:lnTo>
                              <a:pt x="445" y="70"/>
                            </a:lnTo>
                            <a:lnTo>
                              <a:pt x="444" y="42"/>
                            </a:lnTo>
                          </a:path>
                        </a:pathLst>
                      </a:custGeom>
                      <a:noFill/>
                      <a:ln w="6350">
                        <a:solidFill>
                          <a:srgbClr val="5F3F1F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4" name="Freeform 105">
                        <a:extLst>
                          <a:ext uri="{FF2B5EF4-FFF2-40B4-BE49-F238E27FC236}">
                            <a16:creationId xmlns:a16="http://schemas.microsoft.com/office/drawing/2014/main" id="{FDA0CA50-91A4-50ED-A6D9-2484BFD69C8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192" y="3002"/>
                        <a:ext cx="196" cy="77"/>
                      </a:xfrm>
                      <a:custGeom>
                        <a:avLst/>
                        <a:gdLst>
                          <a:gd name="T0" fmla="*/ 136 w 390"/>
                          <a:gd name="T1" fmla="*/ 104 h 154"/>
                          <a:gd name="T2" fmla="*/ 104 w 390"/>
                          <a:gd name="T3" fmla="*/ 92 h 154"/>
                          <a:gd name="T4" fmla="*/ 52 w 390"/>
                          <a:gd name="T5" fmla="*/ 92 h 154"/>
                          <a:gd name="T6" fmla="*/ 0 w 390"/>
                          <a:gd name="T7" fmla="*/ 99 h 154"/>
                          <a:gd name="T8" fmla="*/ 81 w 390"/>
                          <a:gd name="T9" fmla="*/ 70 h 154"/>
                          <a:gd name="T10" fmla="*/ 148 w 390"/>
                          <a:gd name="T11" fmla="*/ 68 h 154"/>
                          <a:gd name="T12" fmla="*/ 123 w 390"/>
                          <a:gd name="T13" fmla="*/ 53 h 154"/>
                          <a:gd name="T14" fmla="*/ 74 w 390"/>
                          <a:gd name="T15" fmla="*/ 39 h 154"/>
                          <a:gd name="T16" fmla="*/ 138 w 390"/>
                          <a:gd name="T17" fmla="*/ 36 h 154"/>
                          <a:gd name="T18" fmla="*/ 162 w 390"/>
                          <a:gd name="T19" fmla="*/ 49 h 154"/>
                          <a:gd name="T20" fmla="*/ 193 w 390"/>
                          <a:gd name="T21" fmla="*/ 62 h 154"/>
                          <a:gd name="T22" fmla="*/ 213 w 390"/>
                          <a:gd name="T23" fmla="*/ 44 h 154"/>
                          <a:gd name="T24" fmla="*/ 174 w 390"/>
                          <a:gd name="T25" fmla="*/ 6 h 154"/>
                          <a:gd name="T26" fmla="*/ 202 w 390"/>
                          <a:gd name="T27" fmla="*/ 0 h 154"/>
                          <a:gd name="T28" fmla="*/ 225 w 390"/>
                          <a:gd name="T29" fmla="*/ 0 h 154"/>
                          <a:gd name="T30" fmla="*/ 244 w 390"/>
                          <a:gd name="T31" fmla="*/ 50 h 154"/>
                          <a:gd name="T32" fmla="*/ 264 w 390"/>
                          <a:gd name="T33" fmla="*/ 31 h 154"/>
                          <a:gd name="T34" fmla="*/ 270 w 390"/>
                          <a:gd name="T35" fmla="*/ 13 h 154"/>
                          <a:gd name="T36" fmla="*/ 289 w 390"/>
                          <a:gd name="T37" fmla="*/ 33 h 154"/>
                          <a:gd name="T38" fmla="*/ 303 w 390"/>
                          <a:gd name="T39" fmla="*/ 55 h 154"/>
                          <a:gd name="T40" fmla="*/ 310 w 390"/>
                          <a:gd name="T41" fmla="*/ 65 h 154"/>
                          <a:gd name="T42" fmla="*/ 316 w 390"/>
                          <a:gd name="T43" fmla="*/ 77 h 154"/>
                          <a:gd name="T44" fmla="*/ 331 w 390"/>
                          <a:gd name="T45" fmla="*/ 82 h 154"/>
                          <a:gd name="T46" fmla="*/ 338 w 390"/>
                          <a:gd name="T47" fmla="*/ 44 h 154"/>
                          <a:gd name="T48" fmla="*/ 361 w 390"/>
                          <a:gd name="T49" fmla="*/ 52 h 154"/>
                          <a:gd name="T50" fmla="*/ 357 w 390"/>
                          <a:gd name="T51" fmla="*/ 83 h 154"/>
                          <a:gd name="T52" fmla="*/ 354 w 390"/>
                          <a:gd name="T53" fmla="*/ 98 h 154"/>
                          <a:gd name="T54" fmla="*/ 371 w 390"/>
                          <a:gd name="T55" fmla="*/ 116 h 154"/>
                          <a:gd name="T56" fmla="*/ 390 w 390"/>
                          <a:gd name="T57" fmla="*/ 154 h 15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</a:cxnLst>
                        <a:rect l="0" t="0" r="r" b="b"/>
                        <a:pathLst>
                          <a:path w="390" h="154">
                            <a:moveTo>
                              <a:pt x="136" y="104"/>
                            </a:moveTo>
                            <a:lnTo>
                              <a:pt x="104" y="92"/>
                            </a:lnTo>
                            <a:lnTo>
                              <a:pt x="52" y="92"/>
                            </a:lnTo>
                            <a:lnTo>
                              <a:pt x="0" y="99"/>
                            </a:lnTo>
                            <a:lnTo>
                              <a:pt x="81" y="70"/>
                            </a:lnTo>
                            <a:lnTo>
                              <a:pt x="148" y="68"/>
                            </a:lnTo>
                            <a:lnTo>
                              <a:pt x="123" y="53"/>
                            </a:lnTo>
                            <a:lnTo>
                              <a:pt x="74" y="39"/>
                            </a:lnTo>
                            <a:lnTo>
                              <a:pt x="138" y="36"/>
                            </a:lnTo>
                            <a:lnTo>
                              <a:pt x="162" y="49"/>
                            </a:lnTo>
                            <a:lnTo>
                              <a:pt x="193" y="62"/>
                            </a:lnTo>
                            <a:lnTo>
                              <a:pt x="213" y="44"/>
                            </a:lnTo>
                            <a:lnTo>
                              <a:pt x="174" y="6"/>
                            </a:lnTo>
                            <a:lnTo>
                              <a:pt x="202" y="0"/>
                            </a:lnTo>
                            <a:lnTo>
                              <a:pt x="225" y="0"/>
                            </a:lnTo>
                            <a:lnTo>
                              <a:pt x="244" y="50"/>
                            </a:lnTo>
                            <a:lnTo>
                              <a:pt x="264" y="31"/>
                            </a:lnTo>
                            <a:lnTo>
                              <a:pt x="270" y="13"/>
                            </a:lnTo>
                            <a:lnTo>
                              <a:pt x="289" y="33"/>
                            </a:lnTo>
                            <a:lnTo>
                              <a:pt x="303" y="55"/>
                            </a:lnTo>
                            <a:lnTo>
                              <a:pt x="310" y="65"/>
                            </a:lnTo>
                            <a:lnTo>
                              <a:pt x="316" y="77"/>
                            </a:lnTo>
                            <a:lnTo>
                              <a:pt x="331" y="82"/>
                            </a:lnTo>
                            <a:lnTo>
                              <a:pt x="338" y="44"/>
                            </a:lnTo>
                            <a:lnTo>
                              <a:pt x="361" y="52"/>
                            </a:lnTo>
                            <a:lnTo>
                              <a:pt x="357" y="83"/>
                            </a:lnTo>
                            <a:lnTo>
                              <a:pt x="354" y="98"/>
                            </a:lnTo>
                            <a:lnTo>
                              <a:pt x="371" y="116"/>
                            </a:lnTo>
                            <a:lnTo>
                              <a:pt x="390" y="154"/>
                            </a:lnTo>
                          </a:path>
                        </a:pathLst>
                      </a:custGeom>
                      <a:noFill/>
                      <a:ln w="6350">
                        <a:solidFill>
                          <a:srgbClr val="5F3F1F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5" name="Freeform 106">
                        <a:extLst>
                          <a:ext uri="{FF2B5EF4-FFF2-40B4-BE49-F238E27FC236}">
                            <a16:creationId xmlns:a16="http://schemas.microsoft.com/office/drawing/2014/main" id="{B491BC4B-2E3A-566F-F159-9D8399FD83B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381" y="3075"/>
                        <a:ext cx="54" cy="117"/>
                      </a:xfrm>
                      <a:custGeom>
                        <a:avLst/>
                        <a:gdLst>
                          <a:gd name="T0" fmla="*/ 58 w 110"/>
                          <a:gd name="T1" fmla="*/ 0 h 235"/>
                          <a:gd name="T2" fmla="*/ 85 w 110"/>
                          <a:gd name="T3" fmla="*/ 55 h 235"/>
                          <a:gd name="T4" fmla="*/ 98 w 110"/>
                          <a:gd name="T5" fmla="*/ 84 h 235"/>
                          <a:gd name="T6" fmla="*/ 107 w 110"/>
                          <a:gd name="T7" fmla="*/ 113 h 235"/>
                          <a:gd name="T8" fmla="*/ 110 w 110"/>
                          <a:gd name="T9" fmla="*/ 134 h 235"/>
                          <a:gd name="T10" fmla="*/ 103 w 110"/>
                          <a:gd name="T11" fmla="*/ 161 h 235"/>
                          <a:gd name="T12" fmla="*/ 95 w 110"/>
                          <a:gd name="T13" fmla="*/ 173 h 235"/>
                          <a:gd name="T14" fmla="*/ 85 w 110"/>
                          <a:gd name="T15" fmla="*/ 137 h 235"/>
                          <a:gd name="T16" fmla="*/ 74 w 110"/>
                          <a:gd name="T17" fmla="*/ 106 h 235"/>
                          <a:gd name="T18" fmla="*/ 53 w 110"/>
                          <a:gd name="T19" fmla="*/ 69 h 235"/>
                          <a:gd name="T20" fmla="*/ 33 w 110"/>
                          <a:gd name="T21" fmla="*/ 42 h 235"/>
                          <a:gd name="T22" fmla="*/ 21 w 110"/>
                          <a:gd name="T23" fmla="*/ 103 h 235"/>
                          <a:gd name="T24" fmla="*/ 48 w 110"/>
                          <a:gd name="T25" fmla="*/ 138 h 235"/>
                          <a:gd name="T26" fmla="*/ 62 w 110"/>
                          <a:gd name="T27" fmla="*/ 156 h 235"/>
                          <a:gd name="T28" fmla="*/ 71 w 110"/>
                          <a:gd name="T29" fmla="*/ 235 h 235"/>
                          <a:gd name="T30" fmla="*/ 24 w 110"/>
                          <a:gd name="T31" fmla="*/ 216 h 235"/>
                          <a:gd name="T32" fmla="*/ 14 w 110"/>
                          <a:gd name="T33" fmla="*/ 186 h 235"/>
                          <a:gd name="T34" fmla="*/ 0 w 110"/>
                          <a:gd name="T35" fmla="*/ 149 h 23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</a:cxnLst>
                        <a:rect l="0" t="0" r="r" b="b"/>
                        <a:pathLst>
                          <a:path w="110" h="235">
                            <a:moveTo>
                              <a:pt x="58" y="0"/>
                            </a:moveTo>
                            <a:lnTo>
                              <a:pt x="85" y="55"/>
                            </a:lnTo>
                            <a:lnTo>
                              <a:pt x="98" y="84"/>
                            </a:lnTo>
                            <a:lnTo>
                              <a:pt x="107" y="113"/>
                            </a:lnTo>
                            <a:lnTo>
                              <a:pt x="110" y="134"/>
                            </a:lnTo>
                            <a:lnTo>
                              <a:pt x="103" y="161"/>
                            </a:lnTo>
                            <a:lnTo>
                              <a:pt x="95" y="173"/>
                            </a:lnTo>
                            <a:lnTo>
                              <a:pt x="85" y="137"/>
                            </a:lnTo>
                            <a:lnTo>
                              <a:pt x="74" y="106"/>
                            </a:lnTo>
                            <a:lnTo>
                              <a:pt x="53" y="69"/>
                            </a:lnTo>
                            <a:lnTo>
                              <a:pt x="33" y="42"/>
                            </a:lnTo>
                            <a:lnTo>
                              <a:pt x="21" y="103"/>
                            </a:lnTo>
                            <a:lnTo>
                              <a:pt x="48" y="138"/>
                            </a:lnTo>
                            <a:lnTo>
                              <a:pt x="62" y="156"/>
                            </a:lnTo>
                            <a:lnTo>
                              <a:pt x="71" y="235"/>
                            </a:lnTo>
                            <a:lnTo>
                              <a:pt x="24" y="216"/>
                            </a:lnTo>
                            <a:lnTo>
                              <a:pt x="14" y="186"/>
                            </a:lnTo>
                            <a:lnTo>
                              <a:pt x="0" y="149"/>
                            </a:lnTo>
                          </a:path>
                        </a:pathLst>
                      </a:custGeom>
                      <a:noFill/>
                      <a:ln w="6350">
                        <a:solidFill>
                          <a:srgbClr val="5F3F1F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  <p:sp>
                <p:nvSpPr>
                  <p:cNvPr id="109" name="Oval 107">
                    <a:extLst>
                      <a:ext uri="{FF2B5EF4-FFF2-40B4-BE49-F238E27FC236}">
                        <a16:creationId xmlns:a16="http://schemas.microsoft.com/office/drawing/2014/main" id="{FCFE54B1-74D5-E2EC-5225-B42B39AED6C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92" y="3201"/>
                    <a:ext cx="13" cy="13"/>
                  </a:xfrm>
                  <a:prstGeom prst="ellipse">
                    <a:avLst/>
                  </a:prstGeom>
                  <a:solidFill>
                    <a:srgbClr val="FF5FBF"/>
                  </a:solidFill>
                  <a:ln w="6350">
                    <a:solidFill>
                      <a:srgbClr val="FF009F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92" name="Group 108">
                  <a:extLst>
                    <a:ext uri="{FF2B5EF4-FFF2-40B4-BE49-F238E27FC236}">
                      <a16:creationId xmlns:a16="http://schemas.microsoft.com/office/drawing/2014/main" id="{80B9B546-62AB-E964-83DC-9573453762C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96" y="3254"/>
                  <a:ext cx="507" cy="593"/>
                  <a:chOff x="1996" y="3254"/>
                  <a:chExt cx="507" cy="593"/>
                </a:xfrm>
              </p:grpSpPr>
              <p:sp>
                <p:nvSpPr>
                  <p:cNvPr id="93" name="Freeform 109">
                    <a:extLst>
                      <a:ext uri="{FF2B5EF4-FFF2-40B4-BE49-F238E27FC236}">
                        <a16:creationId xmlns:a16="http://schemas.microsoft.com/office/drawing/2014/main" id="{79D6AC30-4449-C4F5-5F4C-A057897351C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35" y="3254"/>
                    <a:ext cx="46" cy="185"/>
                  </a:xfrm>
                  <a:custGeom>
                    <a:avLst/>
                    <a:gdLst>
                      <a:gd name="T0" fmla="*/ 93 w 93"/>
                      <a:gd name="T1" fmla="*/ 5 h 371"/>
                      <a:gd name="T2" fmla="*/ 19 w 93"/>
                      <a:gd name="T3" fmla="*/ 359 h 371"/>
                      <a:gd name="T4" fmla="*/ 0 w 93"/>
                      <a:gd name="T5" fmla="*/ 371 h 371"/>
                      <a:gd name="T6" fmla="*/ 79 w 93"/>
                      <a:gd name="T7" fmla="*/ 3 h 371"/>
                      <a:gd name="T8" fmla="*/ 83 w 93"/>
                      <a:gd name="T9" fmla="*/ 0 h 371"/>
                      <a:gd name="T10" fmla="*/ 89 w 93"/>
                      <a:gd name="T11" fmla="*/ 0 h 371"/>
                      <a:gd name="T12" fmla="*/ 93 w 93"/>
                      <a:gd name="T13" fmla="*/ 5 h 37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93" h="371">
                        <a:moveTo>
                          <a:pt x="93" y="5"/>
                        </a:moveTo>
                        <a:lnTo>
                          <a:pt x="19" y="359"/>
                        </a:lnTo>
                        <a:lnTo>
                          <a:pt x="0" y="371"/>
                        </a:lnTo>
                        <a:lnTo>
                          <a:pt x="79" y="3"/>
                        </a:lnTo>
                        <a:lnTo>
                          <a:pt x="83" y="0"/>
                        </a:lnTo>
                        <a:lnTo>
                          <a:pt x="89" y="0"/>
                        </a:lnTo>
                        <a:lnTo>
                          <a:pt x="93" y="5"/>
                        </a:lnTo>
                        <a:close/>
                      </a:path>
                    </a:pathLst>
                  </a:custGeom>
                  <a:solidFill>
                    <a:srgbClr val="BF7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94" name="Group 110">
                    <a:extLst>
                      <a:ext uri="{FF2B5EF4-FFF2-40B4-BE49-F238E27FC236}">
                        <a16:creationId xmlns:a16="http://schemas.microsoft.com/office/drawing/2014/main" id="{D5F0F1D2-9953-9CEC-404B-C5EB997F4A8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96" y="3323"/>
                    <a:ext cx="507" cy="524"/>
                    <a:chOff x="1996" y="3323"/>
                    <a:chExt cx="507" cy="524"/>
                  </a:xfrm>
                </p:grpSpPr>
                <p:sp>
                  <p:nvSpPr>
                    <p:cNvPr id="98" name="Freeform 111">
                      <a:extLst>
                        <a:ext uri="{FF2B5EF4-FFF2-40B4-BE49-F238E27FC236}">
                          <a16:creationId xmlns:a16="http://schemas.microsoft.com/office/drawing/2014/main" id="{18D9307B-519F-116E-B07D-D646BBE9A32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996" y="3323"/>
                      <a:ext cx="507" cy="524"/>
                    </a:xfrm>
                    <a:custGeom>
                      <a:avLst/>
                      <a:gdLst>
                        <a:gd name="T0" fmla="*/ 351 w 1014"/>
                        <a:gd name="T1" fmla="*/ 10 h 1049"/>
                        <a:gd name="T2" fmla="*/ 301 w 1014"/>
                        <a:gd name="T3" fmla="*/ 21 h 1049"/>
                        <a:gd name="T4" fmla="*/ 248 w 1014"/>
                        <a:gd name="T5" fmla="*/ 33 h 1049"/>
                        <a:gd name="T6" fmla="*/ 209 w 1014"/>
                        <a:gd name="T7" fmla="*/ 44 h 1049"/>
                        <a:gd name="T8" fmla="*/ 177 w 1014"/>
                        <a:gd name="T9" fmla="*/ 60 h 1049"/>
                        <a:gd name="T10" fmla="*/ 150 w 1014"/>
                        <a:gd name="T11" fmla="*/ 81 h 1049"/>
                        <a:gd name="T12" fmla="*/ 123 w 1014"/>
                        <a:gd name="T13" fmla="*/ 106 h 1049"/>
                        <a:gd name="T14" fmla="*/ 86 w 1014"/>
                        <a:gd name="T15" fmla="*/ 159 h 1049"/>
                        <a:gd name="T16" fmla="*/ 0 w 1014"/>
                        <a:gd name="T17" fmla="*/ 300 h 1049"/>
                        <a:gd name="T18" fmla="*/ 24 w 1014"/>
                        <a:gd name="T19" fmla="*/ 324 h 1049"/>
                        <a:gd name="T20" fmla="*/ 248 w 1014"/>
                        <a:gd name="T21" fmla="*/ 425 h 1049"/>
                        <a:gd name="T22" fmla="*/ 240 w 1014"/>
                        <a:gd name="T23" fmla="*/ 647 h 1049"/>
                        <a:gd name="T24" fmla="*/ 220 w 1014"/>
                        <a:gd name="T25" fmla="*/ 808 h 1049"/>
                        <a:gd name="T26" fmla="*/ 162 w 1014"/>
                        <a:gd name="T27" fmla="*/ 964 h 1049"/>
                        <a:gd name="T28" fmla="*/ 955 w 1014"/>
                        <a:gd name="T29" fmla="*/ 1049 h 1049"/>
                        <a:gd name="T30" fmla="*/ 827 w 1014"/>
                        <a:gd name="T31" fmla="*/ 653 h 1049"/>
                        <a:gd name="T32" fmla="*/ 869 w 1014"/>
                        <a:gd name="T33" fmla="*/ 613 h 1049"/>
                        <a:gd name="T34" fmla="*/ 891 w 1014"/>
                        <a:gd name="T35" fmla="*/ 550 h 1049"/>
                        <a:gd name="T36" fmla="*/ 894 w 1014"/>
                        <a:gd name="T37" fmla="*/ 487 h 1049"/>
                        <a:gd name="T38" fmla="*/ 898 w 1014"/>
                        <a:gd name="T39" fmla="*/ 432 h 1049"/>
                        <a:gd name="T40" fmla="*/ 940 w 1014"/>
                        <a:gd name="T41" fmla="*/ 138 h 1049"/>
                        <a:gd name="T42" fmla="*/ 911 w 1014"/>
                        <a:gd name="T43" fmla="*/ 87 h 1049"/>
                        <a:gd name="T44" fmla="*/ 861 w 1014"/>
                        <a:gd name="T45" fmla="*/ 57 h 1049"/>
                        <a:gd name="T46" fmla="*/ 713 w 1014"/>
                        <a:gd name="T47" fmla="*/ 13 h 1049"/>
                        <a:gd name="T48" fmla="*/ 685 w 1014"/>
                        <a:gd name="T49" fmla="*/ 5 h 1049"/>
                        <a:gd name="T50" fmla="*/ 660 w 1014"/>
                        <a:gd name="T51" fmla="*/ 0 h 1049"/>
                        <a:gd name="T52" fmla="*/ 667 w 1014"/>
                        <a:gd name="T53" fmla="*/ 29 h 1049"/>
                        <a:gd name="T54" fmla="*/ 685 w 1014"/>
                        <a:gd name="T55" fmla="*/ 57 h 1049"/>
                        <a:gd name="T56" fmla="*/ 705 w 1014"/>
                        <a:gd name="T57" fmla="*/ 90 h 1049"/>
                        <a:gd name="T58" fmla="*/ 714 w 1014"/>
                        <a:gd name="T59" fmla="*/ 116 h 1049"/>
                        <a:gd name="T60" fmla="*/ 717 w 1014"/>
                        <a:gd name="T61" fmla="*/ 151 h 1049"/>
                        <a:gd name="T62" fmla="*/ 706 w 1014"/>
                        <a:gd name="T63" fmla="*/ 185 h 1049"/>
                        <a:gd name="T64" fmla="*/ 682 w 1014"/>
                        <a:gd name="T65" fmla="*/ 210 h 1049"/>
                        <a:gd name="T66" fmla="*/ 644 w 1014"/>
                        <a:gd name="T67" fmla="*/ 231 h 1049"/>
                        <a:gd name="T68" fmla="*/ 602 w 1014"/>
                        <a:gd name="T69" fmla="*/ 244 h 1049"/>
                        <a:gd name="T70" fmla="*/ 555 w 1014"/>
                        <a:gd name="T71" fmla="*/ 244 h 1049"/>
                        <a:gd name="T72" fmla="*/ 511 w 1014"/>
                        <a:gd name="T73" fmla="*/ 231 h 1049"/>
                        <a:gd name="T74" fmla="*/ 457 w 1014"/>
                        <a:gd name="T75" fmla="*/ 203 h 1049"/>
                        <a:gd name="T76" fmla="*/ 422 w 1014"/>
                        <a:gd name="T77" fmla="*/ 173 h 1049"/>
                        <a:gd name="T78" fmla="*/ 403 w 1014"/>
                        <a:gd name="T79" fmla="*/ 133 h 1049"/>
                        <a:gd name="T80" fmla="*/ 387 w 1014"/>
                        <a:gd name="T81" fmla="*/ 87 h 1049"/>
                        <a:gd name="T82" fmla="*/ 371 w 1014"/>
                        <a:gd name="T83" fmla="*/ 36 h 1049"/>
                        <a:gd name="T84" fmla="*/ 368 w 1014"/>
                        <a:gd name="T85" fmla="*/ 5 h 104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</a:cxnLst>
                      <a:rect l="0" t="0" r="r" b="b"/>
                      <a:pathLst>
                        <a:path w="1014" h="1049">
                          <a:moveTo>
                            <a:pt x="368" y="5"/>
                          </a:moveTo>
                          <a:lnTo>
                            <a:pt x="351" y="10"/>
                          </a:lnTo>
                          <a:lnTo>
                            <a:pt x="325" y="16"/>
                          </a:lnTo>
                          <a:lnTo>
                            <a:pt x="301" y="21"/>
                          </a:lnTo>
                          <a:lnTo>
                            <a:pt x="274" y="28"/>
                          </a:lnTo>
                          <a:lnTo>
                            <a:pt x="248" y="33"/>
                          </a:lnTo>
                          <a:lnTo>
                            <a:pt x="225" y="39"/>
                          </a:lnTo>
                          <a:lnTo>
                            <a:pt x="209" y="44"/>
                          </a:lnTo>
                          <a:lnTo>
                            <a:pt x="194" y="51"/>
                          </a:lnTo>
                          <a:lnTo>
                            <a:pt x="177" y="60"/>
                          </a:lnTo>
                          <a:lnTo>
                            <a:pt x="163" y="71"/>
                          </a:lnTo>
                          <a:lnTo>
                            <a:pt x="150" y="81"/>
                          </a:lnTo>
                          <a:lnTo>
                            <a:pt x="137" y="92"/>
                          </a:lnTo>
                          <a:lnTo>
                            <a:pt x="123" y="106"/>
                          </a:lnTo>
                          <a:lnTo>
                            <a:pt x="109" y="125"/>
                          </a:lnTo>
                          <a:lnTo>
                            <a:pt x="86" y="159"/>
                          </a:lnTo>
                          <a:lnTo>
                            <a:pt x="47" y="223"/>
                          </a:lnTo>
                          <a:lnTo>
                            <a:pt x="0" y="300"/>
                          </a:lnTo>
                          <a:lnTo>
                            <a:pt x="5" y="312"/>
                          </a:lnTo>
                          <a:lnTo>
                            <a:pt x="24" y="324"/>
                          </a:lnTo>
                          <a:lnTo>
                            <a:pt x="240" y="401"/>
                          </a:lnTo>
                          <a:lnTo>
                            <a:pt x="248" y="425"/>
                          </a:lnTo>
                          <a:lnTo>
                            <a:pt x="250" y="519"/>
                          </a:lnTo>
                          <a:lnTo>
                            <a:pt x="240" y="647"/>
                          </a:lnTo>
                          <a:lnTo>
                            <a:pt x="231" y="745"/>
                          </a:lnTo>
                          <a:lnTo>
                            <a:pt x="220" y="808"/>
                          </a:lnTo>
                          <a:lnTo>
                            <a:pt x="197" y="894"/>
                          </a:lnTo>
                          <a:lnTo>
                            <a:pt x="162" y="964"/>
                          </a:lnTo>
                          <a:lnTo>
                            <a:pt x="115" y="1049"/>
                          </a:lnTo>
                          <a:lnTo>
                            <a:pt x="955" y="1049"/>
                          </a:lnTo>
                          <a:lnTo>
                            <a:pt x="866" y="835"/>
                          </a:lnTo>
                          <a:lnTo>
                            <a:pt x="827" y="653"/>
                          </a:lnTo>
                          <a:lnTo>
                            <a:pt x="846" y="636"/>
                          </a:lnTo>
                          <a:lnTo>
                            <a:pt x="869" y="613"/>
                          </a:lnTo>
                          <a:lnTo>
                            <a:pt x="883" y="584"/>
                          </a:lnTo>
                          <a:lnTo>
                            <a:pt x="891" y="550"/>
                          </a:lnTo>
                          <a:lnTo>
                            <a:pt x="893" y="518"/>
                          </a:lnTo>
                          <a:lnTo>
                            <a:pt x="894" y="487"/>
                          </a:lnTo>
                          <a:lnTo>
                            <a:pt x="895" y="464"/>
                          </a:lnTo>
                          <a:lnTo>
                            <a:pt x="898" y="432"/>
                          </a:lnTo>
                          <a:lnTo>
                            <a:pt x="1014" y="340"/>
                          </a:lnTo>
                          <a:lnTo>
                            <a:pt x="940" y="138"/>
                          </a:lnTo>
                          <a:lnTo>
                            <a:pt x="928" y="108"/>
                          </a:lnTo>
                          <a:lnTo>
                            <a:pt x="911" y="87"/>
                          </a:lnTo>
                          <a:lnTo>
                            <a:pt x="889" y="69"/>
                          </a:lnTo>
                          <a:lnTo>
                            <a:pt x="861" y="57"/>
                          </a:lnTo>
                          <a:lnTo>
                            <a:pt x="735" y="20"/>
                          </a:lnTo>
                          <a:lnTo>
                            <a:pt x="713" y="13"/>
                          </a:lnTo>
                          <a:lnTo>
                            <a:pt x="698" y="8"/>
                          </a:lnTo>
                          <a:lnTo>
                            <a:pt x="685" y="5"/>
                          </a:lnTo>
                          <a:lnTo>
                            <a:pt x="673" y="2"/>
                          </a:lnTo>
                          <a:lnTo>
                            <a:pt x="660" y="0"/>
                          </a:lnTo>
                          <a:lnTo>
                            <a:pt x="660" y="17"/>
                          </a:lnTo>
                          <a:lnTo>
                            <a:pt x="667" y="29"/>
                          </a:lnTo>
                          <a:lnTo>
                            <a:pt x="675" y="42"/>
                          </a:lnTo>
                          <a:lnTo>
                            <a:pt x="685" y="57"/>
                          </a:lnTo>
                          <a:lnTo>
                            <a:pt x="695" y="72"/>
                          </a:lnTo>
                          <a:lnTo>
                            <a:pt x="705" y="90"/>
                          </a:lnTo>
                          <a:lnTo>
                            <a:pt x="710" y="104"/>
                          </a:lnTo>
                          <a:lnTo>
                            <a:pt x="714" y="116"/>
                          </a:lnTo>
                          <a:lnTo>
                            <a:pt x="717" y="133"/>
                          </a:lnTo>
                          <a:lnTo>
                            <a:pt x="717" y="151"/>
                          </a:lnTo>
                          <a:lnTo>
                            <a:pt x="712" y="168"/>
                          </a:lnTo>
                          <a:lnTo>
                            <a:pt x="706" y="185"/>
                          </a:lnTo>
                          <a:lnTo>
                            <a:pt x="696" y="199"/>
                          </a:lnTo>
                          <a:lnTo>
                            <a:pt x="682" y="210"/>
                          </a:lnTo>
                          <a:lnTo>
                            <a:pt x="663" y="223"/>
                          </a:lnTo>
                          <a:lnTo>
                            <a:pt x="644" y="231"/>
                          </a:lnTo>
                          <a:lnTo>
                            <a:pt x="623" y="239"/>
                          </a:lnTo>
                          <a:lnTo>
                            <a:pt x="602" y="244"/>
                          </a:lnTo>
                          <a:lnTo>
                            <a:pt x="581" y="247"/>
                          </a:lnTo>
                          <a:lnTo>
                            <a:pt x="555" y="244"/>
                          </a:lnTo>
                          <a:lnTo>
                            <a:pt x="533" y="238"/>
                          </a:lnTo>
                          <a:lnTo>
                            <a:pt x="511" y="231"/>
                          </a:lnTo>
                          <a:lnTo>
                            <a:pt x="486" y="219"/>
                          </a:lnTo>
                          <a:lnTo>
                            <a:pt x="457" y="203"/>
                          </a:lnTo>
                          <a:lnTo>
                            <a:pt x="441" y="193"/>
                          </a:lnTo>
                          <a:lnTo>
                            <a:pt x="422" y="173"/>
                          </a:lnTo>
                          <a:lnTo>
                            <a:pt x="414" y="153"/>
                          </a:lnTo>
                          <a:lnTo>
                            <a:pt x="403" y="133"/>
                          </a:lnTo>
                          <a:lnTo>
                            <a:pt x="395" y="111"/>
                          </a:lnTo>
                          <a:lnTo>
                            <a:pt x="387" y="87"/>
                          </a:lnTo>
                          <a:lnTo>
                            <a:pt x="381" y="64"/>
                          </a:lnTo>
                          <a:lnTo>
                            <a:pt x="371" y="36"/>
                          </a:lnTo>
                          <a:lnTo>
                            <a:pt x="367" y="15"/>
                          </a:lnTo>
                          <a:lnTo>
                            <a:pt x="368" y="5"/>
                          </a:lnTo>
                          <a:close/>
                        </a:path>
                      </a:pathLst>
                    </a:custGeom>
                    <a:solidFill>
                      <a:srgbClr val="FFF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99" name="Group 112">
                      <a:extLst>
                        <a:ext uri="{FF2B5EF4-FFF2-40B4-BE49-F238E27FC236}">
                          <a16:creationId xmlns:a16="http://schemas.microsoft.com/office/drawing/2014/main" id="{EC7BFF47-BCD5-8A50-832D-F9B28864C7F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013" y="3408"/>
                      <a:ext cx="274" cy="385"/>
                      <a:chOff x="2013" y="3408"/>
                      <a:chExt cx="274" cy="385"/>
                    </a:xfrm>
                  </p:grpSpPr>
                  <p:sp>
                    <p:nvSpPr>
                      <p:cNvPr id="101" name="Freeform 113">
                        <a:extLst>
                          <a:ext uri="{FF2B5EF4-FFF2-40B4-BE49-F238E27FC236}">
                            <a16:creationId xmlns:a16="http://schemas.microsoft.com/office/drawing/2014/main" id="{092F57B9-9F74-F292-EBD4-8765F8F271A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013" y="3408"/>
                        <a:ext cx="274" cy="385"/>
                      </a:xfrm>
                      <a:custGeom>
                        <a:avLst/>
                        <a:gdLst>
                          <a:gd name="T0" fmla="*/ 6 w 548"/>
                          <a:gd name="T1" fmla="*/ 179 h 769"/>
                          <a:gd name="T2" fmla="*/ 0 w 548"/>
                          <a:gd name="T3" fmla="*/ 281 h 769"/>
                          <a:gd name="T4" fmla="*/ 10 w 548"/>
                          <a:gd name="T5" fmla="*/ 467 h 769"/>
                          <a:gd name="T6" fmla="*/ 1 w 548"/>
                          <a:gd name="T7" fmla="*/ 565 h 769"/>
                          <a:gd name="T8" fmla="*/ 13 w 548"/>
                          <a:gd name="T9" fmla="*/ 674 h 769"/>
                          <a:gd name="T10" fmla="*/ 53 w 548"/>
                          <a:gd name="T11" fmla="*/ 769 h 769"/>
                          <a:gd name="T12" fmla="*/ 155 w 548"/>
                          <a:gd name="T13" fmla="*/ 757 h 769"/>
                          <a:gd name="T14" fmla="*/ 273 w 548"/>
                          <a:gd name="T15" fmla="*/ 682 h 769"/>
                          <a:gd name="T16" fmla="*/ 466 w 548"/>
                          <a:gd name="T17" fmla="*/ 404 h 769"/>
                          <a:gd name="T18" fmla="*/ 506 w 548"/>
                          <a:gd name="T19" fmla="*/ 348 h 769"/>
                          <a:gd name="T20" fmla="*/ 517 w 548"/>
                          <a:gd name="T21" fmla="*/ 318 h 769"/>
                          <a:gd name="T22" fmla="*/ 536 w 548"/>
                          <a:gd name="T23" fmla="*/ 259 h 769"/>
                          <a:gd name="T24" fmla="*/ 536 w 548"/>
                          <a:gd name="T25" fmla="*/ 239 h 769"/>
                          <a:gd name="T26" fmla="*/ 524 w 548"/>
                          <a:gd name="T27" fmla="*/ 218 h 769"/>
                          <a:gd name="T28" fmla="*/ 506 w 548"/>
                          <a:gd name="T29" fmla="*/ 196 h 769"/>
                          <a:gd name="T30" fmla="*/ 495 w 548"/>
                          <a:gd name="T31" fmla="*/ 177 h 769"/>
                          <a:gd name="T32" fmla="*/ 496 w 548"/>
                          <a:gd name="T33" fmla="*/ 159 h 769"/>
                          <a:gd name="T34" fmla="*/ 517 w 548"/>
                          <a:gd name="T35" fmla="*/ 165 h 769"/>
                          <a:gd name="T36" fmla="*/ 529 w 548"/>
                          <a:gd name="T37" fmla="*/ 189 h 769"/>
                          <a:gd name="T38" fmla="*/ 538 w 548"/>
                          <a:gd name="T39" fmla="*/ 202 h 769"/>
                          <a:gd name="T40" fmla="*/ 548 w 548"/>
                          <a:gd name="T41" fmla="*/ 198 h 769"/>
                          <a:gd name="T42" fmla="*/ 546 w 548"/>
                          <a:gd name="T43" fmla="*/ 173 h 769"/>
                          <a:gd name="T44" fmla="*/ 540 w 548"/>
                          <a:gd name="T45" fmla="*/ 126 h 769"/>
                          <a:gd name="T46" fmla="*/ 533 w 548"/>
                          <a:gd name="T47" fmla="*/ 103 h 769"/>
                          <a:gd name="T48" fmla="*/ 518 w 548"/>
                          <a:gd name="T49" fmla="*/ 92 h 769"/>
                          <a:gd name="T50" fmla="*/ 503 w 548"/>
                          <a:gd name="T51" fmla="*/ 50 h 769"/>
                          <a:gd name="T52" fmla="*/ 495 w 548"/>
                          <a:gd name="T53" fmla="*/ 21 h 769"/>
                          <a:gd name="T54" fmla="*/ 488 w 548"/>
                          <a:gd name="T55" fmla="*/ 3 h 769"/>
                          <a:gd name="T56" fmla="*/ 471 w 548"/>
                          <a:gd name="T57" fmla="*/ 0 h 769"/>
                          <a:gd name="T58" fmla="*/ 400 w 548"/>
                          <a:gd name="T59" fmla="*/ 99 h 769"/>
                          <a:gd name="T60" fmla="*/ 381 w 548"/>
                          <a:gd name="T61" fmla="*/ 126 h 769"/>
                          <a:gd name="T62" fmla="*/ 377 w 548"/>
                          <a:gd name="T63" fmla="*/ 144 h 769"/>
                          <a:gd name="T64" fmla="*/ 402 w 548"/>
                          <a:gd name="T65" fmla="*/ 226 h 769"/>
                          <a:gd name="T66" fmla="*/ 426 w 548"/>
                          <a:gd name="T67" fmla="*/ 303 h 769"/>
                          <a:gd name="T68" fmla="*/ 213 w 548"/>
                          <a:gd name="T69" fmla="*/ 469 h 769"/>
                          <a:gd name="T70" fmla="*/ 213 w 548"/>
                          <a:gd name="T71" fmla="*/ 232 h 769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</a:cxnLst>
                        <a:rect l="0" t="0" r="r" b="b"/>
                        <a:pathLst>
                          <a:path w="548" h="769">
                            <a:moveTo>
                              <a:pt x="20" y="131"/>
                            </a:moveTo>
                            <a:lnTo>
                              <a:pt x="6" y="179"/>
                            </a:lnTo>
                            <a:lnTo>
                              <a:pt x="4" y="214"/>
                            </a:lnTo>
                            <a:lnTo>
                              <a:pt x="0" y="281"/>
                            </a:lnTo>
                            <a:lnTo>
                              <a:pt x="10" y="364"/>
                            </a:lnTo>
                            <a:lnTo>
                              <a:pt x="10" y="467"/>
                            </a:lnTo>
                            <a:lnTo>
                              <a:pt x="5" y="519"/>
                            </a:lnTo>
                            <a:lnTo>
                              <a:pt x="1" y="565"/>
                            </a:lnTo>
                            <a:lnTo>
                              <a:pt x="4" y="622"/>
                            </a:lnTo>
                            <a:lnTo>
                              <a:pt x="13" y="674"/>
                            </a:lnTo>
                            <a:lnTo>
                              <a:pt x="26" y="726"/>
                            </a:lnTo>
                            <a:lnTo>
                              <a:pt x="53" y="769"/>
                            </a:lnTo>
                            <a:lnTo>
                              <a:pt x="107" y="764"/>
                            </a:lnTo>
                            <a:lnTo>
                              <a:pt x="155" y="757"/>
                            </a:lnTo>
                            <a:lnTo>
                              <a:pt x="219" y="738"/>
                            </a:lnTo>
                            <a:lnTo>
                              <a:pt x="273" y="682"/>
                            </a:lnTo>
                            <a:lnTo>
                              <a:pt x="309" y="634"/>
                            </a:lnTo>
                            <a:lnTo>
                              <a:pt x="466" y="404"/>
                            </a:lnTo>
                            <a:lnTo>
                              <a:pt x="499" y="361"/>
                            </a:lnTo>
                            <a:lnTo>
                              <a:pt x="506" y="348"/>
                            </a:lnTo>
                            <a:lnTo>
                              <a:pt x="511" y="333"/>
                            </a:lnTo>
                            <a:lnTo>
                              <a:pt x="517" y="318"/>
                            </a:lnTo>
                            <a:lnTo>
                              <a:pt x="522" y="302"/>
                            </a:lnTo>
                            <a:lnTo>
                              <a:pt x="536" y="259"/>
                            </a:lnTo>
                            <a:lnTo>
                              <a:pt x="538" y="250"/>
                            </a:lnTo>
                            <a:lnTo>
                              <a:pt x="536" y="239"/>
                            </a:lnTo>
                            <a:lnTo>
                              <a:pt x="530" y="228"/>
                            </a:lnTo>
                            <a:lnTo>
                              <a:pt x="524" y="218"/>
                            </a:lnTo>
                            <a:lnTo>
                              <a:pt x="516" y="207"/>
                            </a:lnTo>
                            <a:lnTo>
                              <a:pt x="506" y="196"/>
                            </a:lnTo>
                            <a:lnTo>
                              <a:pt x="502" y="185"/>
                            </a:lnTo>
                            <a:lnTo>
                              <a:pt x="495" y="177"/>
                            </a:lnTo>
                            <a:lnTo>
                              <a:pt x="480" y="166"/>
                            </a:lnTo>
                            <a:lnTo>
                              <a:pt x="496" y="159"/>
                            </a:lnTo>
                            <a:lnTo>
                              <a:pt x="510" y="156"/>
                            </a:lnTo>
                            <a:lnTo>
                              <a:pt x="517" y="165"/>
                            </a:lnTo>
                            <a:lnTo>
                              <a:pt x="526" y="178"/>
                            </a:lnTo>
                            <a:lnTo>
                              <a:pt x="529" y="189"/>
                            </a:lnTo>
                            <a:lnTo>
                              <a:pt x="532" y="196"/>
                            </a:lnTo>
                            <a:lnTo>
                              <a:pt x="538" y="202"/>
                            </a:lnTo>
                            <a:lnTo>
                              <a:pt x="545" y="205"/>
                            </a:lnTo>
                            <a:lnTo>
                              <a:pt x="548" y="198"/>
                            </a:lnTo>
                            <a:lnTo>
                              <a:pt x="547" y="188"/>
                            </a:lnTo>
                            <a:lnTo>
                              <a:pt x="546" y="173"/>
                            </a:lnTo>
                            <a:lnTo>
                              <a:pt x="543" y="150"/>
                            </a:lnTo>
                            <a:lnTo>
                              <a:pt x="540" y="126"/>
                            </a:lnTo>
                            <a:lnTo>
                              <a:pt x="535" y="121"/>
                            </a:lnTo>
                            <a:lnTo>
                              <a:pt x="533" y="103"/>
                            </a:lnTo>
                            <a:lnTo>
                              <a:pt x="531" y="97"/>
                            </a:lnTo>
                            <a:lnTo>
                              <a:pt x="518" y="92"/>
                            </a:lnTo>
                            <a:lnTo>
                              <a:pt x="510" y="67"/>
                            </a:lnTo>
                            <a:lnTo>
                              <a:pt x="503" y="50"/>
                            </a:lnTo>
                            <a:lnTo>
                              <a:pt x="497" y="34"/>
                            </a:lnTo>
                            <a:lnTo>
                              <a:pt x="495" y="21"/>
                            </a:lnTo>
                            <a:lnTo>
                              <a:pt x="494" y="12"/>
                            </a:lnTo>
                            <a:lnTo>
                              <a:pt x="488" y="3"/>
                            </a:lnTo>
                            <a:lnTo>
                              <a:pt x="480" y="0"/>
                            </a:lnTo>
                            <a:lnTo>
                              <a:pt x="471" y="0"/>
                            </a:lnTo>
                            <a:lnTo>
                              <a:pt x="464" y="31"/>
                            </a:lnTo>
                            <a:lnTo>
                              <a:pt x="400" y="99"/>
                            </a:lnTo>
                            <a:lnTo>
                              <a:pt x="388" y="117"/>
                            </a:lnTo>
                            <a:lnTo>
                              <a:pt x="381" y="126"/>
                            </a:lnTo>
                            <a:lnTo>
                              <a:pt x="378" y="135"/>
                            </a:lnTo>
                            <a:lnTo>
                              <a:pt x="377" y="144"/>
                            </a:lnTo>
                            <a:lnTo>
                              <a:pt x="388" y="174"/>
                            </a:lnTo>
                            <a:lnTo>
                              <a:pt x="402" y="226"/>
                            </a:lnTo>
                            <a:lnTo>
                              <a:pt x="415" y="257"/>
                            </a:lnTo>
                            <a:lnTo>
                              <a:pt x="426" y="303"/>
                            </a:lnTo>
                            <a:lnTo>
                              <a:pt x="332" y="373"/>
                            </a:lnTo>
                            <a:lnTo>
                              <a:pt x="213" y="469"/>
                            </a:lnTo>
                            <a:lnTo>
                              <a:pt x="217" y="355"/>
                            </a:lnTo>
                            <a:lnTo>
                              <a:pt x="213" y="232"/>
                            </a:lnTo>
                            <a:lnTo>
                              <a:pt x="20" y="131"/>
                            </a:lnTo>
                            <a:close/>
                          </a:path>
                        </a:pathLst>
                      </a:custGeom>
                      <a:solidFill>
                        <a:srgbClr val="FF9F7F"/>
                      </a:solidFill>
                      <a:ln w="6350">
                        <a:solidFill>
                          <a:srgbClr val="BF3F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02" name="Freeform 114">
                        <a:extLst>
                          <a:ext uri="{FF2B5EF4-FFF2-40B4-BE49-F238E27FC236}">
                            <a16:creationId xmlns:a16="http://schemas.microsoft.com/office/drawing/2014/main" id="{332C8C5A-E85D-264C-5DDA-249DE8B3626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33" y="3456"/>
                        <a:ext cx="39" cy="7"/>
                      </a:xfrm>
                      <a:custGeom>
                        <a:avLst/>
                        <a:gdLst>
                          <a:gd name="T0" fmla="*/ 0 w 77"/>
                          <a:gd name="T1" fmla="*/ 14 h 14"/>
                          <a:gd name="T2" fmla="*/ 51 w 77"/>
                          <a:gd name="T3" fmla="*/ 0 h 14"/>
                          <a:gd name="T4" fmla="*/ 77 w 77"/>
                          <a:gd name="T5" fmla="*/ 0 h 1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77" h="14">
                            <a:moveTo>
                              <a:pt x="0" y="14"/>
                            </a:moveTo>
                            <a:lnTo>
                              <a:pt x="51" y="0"/>
                            </a:lnTo>
                            <a:lnTo>
                              <a:pt x="77" y="0"/>
                            </a:lnTo>
                          </a:path>
                        </a:pathLst>
                      </a:custGeom>
                      <a:noFill/>
                      <a:ln w="6350">
                        <a:solidFill>
                          <a:srgbClr val="BF3F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03" name="Freeform 115">
                        <a:extLst>
                          <a:ext uri="{FF2B5EF4-FFF2-40B4-BE49-F238E27FC236}">
                            <a16:creationId xmlns:a16="http://schemas.microsoft.com/office/drawing/2014/main" id="{AF07E42E-3D2A-F4FB-7503-C230B6576C3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28" y="3472"/>
                        <a:ext cx="51" cy="10"/>
                      </a:xfrm>
                      <a:custGeom>
                        <a:avLst/>
                        <a:gdLst>
                          <a:gd name="T0" fmla="*/ 0 w 102"/>
                          <a:gd name="T1" fmla="*/ 21 h 21"/>
                          <a:gd name="T2" fmla="*/ 59 w 102"/>
                          <a:gd name="T3" fmla="*/ 4 h 21"/>
                          <a:gd name="T4" fmla="*/ 102 w 102"/>
                          <a:gd name="T5" fmla="*/ 0 h 2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102" h="21">
                            <a:moveTo>
                              <a:pt x="0" y="21"/>
                            </a:moveTo>
                            <a:lnTo>
                              <a:pt x="59" y="4"/>
                            </a:lnTo>
                            <a:lnTo>
                              <a:pt x="102" y="0"/>
                            </a:lnTo>
                          </a:path>
                        </a:pathLst>
                      </a:custGeom>
                      <a:noFill/>
                      <a:ln w="6350">
                        <a:solidFill>
                          <a:srgbClr val="BF3F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04" name="Freeform 116">
                        <a:extLst>
                          <a:ext uri="{FF2B5EF4-FFF2-40B4-BE49-F238E27FC236}">
                            <a16:creationId xmlns:a16="http://schemas.microsoft.com/office/drawing/2014/main" id="{5E15C94C-FB24-E9F4-316C-9B0A911969D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33" y="3448"/>
                        <a:ext cx="22" cy="14"/>
                      </a:xfrm>
                      <a:custGeom>
                        <a:avLst/>
                        <a:gdLst>
                          <a:gd name="T0" fmla="*/ 0 w 44"/>
                          <a:gd name="T1" fmla="*/ 29 h 29"/>
                          <a:gd name="T2" fmla="*/ 37 w 44"/>
                          <a:gd name="T3" fmla="*/ 0 h 29"/>
                          <a:gd name="T4" fmla="*/ 44 w 44"/>
                          <a:gd name="T5" fmla="*/ 16 h 29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44" h="29">
                            <a:moveTo>
                              <a:pt x="0" y="29"/>
                            </a:moveTo>
                            <a:lnTo>
                              <a:pt x="37" y="0"/>
                            </a:lnTo>
                            <a:lnTo>
                              <a:pt x="44" y="16"/>
                            </a:lnTo>
                          </a:path>
                        </a:pathLst>
                      </a:custGeom>
                      <a:noFill/>
                      <a:ln w="6350">
                        <a:solidFill>
                          <a:srgbClr val="BF3F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05" name="Line 117">
                        <a:extLst>
                          <a:ext uri="{FF2B5EF4-FFF2-40B4-BE49-F238E27FC236}">
                            <a16:creationId xmlns:a16="http://schemas.microsoft.com/office/drawing/2014/main" id="{B0B19570-1514-47DA-5920-89FBECE72CF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2249" y="3423"/>
                        <a:ext cx="11" cy="5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rgbClr val="BF3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00" name="Freeform 118">
                      <a:extLst>
                        <a:ext uri="{FF2B5EF4-FFF2-40B4-BE49-F238E27FC236}">
                          <a16:creationId xmlns:a16="http://schemas.microsoft.com/office/drawing/2014/main" id="{2D487BC7-C01C-B8F0-338D-8CD8FDE1353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996" y="3453"/>
                      <a:ext cx="129" cy="76"/>
                    </a:xfrm>
                    <a:custGeom>
                      <a:avLst/>
                      <a:gdLst>
                        <a:gd name="T0" fmla="*/ 118 w 259"/>
                        <a:gd name="T1" fmla="*/ 57 h 153"/>
                        <a:gd name="T2" fmla="*/ 21 w 259"/>
                        <a:gd name="T3" fmla="*/ 0 h 153"/>
                        <a:gd name="T4" fmla="*/ 0 w 259"/>
                        <a:gd name="T5" fmla="*/ 41 h 153"/>
                        <a:gd name="T6" fmla="*/ 5 w 259"/>
                        <a:gd name="T7" fmla="*/ 53 h 153"/>
                        <a:gd name="T8" fmla="*/ 24 w 259"/>
                        <a:gd name="T9" fmla="*/ 65 h 153"/>
                        <a:gd name="T10" fmla="*/ 259 w 259"/>
                        <a:gd name="T11" fmla="*/ 153 h 153"/>
                        <a:gd name="T12" fmla="*/ 259 w 259"/>
                        <a:gd name="T13" fmla="*/ 132 h 153"/>
                        <a:gd name="T14" fmla="*/ 118 w 259"/>
                        <a:gd name="T15" fmla="*/ 57 h 15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259" h="153">
                          <a:moveTo>
                            <a:pt x="118" y="57"/>
                          </a:moveTo>
                          <a:lnTo>
                            <a:pt x="21" y="0"/>
                          </a:lnTo>
                          <a:lnTo>
                            <a:pt x="0" y="41"/>
                          </a:lnTo>
                          <a:lnTo>
                            <a:pt x="5" y="53"/>
                          </a:lnTo>
                          <a:lnTo>
                            <a:pt x="24" y="65"/>
                          </a:lnTo>
                          <a:lnTo>
                            <a:pt x="259" y="153"/>
                          </a:lnTo>
                          <a:lnTo>
                            <a:pt x="259" y="132"/>
                          </a:lnTo>
                          <a:lnTo>
                            <a:pt x="118" y="57"/>
                          </a:lnTo>
                          <a:close/>
                        </a:path>
                      </a:pathLst>
                    </a:custGeom>
                    <a:solidFill>
                      <a:srgbClr val="FFF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95" name="Group 119">
                    <a:extLst>
                      <a:ext uri="{FF2B5EF4-FFF2-40B4-BE49-F238E27FC236}">
                        <a16:creationId xmlns:a16="http://schemas.microsoft.com/office/drawing/2014/main" id="{610F89B1-03DB-A492-6EB2-EDF80865797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209" y="3369"/>
                    <a:ext cx="52" cy="89"/>
                    <a:chOff x="2209" y="3369"/>
                    <a:chExt cx="52" cy="89"/>
                  </a:xfrm>
                </p:grpSpPr>
                <p:sp>
                  <p:nvSpPr>
                    <p:cNvPr id="96" name="Freeform 120">
                      <a:extLst>
                        <a:ext uri="{FF2B5EF4-FFF2-40B4-BE49-F238E27FC236}">
                          <a16:creationId xmlns:a16="http://schemas.microsoft.com/office/drawing/2014/main" id="{9E9A7605-6529-EF3B-8B57-EA15B84E416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9" y="3371"/>
                      <a:ext cx="49" cy="87"/>
                    </a:xfrm>
                    <a:custGeom>
                      <a:avLst/>
                      <a:gdLst>
                        <a:gd name="T0" fmla="*/ 94 w 99"/>
                        <a:gd name="T1" fmla="*/ 0 h 175"/>
                        <a:gd name="T2" fmla="*/ 62 w 99"/>
                        <a:gd name="T3" fmla="*/ 11 h 175"/>
                        <a:gd name="T4" fmla="*/ 34 w 99"/>
                        <a:gd name="T5" fmla="*/ 26 h 175"/>
                        <a:gd name="T6" fmla="*/ 15 w 99"/>
                        <a:gd name="T7" fmla="*/ 55 h 175"/>
                        <a:gd name="T8" fmla="*/ 0 w 99"/>
                        <a:gd name="T9" fmla="*/ 77 h 175"/>
                        <a:gd name="T10" fmla="*/ 3 w 99"/>
                        <a:gd name="T11" fmla="*/ 100 h 175"/>
                        <a:gd name="T12" fmla="*/ 5 w 99"/>
                        <a:gd name="T13" fmla="*/ 146 h 175"/>
                        <a:gd name="T14" fmla="*/ 12 w 99"/>
                        <a:gd name="T15" fmla="*/ 175 h 175"/>
                        <a:gd name="T16" fmla="*/ 44 w 99"/>
                        <a:gd name="T17" fmla="*/ 142 h 175"/>
                        <a:gd name="T18" fmla="*/ 45 w 99"/>
                        <a:gd name="T19" fmla="*/ 113 h 175"/>
                        <a:gd name="T20" fmla="*/ 43 w 99"/>
                        <a:gd name="T21" fmla="*/ 100 h 175"/>
                        <a:gd name="T22" fmla="*/ 38 w 99"/>
                        <a:gd name="T23" fmla="*/ 91 h 175"/>
                        <a:gd name="T24" fmla="*/ 45 w 99"/>
                        <a:gd name="T25" fmla="*/ 87 h 175"/>
                        <a:gd name="T26" fmla="*/ 50 w 99"/>
                        <a:gd name="T27" fmla="*/ 80 h 175"/>
                        <a:gd name="T28" fmla="*/ 58 w 99"/>
                        <a:gd name="T29" fmla="*/ 68 h 175"/>
                        <a:gd name="T30" fmla="*/ 61 w 99"/>
                        <a:gd name="T31" fmla="*/ 56 h 175"/>
                        <a:gd name="T32" fmla="*/ 64 w 99"/>
                        <a:gd name="T33" fmla="*/ 45 h 175"/>
                        <a:gd name="T34" fmla="*/ 75 w 99"/>
                        <a:gd name="T35" fmla="*/ 43 h 175"/>
                        <a:gd name="T36" fmla="*/ 85 w 99"/>
                        <a:gd name="T37" fmla="*/ 38 h 175"/>
                        <a:gd name="T38" fmla="*/ 92 w 99"/>
                        <a:gd name="T39" fmla="*/ 32 h 175"/>
                        <a:gd name="T40" fmla="*/ 97 w 99"/>
                        <a:gd name="T41" fmla="*/ 22 h 175"/>
                        <a:gd name="T42" fmla="*/ 99 w 99"/>
                        <a:gd name="T43" fmla="*/ 10 h 175"/>
                        <a:gd name="T44" fmla="*/ 94 w 99"/>
                        <a:gd name="T45" fmla="*/ 0 h 17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</a:cxnLst>
                      <a:rect l="0" t="0" r="r" b="b"/>
                      <a:pathLst>
                        <a:path w="99" h="175">
                          <a:moveTo>
                            <a:pt x="94" y="0"/>
                          </a:moveTo>
                          <a:lnTo>
                            <a:pt x="62" y="11"/>
                          </a:lnTo>
                          <a:lnTo>
                            <a:pt x="34" y="26"/>
                          </a:lnTo>
                          <a:lnTo>
                            <a:pt x="15" y="55"/>
                          </a:lnTo>
                          <a:lnTo>
                            <a:pt x="0" y="77"/>
                          </a:lnTo>
                          <a:lnTo>
                            <a:pt x="3" y="100"/>
                          </a:lnTo>
                          <a:lnTo>
                            <a:pt x="5" y="146"/>
                          </a:lnTo>
                          <a:lnTo>
                            <a:pt x="12" y="175"/>
                          </a:lnTo>
                          <a:lnTo>
                            <a:pt x="44" y="142"/>
                          </a:lnTo>
                          <a:lnTo>
                            <a:pt x="45" y="113"/>
                          </a:lnTo>
                          <a:lnTo>
                            <a:pt x="43" y="100"/>
                          </a:lnTo>
                          <a:lnTo>
                            <a:pt x="38" y="91"/>
                          </a:lnTo>
                          <a:lnTo>
                            <a:pt x="45" y="87"/>
                          </a:lnTo>
                          <a:lnTo>
                            <a:pt x="50" y="80"/>
                          </a:lnTo>
                          <a:lnTo>
                            <a:pt x="58" y="68"/>
                          </a:lnTo>
                          <a:lnTo>
                            <a:pt x="61" y="56"/>
                          </a:lnTo>
                          <a:lnTo>
                            <a:pt x="64" y="45"/>
                          </a:lnTo>
                          <a:lnTo>
                            <a:pt x="75" y="43"/>
                          </a:lnTo>
                          <a:lnTo>
                            <a:pt x="85" y="38"/>
                          </a:lnTo>
                          <a:lnTo>
                            <a:pt x="92" y="32"/>
                          </a:lnTo>
                          <a:lnTo>
                            <a:pt x="97" y="22"/>
                          </a:lnTo>
                          <a:lnTo>
                            <a:pt x="99" y="10"/>
                          </a:lnTo>
                          <a:lnTo>
                            <a:pt x="94" y="0"/>
                          </a:lnTo>
                          <a:close/>
                        </a:path>
                      </a:pathLst>
                    </a:custGeom>
                    <a:solidFill>
                      <a:srgbClr val="FF9F7F"/>
                    </a:solidFill>
                    <a:ln w="6350">
                      <a:solidFill>
                        <a:srgbClr val="BF3F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7" name="Freeform 121">
                      <a:extLst>
                        <a:ext uri="{FF2B5EF4-FFF2-40B4-BE49-F238E27FC236}">
                          <a16:creationId xmlns:a16="http://schemas.microsoft.com/office/drawing/2014/main" id="{8A6A87BE-F14E-F8E8-D067-8D1F6D85189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40" y="3369"/>
                      <a:ext cx="21" cy="9"/>
                    </a:xfrm>
                    <a:custGeom>
                      <a:avLst/>
                      <a:gdLst>
                        <a:gd name="T0" fmla="*/ 0 w 42"/>
                        <a:gd name="T1" fmla="*/ 14 h 18"/>
                        <a:gd name="T2" fmla="*/ 41 w 42"/>
                        <a:gd name="T3" fmla="*/ 0 h 18"/>
                        <a:gd name="T4" fmla="*/ 42 w 42"/>
                        <a:gd name="T5" fmla="*/ 5 h 18"/>
                        <a:gd name="T6" fmla="*/ 38 w 42"/>
                        <a:gd name="T7" fmla="*/ 11 h 18"/>
                        <a:gd name="T8" fmla="*/ 16 w 42"/>
                        <a:gd name="T9" fmla="*/ 17 h 18"/>
                        <a:gd name="T10" fmla="*/ 11 w 42"/>
                        <a:gd name="T11" fmla="*/ 18 h 18"/>
                        <a:gd name="T12" fmla="*/ 4 w 42"/>
                        <a:gd name="T13" fmla="*/ 17 h 18"/>
                        <a:gd name="T14" fmla="*/ 0 w 42"/>
                        <a:gd name="T15" fmla="*/ 14 h 1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42" h="18">
                          <a:moveTo>
                            <a:pt x="0" y="14"/>
                          </a:moveTo>
                          <a:lnTo>
                            <a:pt x="41" y="0"/>
                          </a:lnTo>
                          <a:lnTo>
                            <a:pt x="42" y="5"/>
                          </a:lnTo>
                          <a:lnTo>
                            <a:pt x="38" y="11"/>
                          </a:lnTo>
                          <a:lnTo>
                            <a:pt x="16" y="17"/>
                          </a:lnTo>
                          <a:lnTo>
                            <a:pt x="11" y="18"/>
                          </a:lnTo>
                          <a:lnTo>
                            <a:pt x="4" y="17"/>
                          </a:lnTo>
                          <a:lnTo>
                            <a:pt x="0" y="14"/>
                          </a:lnTo>
                          <a:close/>
                        </a:path>
                      </a:pathLst>
                    </a:custGeom>
                    <a:solidFill>
                      <a:srgbClr val="FF001F"/>
                    </a:solidFill>
                    <a:ln w="6350">
                      <a:solidFill>
                        <a:srgbClr val="FF001F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</p:grpSp>
          <p:sp>
            <p:nvSpPr>
              <p:cNvPr id="88" name="Freeform 122">
                <a:extLst>
                  <a:ext uri="{FF2B5EF4-FFF2-40B4-BE49-F238E27FC236}">
                    <a16:creationId xmlns:a16="http://schemas.microsoft.com/office/drawing/2014/main" id="{30F02A61-95D1-C97F-1F1B-FC64A64AA7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3" y="3323"/>
                <a:ext cx="332" cy="378"/>
              </a:xfrm>
              <a:custGeom>
                <a:avLst/>
                <a:gdLst>
                  <a:gd name="T0" fmla="*/ 257 w 664"/>
                  <a:gd name="T1" fmla="*/ 0 h 757"/>
                  <a:gd name="T2" fmla="*/ 644 w 664"/>
                  <a:gd name="T3" fmla="*/ 74 h 757"/>
                  <a:gd name="T4" fmla="*/ 615 w 664"/>
                  <a:gd name="T5" fmla="*/ 83 h 757"/>
                  <a:gd name="T6" fmla="*/ 664 w 664"/>
                  <a:gd name="T7" fmla="*/ 104 h 757"/>
                  <a:gd name="T8" fmla="*/ 444 w 664"/>
                  <a:gd name="T9" fmla="*/ 757 h 757"/>
                  <a:gd name="T10" fmla="*/ 164 w 664"/>
                  <a:gd name="T11" fmla="*/ 726 h 757"/>
                  <a:gd name="T12" fmla="*/ 0 w 664"/>
                  <a:gd name="T13" fmla="*/ 640 h 757"/>
                  <a:gd name="T14" fmla="*/ 257 w 664"/>
                  <a:gd name="T15" fmla="*/ 0 h 7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64" h="757">
                    <a:moveTo>
                      <a:pt x="257" y="0"/>
                    </a:moveTo>
                    <a:lnTo>
                      <a:pt x="644" y="74"/>
                    </a:lnTo>
                    <a:lnTo>
                      <a:pt x="615" y="83"/>
                    </a:lnTo>
                    <a:lnTo>
                      <a:pt x="664" y="104"/>
                    </a:lnTo>
                    <a:lnTo>
                      <a:pt x="444" y="757"/>
                    </a:lnTo>
                    <a:lnTo>
                      <a:pt x="164" y="726"/>
                    </a:lnTo>
                    <a:lnTo>
                      <a:pt x="0" y="640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rgbClr val="9FB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Freeform 123">
                <a:extLst>
                  <a:ext uri="{FF2B5EF4-FFF2-40B4-BE49-F238E27FC236}">
                    <a16:creationId xmlns:a16="http://schemas.microsoft.com/office/drawing/2014/main" id="{35C0347B-15BF-C94C-6D71-C373FEFDE0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3" y="3559"/>
                <a:ext cx="346" cy="184"/>
              </a:xfrm>
              <a:custGeom>
                <a:avLst/>
                <a:gdLst>
                  <a:gd name="T0" fmla="*/ 637 w 692"/>
                  <a:gd name="T1" fmla="*/ 25 h 369"/>
                  <a:gd name="T2" fmla="*/ 660 w 692"/>
                  <a:gd name="T3" fmla="*/ 148 h 369"/>
                  <a:gd name="T4" fmla="*/ 681 w 692"/>
                  <a:gd name="T5" fmla="*/ 252 h 369"/>
                  <a:gd name="T6" fmla="*/ 692 w 692"/>
                  <a:gd name="T7" fmla="*/ 309 h 369"/>
                  <a:gd name="T8" fmla="*/ 679 w 692"/>
                  <a:gd name="T9" fmla="*/ 343 h 369"/>
                  <a:gd name="T10" fmla="*/ 576 w 692"/>
                  <a:gd name="T11" fmla="*/ 365 h 369"/>
                  <a:gd name="T12" fmla="*/ 367 w 692"/>
                  <a:gd name="T13" fmla="*/ 353 h 369"/>
                  <a:gd name="T14" fmla="*/ 260 w 692"/>
                  <a:gd name="T15" fmla="*/ 369 h 369"/>
                  <a:gd name="T16" fmla="*/ 177 w 692"/>
                  <a:gd name="T17" fmla="*/ 358 h 369"/>
                  <a:gd name="T18" fmla="*/ 70 w 692"/>
                  <a:gd name="T19" fmla="*/ 349 h 369"/>
                  <a:gd name="T20" fmla="*/ 41 w 692"/>
                  <a:gd name="T21" fmla="*/ 306 h 369"/>
                  <a:gd name="T22" fmla="*/ 19 w 692"/>
                  <a:gd name="T23" fmla="*/ 270 h 369"/>
                  <a:gd name="T24" fmla="*/ 5 w 692"/>
                  <a:gd name="T25" fmla="*/ 222 h 369"/>
                  <a:gd name="T26" fmla="*/ 2 w 692"/>
                  <a:gd name="T27" fmla="*/ 193 h 369"/>
                  <a:gd name="T28" fmla="*/ 18 w 692"/>
                  <a:gd name="T29" fmla="*/ 184 h 369"/>
                  <a:gd name="T30" fmla="*/ 35 w 692"/>
                  <a:gd name="T31" fmla="*/ 199 h 369"/>
                  <a:gd name="T32" fmla="*/ 76 w 692"/>
                  <a:gd name="T33" fmla="*/ 217 h 369"/>
                  <a:gd name="T34" fmla="*/ 55 w 692"/>
                  <a:gd name="T35" fmla="*/ 191 h 369"/>
                  <a:gd name="T36" fmla="*/ 86 w 692"/>
                  <a:gd name="T37" fmla="*/ 175 h 369"/>
                  <a:gd name="T38" fmla="*/ 148 w 692"/>
                  <a:gd name="T39" fmla="*/ 168 h 369"/>
                  <a:gd name="T40" fmla="*/ 203 w 692"/>
                  <a:gd name="T41" fmla="*/ 168 h 369"/>
                  <a:gd name="T42" fmla="*/ 151 w 692"/>
                  <a:gd name="T43" fmla="*/ 162 h 369"/>
                  <a:gd name="T44" fmla="*/ 118 w 692"/>
                  <a:gd name="T45" fmla="*/ 162 h 369"/>
                  <a:gd name="T46" fmla="*/ 92 w 692"/>
                  <a:gd name="T47" fmla="*/ 148 h 369"/>
                  <a:gd name="T48" fmla="*/ 126 w 692"/>
                  <a:gd name="T49" fmla="*/ 130 h 369"/>
                  <a:gd name="T50" fmla="*/ 212 w 692"/>
                  <a:gd name="T51" fmla="*/ 122 h 369"/>
                  <a:gd name="T52" fmla="*/ 264 w 692"/>
                  <a:gd name="T53" fmla="*/ 139 h 369"/>
                  <a:gd name="T54" fmla="*/ 295 w 692"/>
                  <a:gd name="T55" fmla="*/ 182 h 369"/>
                  <a:gd name="T56" fmla="*/ 354 w 692"/>
                  <a:gd name="T57" fmla="*/ 211 h 369"/>
                  <a:gd name="T58" fmla="*/ 441 w 692"/>
                  <a:gd name="T59" fmla="*/ 215 h 369"/>
                  <a:gd name="T60" fmla="*/ 544 w 692"/>
                  <a:gd name="T61" fmla="*/ 193 h 369"/>
                  <a:gd name="T62" fmla="*/ 590 w 692"/>
                  <a:gd name="T63" fmla="*/ 86 h 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692" h="369">
                    <a:moveTo>
                      <a:pt x="629" y="0"/>
                    </a:moveTo>
                    <a:lnTo>
                      <a:pt x="637" y="25"/>
                    </a:lnTo>
                    <a:lnTo>
                      <a:pt x="652" y="98"/>
                    </a:lnTo>
                    <a:lnTo>
                      <a:pt x="660" y="148"/>
                    </a:lnTo>
                    <a:lnTo>
                      <a:pt x="672" y="222"/>
                    </a:lnTo>
                    <a:lnTo>
                      <a:pt x="681" y="252"/>
                    </a:lnTo>
                    <a:lnTo>
                      <a:pt x="689" y="283"/>
                    </a:lnTo>
                    <a:lnTo>
                      <a:pt x="692" y="309"/>
                    </a:lnTo>
                    <a:lnTo>
                      <a:pt x="689" y="325"/>
                    </a:lnTo>
                    <a:lnTo>
                      <a:pt x="679" y="343"/>
                    </a:lnTo>
                    <a:lnTo>
                      <a:pt x="659" y="355"/>
                    </a:lnTo>
                    <a:lnTo>
                      <a:pt x="576" y="365"/>
                    </a:lnTo>
                    <a:lnTo>
                      <a:pt x="475" y="365"/>
                    </a:lnTo>
                    <a:lnTo>
                      <a:pt x="367" y="353"/>
                    </a:lnTo>
                    <a:lnTo>
                      <a:pt x="302" y="366"/>
                    </a:lnTo>
                    <a:lnTo>
                      <a:pt x="260" y="369"/>
                    </a:lnTo>
                    <a:lnTo>
                      <a:pt x="218" y="365"/>
                    </a:lnTo>
                    <a:lnTo>
                      <a:pt x="177" y="358"/>
                    </a:lnTo>
                    <a:lnTo>
                      <a:pt x="145" y="356"/>
                    </a:lnTo>
                    <a:lnTo>
                      <a:pt x="70" y="349"/>
                    </a:lnTo>
                    <a:lnTo>
                      <a:pt x="43" y="329"/>
                    </a:lnTo>
                    <a:lnTo>
                      <a:pt x="41" y="306"/>
                    </a:lnTo>
                    <a:lnTo>
                      <a:pt x="25" y="286"/>
                    </a:lnTo>
                    <a:lnTo>
                      <a:pt x="19" y="270"/>
                    </a:lnTo>
                    <a:lnTo>
                      <a:pt x="19" y="243"/>
                    </a:lnTo>
                    <a:lnTo>
                      <a:pt x="5" y="222"/>
                    </a:lnTo>
                    <a:lnTo>
                      <a:pt x="0" y="202"/>
                    </a:lnTo>
                    <a:lnTo>
                      <a:pt x="2" y="193"/>
                    </a:lnTo>
                    <a:lnTo>
                      <a:pt x="9" y="185"/>
                    </a:lnTo>
                    <a:lnTo>
                      <a:pt x="18" y="184"/>
                    </a:lnTo>
                    <a:lnTo>
                      <a:pt x="26" y="188"/>
                    </a:lnTo>
                    <a:lnTo>
                      <a:pt x="35" y="199"/>
                    </a:lnTo>
                    <a:lnTo>
                      <a:pt x="48" y="208"/>
                    </a:lnTo>
                    <a:lnTo>
                      <a:pt x="76" y="217"/>
                    </a:lnTo>
                    <a:lnTo>
                      <a:pt x="60" y="205"/>
                    </a:lnTo>
                    <a:lnTo>
                      <a:pt x="55" y="191"/>
                    </a:lnTo>
                    <a:lnTo>
                      <a:pt x="64" y="182"/>
                    </a:lnTo>
                    <a:lnTo>
                      <a:pt x="86" y="175"/>
                    </a:lnTo>
                    <a:lnTo>
                      <a:pt x="112" y="175"/>
                    </a:lnTo>
                    <a:lnTo>
                      <a:pt x="148" y="168"/>
                    </a:lnTo>
                    <a:lnTo>
                      <a:pt x="190" y="168"/>
                    </a:lnTo>
                    <a:lnTo>
                      <a:pt x="203" y="168"/>
                    </a:lnTo>
                    <a:lnTo>
                      <a:pt x="182" y="160"/>
                    </a:lnTo>
                    <a:lnTo>
                      <a:pt x="151" y="162"/>
                    </a:lnTo>
                    <a:lnTo>
                      <a:pt x="137" y="162"/>
                    </a:lnTo>
                    <a:lnTo>
                      <a:pt x="118" y="162"/>
                    </a:lnTo>
                    <a:lnTo>
                      <a:pt x="99" y="156"/>
                    </a:lnTo>
                    <a:lnTo>
                      <a:pt x="92" y="148"/>
                    </a:lnTo>
                    <a:lnTo>
                      <a:pt x="89" y="136"/>
                    </a:lnTo>
                    <a:lnTo>
                      <a:pt x="126" y="130"/>
                    </a:lnTo>
                    <a:lnTo>
                      <a:pt x="176" y="126"/>
                    </a:lnTo>
                    <a:lnTo>
                      <a:pt x="212" y="122"/>
                    </a:lnTo>
                    <a:lnTo>
                      <a:pt x="241" y="130"/>
                    </a:lnTo>
                    <a:lnTo>
                      <a:pt x="264" y="139"/>
                    </a:lnTo>
                    <a:lnTo>
                      <a:pt x="282" y="163"/>
                    </a:lnTo>
                    <a:lnTo>
                      <a:pt x="295" y="182"/>
                    </a:lnTo>
                    <a:lnTo>
                      <a:pt x="322" y="198"/>
                    </a:lnTo>
                    <a:lnTo>
                      <a:pt x="354" y="211"/>
                    </a:lnTo>
                    <a:lnTo>
                      <a:pt x="396" y="217"/>
                    </a:lnTo>
                    <a:lnTo>
                      <a:pt x="441" y="215"/>
                    </a:lnTo>
                    <a:lnTo>
                      <a:pt x="530" y="193"/>
                    </a:lnTo>
                    <a:lnTo>
                      <a:pt x="544" y="193"/>
                    </a:lnTo>
                    <a:lnTo>
                      <a:pt x="578" y="142"/>
                    </a:lnTo>
                    <a:lnTo>
                      <a:pt x="590" y="86"/>
                    </a:lnTo>
                    <a:lnTo>
                      <a:pt x="629" y="0"/>
                    </a:lnTo>
                    <a:close/>
                  </a:path>
                </a:pathLst>
              </a:custGeom>
              <a:solidFill>
                <a:srgbClr val="FF9F7F"/>
              </a:solidFill>
              <a:ln w="6350">
                <a:solidFill>
                  <a:srgbClr val="BF3F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38" name="Text Box 136">
            <a:extLst>
              <a:ext uri="{FF2B5EF4-FFF2-40B4-BE49-F238E27FC236}">
                <a16:creationId xmlns:a16="http://schemas.microsoft.com/office/drawing/2014/main" id="{3CB9280A-735B-BDCE-E36A-9439D8A0A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893" y="2968024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b="1" i="0">
                <a:latin typeface="宋体" charset="-122"/>
              </a:rPr>
              <a:t>O</a:t>
            </a:r>
          </a:p>
        </p:txBody>
      </p:sp>
      <p:sp>
        <p:nvSpPr>
          <p:cNvPr id="139" name="Text Box 137">
            <a:extLst>
              <a:ext uri="{FF2B5EF4-FFF2-40B4-BE49-F238E27FC236}">
                <a16:creationId xmlns:a16="http://schemas.microsoft.com/office/drawing/2014/main" id="{2A0D26C4-285B-57EC-2084-B8A7B82048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8956" y="2955324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b="1" i="0">
                <a:latin typeface="宋体" charset="-122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454289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37" grpId="0" animBg="1"/>
      <p:bldP spid="38" grpId="0" animBg="1"/>
      <p:bldP spid="39" grpId="0" animBg="1"/>
      <p:bldP spid="45" grpId="0" animBg="1"/>
      <p:bldP spid="50" grpId="0" animBg="1"/>
      <p:bldP spid="52" grpId="0" build="p" autoUpdateAnimBg="0"/>
      <p:bldP spid="54" grpId="0" autoUpdateAnimBg="0"/>
      <p:bldP spid="55" grpId="0" build="p" autoUpdateAnimBg="0"/>
      <p:bldP spid="56" grpId="0" autoUpdateAnimBg="0"/>
      <p:bldP spid="57" grpId="0" build="p" autoUpdateAnimBg="0"/>
      <p:bldP spid="58" grpId="0" build="p" autoUpdateAnimBg="0"/>
      <p:bldP spid="59" grpId="0" build="p" autoUpdateAnimBg="0"/>
      <p:bldP spid="71" grpId="0" build="p" autoUpdateAnimBg="0"/>
      <p:bldP spid="72" grpId="0" build="p" autoUpdateAnimBg="0"/>
      <p:bldP spid="73" grpId="0" autoUpdateAnimBg="0"/>
      <p:bldP spid="7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标题 49">
            <a:extLst>
              <a:ext uri="{FF2B5EF4-FFF2-40B4-BE49-F238E27FC236}">
                <a16:creationId xmlns:a16="http://schemas.microsoft.com/office/drawing/2014/main" id="{1921BAB6-5618-9414-8DD1-249A20C96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68" y="191280"/>
            <a:ext cx="7428692" cy="626352"/>
          </a:xfrm>
        </p:spPr>
        <p:txBody>
          <a:bodyPr>
            <a:normAutofit/>
          </a:bodyPr>
          <a:lstStyle/>
          <a:p>
            <a:r>
              <a:rPr kumimoji="0" lang="zh-CN" altLang="en-US" sz="2400" i="0" dirty="0">
                <a:latin typeface="宋体" charset="-122"/>
              </a:rPr>
              <a:t>例</a:t>
            </a:r>
            <a:r>
              <a:rPr kumimoji="0" lang="en-US" altLang="zh-CN" sz="2400" i="0" dirty="0">
                <a:latin typeface="宋体" charset="-122"/>
              </a:rPr>
              <a:t>5</a:t>
            </a:r>
            <a:r>
              <a:rPr lang="en-US" altLang="zh-CN" sz="2400" dirty="0">
                <a:latin typeface="宋体" charset="-122"/>
              </a:rPr>
              <a:t>.11</a:t>
            </a:r>
            <a:r>
              <a:rPr kumimoji="0" lang="zh-CN" altLang="en-US" sz="2400" i="0" dirty="0">
                <a:latin typeface="宋体" charset="-122"/>
              </a:rPr>
              <a:t>：求两平面的交线</a:t>
            </a:r>
            <a:r>
              <a:rPr kumimoji="0" lang="en-US" altLang="zh-CN" sz="2400" i="0" dirty="0">
                <a:latin typeface="宋体" charset="-122"/>
              </a:rPr>
              <a:t>MN</a:t>
            </a:r>
            <a:r>
              <a:rPr kumimoji="0" lang="zh-CN" altLang="en-US" sz="2400" i="0" dirty="0">
                <a:latin typeface="宋体" charset="-122"/>
              </a:rPr>
              <a:t>并判别可见性。</a:t>
            </a:r>
            <a:endParaRPr lang="zh-CN" altLang="en-US" sz="2400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6BD25D5-27C1-EF1C-710F-37324C01E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44B89-F53F-9B4F-A02A-32FCDB9402B8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DF33F9E-CACC-0222-8500-C03D4B027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5AA340-5AED-27C7-BE29-80C70245A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34</a:t>
            </a:fld>
            <a:endParaRPr lang="en-US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062C559A-B343-AFA9-2EB5-1082DB14A14F}"/>
              </a:ext>
            </a:extLst>
          </p:cNvPr>
          <p:cNvSpPr>
            <a:spLocks/>
          </p:cNvSpPr>
          <p:nvPr/>
        </p:nvSpPr>
        <p:spPr bwMode="auto">
          <a:xfrm>
            <a:off x="1814992" y="4631639"/>
            <a:ext cx="901700" cy="484187"/>
          </a:xfrm>
          <a:custGeom>
            <a:avLst/>
            <a:gdLst>
              <a:gd name="T0" fmla="*/ 0 w 568"/>
              <a:gd name="T1" fmla="*/ 160 h 305"/>
              <a:gd name="T2" fmla="*/ 364 w 568"/>
              <a:gd name="T3" fmla="*/ 0 h 305"/>
              <a:gd name="T4" fmla="*/ 568 w 568"/>
              <a:gd name="T5" fmla="*/ 305 h 305"/>
              <a:gd name="T6" fmla="*/ 0 w 568"/>
              <a:gd name="T7" fmla="*/ 160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68" h="305">
                <a:moveTo>
                  <a:pt x="0" y="160"/>
                </a:moveTo>
                <a:lnTo>
                  <a:pt x="364" y="0"/>
                </a:lnTo>
                <a:lnTo>
                  <a:pt x="568" y="305"/>
                </a:lnTo>
                <a:lnTo>
                  <a:pt x="0" y="160"/>
                </a:lnTo>
                <a:close/>
              </a:path>
            </a:pathLst>
          </a:custGeom>
          <a:solidFill>
            <a:srgbClr val="FF3300"/>
          </a:solidFill>
          <a:ln w="9525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1576A721-2E57-A638-755C-3E1C4CC6890A}"/>
              </a:ext>
            </a:extLst>
          </p:cNvPr>
          <p:cNvSpPr>
            <a:spLocks/>
          </p:cNvSpPr>
          <p:nvPr/>
        </p:nvSpPr>
        <p:spPr bwMode="auto">
          <a:xfrm>
            <a:off x="2035655" y="4123639"/>
            <a:ext cx="1730375" cy="1419225"/>
          </a:xfrm>
          <a:custGeom>
            <a:avLst/>
            <a:gdLst>
              <a:gd name="T0" fmla="*/ 0 w 1090"/>
              <a:gd name="T1" fmla="*/ 0 h 894"/>
              <a:gd name="T2" fmla="*/ 625 w 1090"/>
              <a:gd name="T3" fmla="*/ 894 h 894"/>
              <a:gd name="T4" fmla="*/ 1076 w 1090"/>
              <a:gd name="T5" fmla="*/ 647 h 894"/>
              <a:gd name="T6" fmla="*/ 1090 w 1090"/>
              <a:gd name="T7" fmla="*/ 138 h 894"/>
              <a:gd name="T8" fmla="*/ 0 w 1090"/>
              <a:gd name="T9" fmla="*/ 0 h 8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90" h="894">
                <a:moveTo>
                  <a:pt x="0" y="0"/>
                </a:moveTo>
                <a:lnTo>
                  <a:pt x="625" y="894"/>
                </a:lnTo>
                <a:lnTo>
                  <a:pt x="1076" y="647"/>
                </a:lnTo>
                <a:lnTo>
                  <a:pt x="1090" y="138"/>
                </a:lnTo>
                <a:lnTo>
                  <a:pt x="0" y="0"/>
                </a:lnTo>
                <a:close/>
              </a:path>
            </a:pathLst>
          </a:custGeom>
          <a:solidFill>
            <a:srgbClr val="3333CC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75D664E8-DEA6-2FF7-A064-9D30815ECE96}"/>
              </a:ext>
            </a:extLst>
          </p:cNvPr>
          <p:cNvSpPr>
            <a:spLocks/>
          </p:cNvSpPr>
          <p:nvPr/>
        </p:nvSpPr>
        <p:spPr bwMode="auto">
          <a:xfrm>
            <a:off x="4194655" y="4399864"/>
            <a:ext cx="668337" cy="427037"/>
          </a:xfrm>
          <a:custGeom>
            <a:avLst/>
            <a:gdLst>
              <a:gd name="T0" fmla="*/ 0 w 421"/>
              <a:gd name="T1" fmla="*/ 0 h 269"/>
              <a:gd name="T2" fmla="*/ 421 w 421"/>
              <a:gd name="T3" fmla="*/ 58 h 269"/>
              <a:gd name="T4" fmla="*/ 80 w 421"/>
              <a:gd name="T5" fmla="*/ 269 h 269"/>
              <a:gd name="T6" fmla="*/ 0 w 421"/>
              <a:gd name="T7" fmla="*/ 0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21" h="269">
                <a:moveTo>
                  <a:pt x="0" y="0"/>
                </a:moveTo>
                <a:lnTo>
                  <a:pt x="421" y="58"/>
                </a:lnTo>
                <a:lnTo>
                  <a:pt x="80" y="269"/>
                </a:lnTo>
                <a:lnTo>
                  <a:pt x="0" y="0"/>
                </a:lnTo>
                <a:close/>
              </a:path>
            </a:pathLst>
          </a:custGeom>
          <a:solidFill>
            <a:srgbClr val="3333CC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E4026CB7-FBB0-524F-0F2D-54D45A348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0067" y="3877576"/>
            <a:ext cx="339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/>
              <a:t>a</a:t>
            </a:r>
            <a:endParaRPr kumimoji="0" lang="en-US" altLang="zh-CN" b="1" i="0">
              <a:latin typeface="Times New Roman" charset="0"/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A19DAA56-EB28-866D-DA27-DF90C2076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3055" y="5488373"/>
            <a:ext cx="3032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b</a:t>
            </a:r>
            <a:endParaRPr kumimoji="0" lang="en-US" altLang="zh-CN" b="1" i="1">
              <a:latin typeface="Times New Roman" charset="0"/>
            </a:endParaRP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C767FA54-342D-8163-ED69-B24E5B7A9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2830" y="4302510"/>
            <a:ext cx="2808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c</a:t>
            </a:r>
            <a:endParaRPr kumimoji="0" lang="en-US" altLang="zh-CN" b="1" i="1">
              <a:latin typeface="Times New Roman" charset="0"/>
            </a:endParaRP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BA86D3D3-8F6D-A137-18DB-D5FFE2169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1780" y="4683510"/>
            <a:ext cx="3032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d</a:t>
            </a:r>
            <a:endParaRPr kumimoji="0" lang="en-US" altLang="zh-CN" b="1" i="1">
              <a:latin typeface="Times New Roman" charset="0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A1FB262E-988C-77FC-4DC4-2246DC0C3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5267" y="3648976"/>
            <a:ext cx="314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/>
              <a:t>e</a:t>
            </a:r>
            <a:endParaRPr kumimoji="0" lang="en-US" altLang="zh-CN" b="1" i="0">
              <a:latin typeface="Times New Roman" charset="0"/>
            </a:endParaRP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374EAC4C-9240-139D-DCDF-9E320CD16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0580" y="5369310"/>
            <a:ext cx="2551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f</a:t>
            </a:r>
            <a:endParaRPr lang="en-US" altLang="zh-CN" sz="2000" b="1" i="1">
              <a:latin typeface="Italic" charset="0"/>
            </a:endParaRPr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A2271635-28F6-E89C-BD61-0F6B7C3CE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2667" y="2397510"/>
            <a:ext cx="3385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c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029124C4-C2FA-6C4E-23AA-99E1139DE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1855" y="178791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f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0401EAD0-D49A-067E-281F-E29E36B9F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2380" y="2919411"/>
            <a:ext cx="10271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i="1"/>
              <a:t>d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  <a:p>
            <a:pPr eaLnBrk="1" hangingPunct="1"/>
            <a:endParaRPr lang="en-US" altLang="zh-CN" b="1" i="1">
              <a:latin typeface="Times New Roman" charset="0"/>
              <a:sym typeface="CommercialPi BT" charset="0"/>
            </a:endParaRPr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77DC4DD2-2176-BB8F-BA40-CD6862021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5280" y="1940310"/>
            <a:ext cx="520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i="1" dirty="0"/>
              <a:t>b</a:t>
            </a:r>
            <a:r>
              <a:rPr lang="en-US" altLang="zh-CN" b="1" i="1" dirty="0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18" name="Text Box 15">
            <a:extLst>
              <a:ext uri="{FF2B5EF4-FFF2-40B4-BE49-F238E27FC236}">
                <a16:creationId xmlns:a16="http://schemas.microsoft.com/office/drawing/2014/main" id="{ED08066F-E6A3-5051-E5E6-7E315E62E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3830" y="2096401"/>
            <a:ext cx="531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zh-CN"/>
              <a:t>e</a:t>
            </a:r>
            <a:r>
              <a:rPr lang="en-US" altLang="zh-CN" b="1" i="0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19" name="Text Box 16">
            <a:extLst>
              <a:ext uri="{FF2B5EF4-FFF2-40B4-BE49-F238E27FC236}">
                <a16:creationId xmlns:a16="http://schemas.microsoft.com/office/drawing/2014/main" id="{D9FE1936-F5EB-84C6-B74E-7487B7F50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5142" y="1864110"/>
            <a:ext cx="4730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i="1"/>
              <a:t>a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5B3075D3-FF0D-22B5-6630-78740940A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37167" y="3725176"/>
            <a:ext cx="39624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8CBE5CE7-161B-1E71-0FFD-86E881435B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37567" y="2048776"/>
            <a:ext cx="0" cy="35814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" name="Line 19">
            <a:extLst>
              <a:ext uri="{FF2B5EF4-FFF2-40B4-BE49-F238E27FC236}">
                <a16:creationId xmlns:a16="http://schemas.microsoft.com/office/drawing/2014/main" id="{DAADD1E4-E096-970D-8C8C-9CAAB98E6D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18167" y="3191776"/>
            <a:ext cx="0" cy="16859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257EB6D7-7743-E5A5-27DF-A711E723E7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18167" y="2048776"/>
            <a:ext cx="2819400" cy="11430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E78D7641-B61F-AAF9-43EC-751B36F188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27967" y="2312301"/>
            <a:ext cx="0" cy="1600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CFC3C5D5-BA3E-5D98-A849-9F841A40EE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66167" y="2582176"/>
            <a:ext cx="0" cy="19272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2000"/>
          </a:p>
        </p:txBody>
      </p:sp>
      <p:sp>
        <p:nvSpPr>
          <p:cNvPr id="26" name="Line 23">
            <a:extLst>
              <a:ext uri="{FF2B5EF4-FFF2-40B4-BE49-F238E27FC236}">
                <a16:creationId xmlns:a16="http://schemas.microsoft.com/office/drawing/2014/main" id="{D10AD7E3-303C-0851-3AC0-77811108210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46767" y="2124976"/>
            <a:ext cx="281940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18529D54-4760-0CA5-7746-B654988A3C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46767" y="2124976"/>
            <a:ext cx="0" cy="19986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4352899A-0882-CF6B-8A28-7E0B098839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37367" y="2277376"/>
            <a:ext cx="0" cy="32766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" name="Text Box 26">
            <a:extLst>
              <a:ext uri="{FF2B5EF4-FFF2-40B4-BE49-F238E27FC236}">
                <a16:creationId xmlns:a16="http://schemas.microsoft.com/office/drawing/2014/main" id="{7961894E-C939-A721-F1ED-C220168F2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9755" y="1926023"/>
            <a:ext cx="12763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i="1" dirty="0"/>
              <a:t>m</a:t>
            </a:r>
            <a:r>
              <a:rPr lang="en-US" altLang="zh-CN" b="1" i="1" dirty="0">
                <a:latin typeface="Times New Roman" charset="0"/>
                <a:sym typeface="Symbol" charset="2"/>
              </a:rPr>
              <a:t></a:t>
            </a:r>
            <a:r>
              <a:rPr kumimoji="0" lang="en-US" altLang="zh-CN" b="1" i="1" dirty="0">
                <a:latin typeface="Times New Roman" charset="0"/>
              </a:rPr>
              <a:t>(</a:t>
            </a:r>
            <a:r>
              <a:rPr lang="en-US" altLang="zh-CN" i="1" dirty="0"/>
              <a:t>n</a:t>
            </a:r>
            <a:r>
              <a:rPr lang="en-US" altLang="zh-CN" b="1" i="1" dirty="0">
                <a:latin typeface="Times New Roman" charset="0"/>
                <a:sym typeface="Symbol" charset="2"/>
              </a:rPr>
              <a:t></a:t>
            </a:r>
            <a:r>
              <a:rPr kumimoji="0" lang="en-US" altLang="zh-CN" b="1" i="1" dirty="0">
                <a:latin typeface="Times New Roman" charset="0"/>
              </a:rPr>
              <a:t>)</a:t>
            </a:r>
          </a:p>
        </p:txBody>
      </p:sp>
      <p:sp>
        <p:nvSpPr>
          <p:cNvPr id="30" name="Text Box 27">
            <a:extLst>
              <a:ext uri="{FF2B5EF4-FFF2-40B4-BE49-F238E27FC236}">
                <a16:creationId xmlns:a16="http://schemas.microsoft.com/office/drawing/2014/main" id="{B97F8847-614A-046C-D11F-92A0C75C6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0455" y="2277376"/>
            <a:ext cx="3111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1000" i="0">
                <a:solidFill>
                  <a:schemeClr val="tx2"/>
                </a:solidFill>
                <a:latin typeface="Times New Roman" charset="0"/>
              </a:rPr>
              <a:t>●</a:t>
            </a:r>
          </a:p>
        </p:txBody>
      </p:sp>
      <p:sp>
        <p:nvSpPr>
          <p:cNvPr id="32" name="Text Box 29">
            <a:extLst>
              <a:ext uri="{FF2B5EF4-FFF2-40B4-BE49-F238E27FC236}">
                <a16:creationId xmlns:a16="http://schemas.microsoft.com/office/drawing/2014/main" id="{E6FF53EF-C045-25CE-8F51-21DD0B8C9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492" y="1056229"/>
            <a:ext cx="6159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kumimoji="0" lang="en-US" altLang="zh-CN" sz="2400" b="1" i="0" dirty="0">
                <a:latin typeface="Times New Roman" charset="0"/>
              </a:rPr>
              <a:t>⑴</a:t>
            </a:r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A24C79DB-B994-876F-4C08-46C289258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2060" y="4098087"/>
            <a:ext cx="185980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kumimoji="0" lang="en-US" altLang="zh-CN" sz="2000" b="1" i="0" dirty="0">
                <a:latin typeface="宋体" charset="-122"/>
              </a:rPr>
              <a:t>① </a:t>
            </a:r>
            <a:r>
              <a:rPr kumimoji="0" lang="zh-CN" altLang="en-US" sz="2000" b="1" i="0" dirty="0">
                <a:latin typeface="宋体" charset="-122"/>
              </a:rPr>
              <a:t>求交线    </a:t>
            </a:r>
          </a:p>
        </p:txBody>
      </p:sp>
      <p:sp>
        <p:nvSpPr>
          <p:cNvPr id="34" name="Text Box 33">
            <a:extLst>
              <a:ext uri="{FF2B5EF4-FFF2-40B4-BE49-F238E27FC236}">
                <a16:creationId xmlns:a16="http://schemas.microsoft.com/office/drawing/2014/main" id="{B19AE854-70B9-DDEA-0B5C-DC3BEAC47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2060" y="4486352"/>
            <a:ext cx="18533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en-US" altLang="zh-CN" sz="2000" b="1" i="0">
                <a:latin typeface="宋体" charset="-122"/>
              </a:rPr>
              <a:t>② </a:t>
            </a:r>
            <a:r>
              <a:rPr kumimoji="0" lang="zh-CN" altLang="en-US" sz="2000" b="1" i="0">
                <a:latin typeface="宋体" charset="-122"/>
              </a:rPr>
              <a:t>判别可见性</a:t>
            </a:r>
          </a:p>
        </p:txBody>
      </p:sp>
      <p:sp>
        <p:nvSpPr>
          <p:cNvPr id="35" name="Text Box 34">
            <a:extLst>
              <a:ext uri="{FF2B5EF4-FFF2-40B4-BE49-F238E27FC236}">
                <a16:creationId xmlns:a16="http://schemas.microsoft.com/office/drawing/2014/main" id="{E9A92EC0-3503-96B4-6AAD-C3FBBC06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8004" y="3646743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zh-CN" altLang="en-US" sz="2400" b="1" i="0" dirty="0">
                <a:solidFill>
                  <a:srgbClr val="FF0000"/>
                </a:solidFill>
                <a:latin typeface="Times New Roman" charset="0"/>
              </a:rPr>
              <a:t>作图</a:t>
            </a:r>
          </a:p>
        </p:txBody>
      </p:sp>
      <p:sp>
        <p:nvSpPr>
          <p:cNvPr id="36" name="Text Box 35">
            <a:extLst>
              <a:ext uri="{FF2B5EF4-FFF2-40B4-BE49-F238E27FC236}">
                <a16:creationId xmlns:a16="http://schemas.microsoft.com/office/drawing/2014/main" id="{8FD7F2BF-3226-8030-BA14-ABF872BC4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6266" y="5058746"/>
            <a:ext cx="589664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kumimoji="0" lang="en-US" altLang="zh-CN" sz="2000" b="1" i="0" dirty="0">
                <a:latin typeface="宋体" charset="-122"/>
              </a:rPr>
              <a:t>    </a:t>
            </a:r>
            <a:r>
              <a:rPr kumimoji="0" lang="zh-CN" altLang="en-US" sz="2000" b="1" i="0" dirty="0">
                <a:latin typeface="宋体" charset="-122"/>
              </a:rPr>
              <a:t>从正面投影上可看出，在交线左侧，平面</a:t>
            </a:r>
            <a:r>
              <a:rPr kumimoji="0" lang="en-US" altLang="zh-CN" sz="2000" b="1" i="0" dirty="0">
                <a:latin typeface="宋体" charset="-122"/>
              </a:rPr>
              <a:t>ABC</a:t>
            </a:r>
            <a:r>
              <a:rPr kumimoji="0" lang="zh-CN" altLang="en-US" sz="2000" b="1" i="0" dirty="0">
                <a:latin typeface="宋体" charset="-122"/>
              </a:rPr>
              <a:t>在上，其水平投影可见。</a:t>
            </a: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7A3ED41B-8CDF-0D96-BCC8-FC93746F8CC4}"/>
              </a:ext>
            </a:extLst>
          </p:cNvPr>
          <p:cNvSpPr>
            <a:spLocks/>
          </p:cNvSpPr>
          <p:nvPr/>
        </p:nvSpPr>
        <p:spPr bwMode="auto">
          <a:xfrm>
            <a:off x="3178655" y="3880751"/>
            <a:ext cx="1454150" cy="1743075"/>
          </a:xfrm>
          <a:custGeom>
            <a:avLst/>
            <a:gdLst>
              <a:gd name="T0" fmla="*/ 0 w 916"/>
              <a:gd name="T1" fmla="*/ 240 h 1098"/>
              <a:gd name="T2" fmla="*/ 363 w 916"/>
              <a:gd name="T3" fmla="*/ 291 h 1098"/>
              <a:gd name="T4" fmla="*/ 363 w 916"/>
              <a:gd name="T5" fmla="*/ 807 h 1098"/>
              <a:gd name="T6" fmla="*/ 152 w 916"/>
              <a:gd name="T7" fmla="*/ 909 h 1098"/>
              <a:gd name="T8" fmla="*/ 916 w 916"/>
              <a:gd name="T9" fmla="*/ 1098 h 1098"/>
              <a:gd name="T10" fmla="*/ 530 w 916"/>
              <a:gd name="T11" fmla="*/ 0 h 1098"/>
              <a:gd name="T12" fmla="*/ 0 w 916"/>
              <a:gd name="T13" fmla="*/ 240 h 10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16" h="1098">
                <a:moveTo>
                  <a:pt x="0" y="240"/>
                </a:moveTo>
                <a:lnTo>
                  <a:pt x="363" y="291"/>
                </a:lnTo>
                <a:lnTo>
                  <a:pt x="363" y="807"/>
                </a:lnTo>
                <a:lnTo>
                  <a:pt x="152" y="909"/>
                </a:lnTo>
                <a:lnTo>
                  <a:pt x="916" y="1098"/>
                </a:lnTo>
                <a:lnTo>
                  <a:pt x="530" y="0"/>
                </a:lnTo>
                <a:lnTo>
                  <a:pt x="0" y="240"/>
                </a:lnTo>
                <a:close/>
              </a:path>
            </a:pathLst>
          </a:custGeom>
          <a:solidFill>
            <a:srgbClr val="FF3300"/>
          </a:solidFill>
          <a:ln w="9525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C5D617D2-CBF0-678C-779A-2749DBECF2EE}"/>
              </a:ext>
            </a:extLst>
          </p:cNvPr>
          <p:cNvSpPr>
            <a:spLocks/>
          </p:cNvSpPr>
          <p:nvPr/>
        </p:nvSpPr>
        <p:spPr bwMode="auto">
          <a:xfrm>
            <a:off x="3754917" y="2418664"/>
            <a:ext cx="74613" cy="2778125"/>
          </a:xfrm>
          <a:custGeom>
            <a:avLst/>
            <a:gdLst>
              <a:gd name="T0" fmla="*/ 0 w 1"/>
              <a:gd name="T1" fmla="*/ 0 h 1750"/>
              <a:gd name="T2" fmla="*/ 0 w 1"/>
              <a:gd name="T3" fmla="*/ 1750 h 175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750">
                <a:moveTo>
                  <a:pt x="0" y="0"/>
                </a:moveTo>
                <a:lnTo>
                  <a:pt x="0" y="1750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C8D0EF07-C437-A765-7D66-61D0E44B73C3}"/>
              </a:ext>
            </a:extLst>
          </p:cNvPr>
          <p:cNvSpPr>
            <a:spLocks/>
          </p:cNvSpPr>
          <p:nvPr/>
        </p:nvSpPr>
        <p:spPr bwMode="auto">
          <a:xfrm>
            <a:off x="3754917" y="4357001"/>
            <a:ext cx="1588" cy="806450"/>
          </a:xfrm>
          <a:custGeom>
            <a:avLst/>
            <a:gdLst>
              <a:gd name="T0" fmla="*/ 0 w 1"/>
              <a:gd name="T1" fmla="*/ 0 h 508"/>
              <a:gd name="T2" fmla="*/ 0 w 1"/>
              <a:gd name="T3" fmla="*/ 508 h 50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508">
                <a:moveTo>
                  <a:pt x="0" y="0"/>
                </a:moveTo>
                <a:lnTo>
                  <a:pt x="0" y="508"/>
                </a:lnTo>
              </a:path>
            </a:pathLst>
          </a:custGeom>
          <a:noFill/>
          <a:ln w="381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A5E37A8-62BD-B3AC-7456-4C006FE2A128}"/>
              </a:ext>
            </a:extLst>
          </p:cNvPr>
          <p:cNvGrpSpPr>
            <a:grpSpLocks/>
          </p:cNvGrpSpPr>
          <p:nvPr/>
        </p:nvGrpSpPr>
        <p:grpSpPr bwMode="auto">
          <a:xfrm>
            <a:off x="3618392" y="5006294"/>
            <a:ext cx="439738" cy="398463"/>
            <a:chOff x="1690" y="2583"/>
            <a:chExt cx="277" cy="251"/>
          </a:xfrm>
        </p:grpSpPr>
        <p:sp>
          <p:nvSpPr>
            <p:cNvPr id="41" name="Text Box 40">
              <a:extLst>
                <a:ext uri="{FF2B5EF4-FFF2-40B4-BE49-F238E27FC236}">
                  <a16:creationId xmlns:a16="http://schemas.microsoft.com/office/drawing/2014/main" id="{F745C368-E6CD-18AE-208B-0ADD28854C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6" y="2601"/>
              <a:ext cx="23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m</a:t>
              </a:r>
              <a:endParaRPr kumimoji="0" lang="en-US" altLang="zh-CN" b="1" i="1">
                <a:latin typeface="Times New Roman" charset="0"/>
              </a:endParaRPr>
            </a:p>
          </p:txBody>
        </p:sp>
        <p:sp>
          <p:nvSpPr>
            <p:cNvPr id="42" name="Text Box 41">
              <a:extLst>
                <a:ext uri="{FF2B5EF4-FFF2-40B4-BE49-F238E27FC236}">
                  <a16:creationId xmlns:a16="http://schemas.microsoft.com/office/drawing/2014/main" id="{ECDCCDB4-65DB-6C09-55D0-7968DE6D10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0" y="2583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dirty="0">
                  <a:solidFill>
                    <a:srgbClr val="FFFF00"/>
                  </a:solidFill>
                  <a:latin typeface="Times New Roman" charset="0"/>
                </a:rPr>
                <a:t>●</a:t>
              </a:r>
              <a:endParaRPr lang="en-US" altLang="zh-CN" sz="1000" dirty="0">
                <a:solidFill>
                  <a:srgbClr val="CC00CC"/>
                </a:solidFill>
                <a:latin typeface="Times New Roman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CFBF12-2D39-8400-B912-069DFB21662C}"/>
              </a:ext>
            </a:extLst>
          </p:cNvPr>
          <p:cNvGrpSpPr>
            <a:grpSpLocks/>
          </p:cNvGrpSpPr>
          <p:nvPr/>
        </p:nvGrpSpPr>
        <p:grpSpPr bwMode="auto">
          <a:xfrm>
            <a:off x="3615220" y="4022039"/>
            <a:ext cx="477838" cy="466725"/>
            <a:chOff x="1690" y="1929"/>
            <a:chExt cx="301" cy="294"/>
          </a:xfrm>
        </p:grpSpPr>
        <p:sp>
          <p:nvSpPr>
            <p:cNvPr id="44" name="Text Box 43">
              <a:extLst>
                <a:ext uri="{FF2B5EF4-FFF2-40B4-BE49-F238E27FC236}">
                  <a16:creationId xmlns:a16="http://schemas.microsoft.com/office/drawing/2014/main" id="{2F7E052C-90AE-97B6-6A59-2B74ECBB28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0" y="1929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n</a:t>
              </a:r>
              <a:endParaRPr kumimoji="0" lang="en-US" altLang="zh-CN" b="1" i="1">
                <a:solidFill>
                  <a:srgbClr val="FFFF00"/>
                </a:solidFill>
                <a:latin typeface="Times New Roman" charset="0"/>
              </a:endParaRPr>
            </a:p>
          </p:txBody>
        </p:sp>
        <p:sp>
          <p:nvSpPr>
            <p:cNvPr id="45" name="Text Box 44">
              <a:extLst>
                <a:ext uri="{FF2B5EF4-FFF2-40B4-BE49-F238E27FC236}">
                  <a16:creationId xmlns:a16="http://schemas.microsoft.com/office/drawing/2014/main" id="{1217E36D-170E-1577-E3B4-42A3E86CD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0" y="2069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dirty="0">
                  <a:solidFill>
                    <a:srgbClr val="FFFF00"/>
                  </a:solidFill>
                  <a:latin typeface="Times New Roman" charset="0"/>
                </a:rPr>
                <a:t>●</a:t>
              </a:r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1B9997CA-7E64-52C6-1F86-7814E475B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5305" y="1720958"/>
            <a:ext cx="3429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kumimoji="0" lang="zh-CN" altLang="en-US" sz="2400" b="1" i="0" dirty="0">
                <a:solidFill>
                  <a:srgbClr val="FF0000"/>
                </a:solidFill>
                <a:latin typeface="Times New Roman" charset="0"/>
              </a:rPr>
              <a:t>空间及投影分析</a:t>
            </a:r>
          </a:p>
        </p:txBody>
      </p:sp>
      <p:sp>
        <p:nvSpPr>
          <p:cNvPr id="47" name="Text Box 46">
            <a:extLst>
              <a:ext uri="{FF2B5EF4-FFF2-40B4-BE49-F238E27FC236}">
                <a16:creationId xmlns:a16="http://schemas.microsoft.com/office/drawing/2014/main" id="{73E23267-0F51-6D10-B987-4864EE65B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8166" y="2278864"/>
            <a:ext cx="620055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kumimoji="0" lang="en-US" altLang="zh-CN" sz="2000" b="1" i="0" dirty="0">
                <a:latin typeface="宋体" charset="-122"/>
              </a:rPr>
              <a:t>    </a:t>
            </a:r>
            <a:r>
              <a:rPr kumimoji="0" lang="zh-CN" altLang="en-US" sz="2000" b="1" i="0" dirty="0">
                <a:latin typeface="宋体" charset="-122"/>
              </a:rPr>
              <a:t>平面</a:t>
            </a:r>
            <a:r>
              <a:rPr kumimoji="0" lang="en-US" altLang="zh-CN" sz="2000" b="1" i="0" dirty="0">
                <a:latin typeface="宋体" charset="-122"/>
              </a:rPr>
              <a:t>ABC</a:t>
            </a:r>
            <a:r>
              <a:rPr kumimoji="0" lang="zh-CN" altLang="en-US" sz="2000" b="1" i="0" dirty="0">
                <a:latin typeface="宋体" charset="-122"/>
              </a:rPr>
              <a:t>与</a:t>
            </a:r>
            <a:r>
              <a:rPr kumimoji="0" lang="en-US" altLang="zh-CN" sz="2000" b="1" i="0" dirty="0">
                <a:latin typeface="宋体" charset="-122"/>
              </a:rPr>
              <a:t>DEF</a:t>
            </a:r>
            <a:r>
              <a:rPr kumimoji="0" lang="zh-CN" altLang="en-US" sz="2000" b="1" i="0" dirty="0">
                <a:latin typeface="宋体" charset="-122"/>
              </a:rPr>
              <a:t>都为</a:t>
            </a:r>
            <a:r>
              <a:rPr kumimoji="0" lang="zh-CN" altLang="en-US" sz="2000" b="1" i="0" dirty="0">
                <a:solidFill>
                  <a:srgbClr val="FF3300"/>
                </a:solidFill>
                <a:latin typeface="宋体" charset="-122"/>
              </a:rPr>
              <a:t>正垂面</a:t>
            </a:r>
            <a:r>
              <a:rPr kumimoji="0" lang="zh-CN" altLang="en-US" sz="2000" b="1" i="0" dirty="0">
                <a:latin typeface="宋体" charset="-122"/>
              </a:rPr>
              <a:t>，它们的</a:t>
            </a:r>
            <a:r>
              <a:rPr kumimoji="0" lang="zh-CN" altLang="en-US" sz="2000" b="1" i="0" dirty="0">
                <a:solidFill>
                  <a:srgbClr val="FF3300"/>
                </a:solidFill>
                <a:latin typeface="宋体" charset="-122"/>
              </a:rPr>
              <a:t>交线为一条正垂线</a:t>
            </a:r>
            <a:r>
              <a:rPr kumimoji="0" lang="zh-CN" altLang="en-US" sz="2000" b="1" i="0" dirty="0">
                <a:solidFill>
                  <a:schemeClr val="tx2"/>
                </a:solidFill>
                <a:latin typeface="宋体" charset="-122"/>
              </a:rPr>
              <a:t>，两平面</a:t>
            </a:r>
            <a:r>
              <a:rPr kumimoji="0" lang="zh-CN" altLang="en-US" sz="2000" b="1" i="0" dirty="0">
                <a:latin typeface="宋体" charset="-122"/>
              </a:rPr>
              <a:t>正面投影的交点即为交线的正面投影，</a:t>
            </a:r>
            <a:r>
              <a:rPr kumimoji="0" lang="zh-CN" altLang="en-US" sz="2000" b="1" i="0" dirty="0">
                <a:solidFill>
                  <a:schemeClr val="tx2"/>
                </a:solidFill>
                <a:latin typeface="宋体" charset="-122"/>
              </a:rPr>
              <a:t>交线的水平投影垂直于</a:t>
            </a:r>
            <a:r>
              <a:rPr kumimoji="0" lang="en-US" altLang="zh-CN" sz="2000" b="1" i="0" dirty="0">
                <a:solidFill>
                  <a:schemeClr val="tx2"/>
                </a:solidFill>
                <a:latin typeface="宋体" charset="-122"/>
              </a:rPr>
              <a:t>OX</a:t>
            </a:r>
            <a:r>
              <a:rPr kumimoji="0" lang="zh-CN" altLang="en-US" sz="2000" b="1" i="0" dirty="0">
                <a:solidFill>
                  <a:schemeClr val="tx2"/>
                </a:solidFill>
                <a:latin typeface="宋体" charset="-122"/>
              </a:rPr>
              <a:t>轴</a:t>
            </a:r>
            <a:r>
              <a:rPr kumimoji="0" lang="zh-CN" altLang="en-US" sz="2000" b="1" i="0" dirty="0">
                <a:solidFill>
                  <a:srgbClr val="003399"/>
                </a:solidFill>
                <a:latin typeface="宋体" charset="-122"/>
              </a:rPr>
              <a:t>。</a:t>
            </a:r>
          </a:p>
        </p:txBody>
      </p:sp>
      <p:sp>
        <p:nvSpPr>
          <p:cNvPr id="48" name="Text Box 47">
            <a:extLst>
              <a:ext uri="{FF2B5EF4-FFF2-40B4-BE49-F238E27FC236}">
                <a16:creationId xmlns:a16="http://schemas.microsoft.com/office/drawing/2014/main" id="{EBB30FF9-7A9A-F27F-DB83-CBCE06705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0239" y="3394946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000" b="1" i="0">
                <a:latin typeface="宋体" charset="-122"/>
              </a:rPr>
              <a:t>O</a:t>
            </a:r>
          </a:p>
        </p:txBody>
      </p:sp>
      <p:sp>
        <p:nvSpPr>
          <p:cNvPr id="49" name="Text Box 48">
            <a:extLst>
              <a:ext uri="{FF2B5EF4-FFF2-40B4-BE49-F238E27FC236}">
                <a16:creationId xmlns:a16="http://schemas.microsoft.com/office/drawing/2014/main" id="{FB1CB25B-32DC-1E92-29E0-331CF18C6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8892" y="3353701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b="1" i="0">
                <a:latin typeface="宋体" charset="-122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882601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94D71A8-DF43-2CF6-4EBD-2AB316854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49DE-1E12-F54B-8BB0-97EB39FB727B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8ED947F-5885-E988-D3C5-4EBF412A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BE47F1-7946-DFD9-C2DB-DE74DCBB0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35</a:t>
            </a:fld>
            <a:endParaRPr lang="en-US"/>
          </a:p>
        </p:txBody>
      </p:sp>
      <p:sp>
        <p:nvSpPr>
          <p:cNvPr id="5" name="Line 2">
            <a:extLst>
              <a:ext uri="{FF2B5EF4-FFF2-40B4-BE49-F238E27FC236}">
                <a16:creationId xmlns:a16="http://schemas.microsoft.com/office/drawing/2014/main" id="{B1518B06-6561-9A99-DD7C-F8E969D129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26649" y="2916865"/>
            <a:ext cx="0" cy="2679700"/>
          </a:xfrm>
          <a:prstGeom prst="line">
            <a:avLst/>
          </a:prstGeom>
          <a:noFill/>
          <a:ln w="19050">
            <a:solidFill>
              <a:srgbClr val="99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BD0D3B05-3F9B-CBE0-0826-8B7DA313D4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28236" y="2227890"/>
            <a:ext cx="1090613" cy="688975"/>
          </a:xfrm>
          <a:prstGeom prst="line">
            <a:avLst/>
          </a:prstGeom>
          <a:noFill/>
          <a:ln w="38100">
            <a:solidFill>
              <a:srgbClr val="99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7FFE8307-6710-3C9F-88B7-1A821A5A38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18849" y="2227890"/>
            <a:ext cx="0" cy="2881313"/>
          </a:xfrm>
          <a:prstGeom prst="line">
            <a:avLst/>
          </a:prstGeom>
          <a:noFill/>
          <a:ln w="19050">
            <a:solidFill>
              <a:srgbClr val="99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6C0F2CEB-4234-0E51-54C0-60032B497896}"/>
              </a:ext>
            </a:extLst>
          </p:cNvPr>
          <p:cNvGrpSpPr>
            <a:grpSpLocks/>
          </p:cNvGrpSpPr>
          <p:nvPr/>
        </p:nvGrpSpPr>
        <p:grpSpPr bwMode="auto">
          <a:xfrm>
            <a:off x="1421736" y="934078"/>
            <a:ext cx="3695700" cy="5137150"/>
            <a:chOff x="545" y="575"/>
            <a:chExt cx="2328" cy="3236"/>
          </a:xfrm>
        </p:grpSpPr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21ADB7A8-738A-A238-4A3B-07D216A760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94" y="944"/>
              <a:ext cx="733" cy="67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i="1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2FF2E878-BAC9-36C9-ADE5-5C63A4B207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4" y="944"/>
              <a:ext cx="0" cy="18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 i="1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E072FCBB-8824-5912-C0C2-2813D00E76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6" y="1967"/>
              <a:ext cx="0" cy="18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 i="1"/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4E5FCFDE-82CB-4D1F-9CF3-5EF2873AA1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0" y="2158"/>
              <a:ext cx="0" cy="9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 i="1"/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75195665-E424-3959-7A96-DCC24D10E9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158"/>
              <a:ext cx="0" cy="146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 i="1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5BF51698-D27B-CC6D-1C37-782BEEF5D5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4" y="2760"/>
              <a:ext cx="1141" cy="102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 i="1"/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FDBBA406-11A9-292D-5DEC-22A7487656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4" y="3389"/>
              <a:ext cx="1901" cy="39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 i="1"/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6061E090-B3D0-C195-5B68-638E974F61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4" y="2760"/>
              <a:ext cx="760" cy="63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 i="1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5C9CF0FA-C180-9220-3A2E-8AD951A7B8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3100"/>
              <a:ext cx="1183" cy="519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 i="1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C791CAC2-8AC0-6AF5-7220-11E7C21E14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791"/>
              <a:ext cx="1171" cy="13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 i="1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3D58AC4B-B9BE-2392-74B1-1247A773D3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1" y="1752"/>
              <a:ext cx="345" cy="4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 i="1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B6BF5ADE-BD0E-C077-E846-A552C51720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4" y="1416"/>
              <a:ext cx="322" cy="3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i="1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7489FDE6-6634-1071-6E7B-EC1D9368D1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7" y="1924"/>
              <a:ext cx="0" cy="23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i="1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2274203A-0E73-6776-0162-DD7C6EDA08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158"/>
              <a:ext cx="1171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 i="1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F3AFDC45-244B-B98E-8339-BD4F52D317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769"/>
              <a:ext cx="0" cy="65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i="1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1E017F1C-743E-0664-84A7-209430E27E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4" y="1752"/>
              <a:ext cx="0" cy="16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 i="1"/>
            </a:p>
          </p:txBody>
        </p:sp>
        <p:sp>
          <p:nvSpPr>
            <p:cNvPr id="25" name="Rectangle 22">
              <a:extLst>
                <a:ext uri="{FF2B5EF4-FFF2-40B4-BE49-F238E27FC236}">
                  <a16:creationId xmlns:a16="http://schemas.microsoft.com/office/drawing/2014/main" id="{CDDCA129-26B0-A1D3-9B9B-AC952A9C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1" y="786"/>
              <a:ext cx="10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a</a:t>
              </a:r>
              <a:r>
                <a:rPr lang="en-US" altLang="zh-CN" i="1">
                  <a:latin typeface="RomanS" charset="0"/>
                </a:rPr>
                <a:t>′</a:t>
              </a:r>
            </a:p>
          </p:txBody>
        </p: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49321074-4C4E-961F-1B24-9D256974C1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7" y="2563"/>
              <a:ext cx="14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a  </a:t>
              </a:r>
              <a:endParaRPr lang="en-US" altLang="zh-CN" i="1">
                <a:latin typeface="RomanS" charset="0"/>
              </a:endParaRPr>
            </a:p>
          </p:txBody>
        </p:sp>
        <p:sp>
          <p:nvSpPr>
            <p:cNvPr id="27" name="Rectangle 24">
              <a:extLst>
                <a:ext uri="{FF2B5EF4-FFF2-40B4-BE49-F238E27FC236}">
                  <a16:creationId xmlns:a16="http://schemas.microsoft.com/office/drawing/2014/main" id="{B60BE42A-6455-E5ED-38F5-4118C0125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" y="3289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000000"/>
                  </a:solidFill>
                </a:rPr>
                <a:t>b</a:t>
              </a:r>
              <a:endParaRPr lang="en-US" altLang="zh-CN" i="1" dirty="0">
                <a:latin typeface="RomanS" charset="0"/>
              </a:endParaRPr>
            </a:p>
          </p:txBody>
        </p:sp>
        <p:sp>
          <p:nvSpPr>
            <p:cNvPr id="28" name="Rectangle 25">
              <a:extLst>
                <a:ext uri="{FF2B5EF4-FFF2-40B4-BE49-F238E27FC236}">
                  <a16:creationId xmlns:a16="http://schemas.microsoft.com/office/drawing/2014/main" id="{5FC988D3-8A7E-7329-9309-2EF40B5C9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" y="3602"/>
              <a:ext cx="23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000000"/>
                  </a:solidFill>
                </a:rPr>
                <a:t>d(e)</a:t>
              </a:r>
              <a:endParaRPr lang="en-US" altLang="zh-CN" i="1" dirty="0">
                <a:latin typeface="RomanS" charset="0"/>
              </a:endParaRPr>
            </a:p>
          </p:txBody>
        </p:sp>
        <p:sp>
          <p:nvSpPr>
            <p:cNvPr id="29" name="Rectangle 26">
              <a:extLst>
                <a:ext uri="{FF2B5EF4-FFF2-40B4-BE49-F238E27FC236}">
                  <a16:creationId xmlns:a16="http://schemas.microsoft.com/office/drawing/2014/main" id="{DCDD5189-FF91-D417-6149-5F53B240A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" y="2025"/>
              <a:ext cx="10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e</a:t>
              </a:r>
              <a:r>
                <a:rPr lang="en-US" altLang="zh-CN" i="1">
                  <a:latin typeface="RomanS" charset="0"/>
                </a:rPr>
                <a:t>′</a:t>
              </a:r>
            </a:p>
          </p:txBody>
        </p:sp>
        <p:sp>
          <p:nvSpPr>
            <p:cNvPr id="30" name="Rectangle 27">
              <a:extLst>
                <a:ext uri="{FF2B5EF4-FFF2-40B4-BE49-F238E27FC236}">
                  <a16:creationId xmlns:a16="http://schemas.microsoft.com/office/drawing/2014/main" id="{2116F156-F3F1-F429-B9F7-7CD90DB32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" y="1621"/>
              <a:ext cx="10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b</a:t>
              </a:r>
              <a:r>
                <a:rPr lang="en-US" altLang="zh-CN" i="1">
                  <a:latin typeface="RomanS" charset="0"/>
                </a:rPr>
                <a:t>′</a:t>
              </a:r>
            </a:p>
          </p:txBody>
        </p:sp>
        <p:sp>
          <p:nvSpPr>
            <p:cNvPr id="31" name="Rectangle 28">
              <a:extLst>
                <a:ext uri="{FF2B5EF4-FFF2-40B4-BE49-F238E27FC236}">
                  <a16:creationId xmlns:a16="http://schemas.microsoft.com/office/drawing/2014/main" id="{50120159-9920-7FC8-8797-8222BF8C9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" y="575"/>
              <a:ext cx="10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000000"/>
                  </a:solidFill>
                </a:rPr>
                <a:t>d</a:t>
              </a:r>
              <a:r>
                <a:rPr lang="en-US" altLang="zh-CN" i="1" dirty="0">
                  <a:latin typeface="RomanS" charset="0"/>
                </a:rPr>
                <a:t>′</a:t>
              </a:r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CF4F782B-953A-1FDC-AC69-DE28CD723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6" y="2964"/>
              <a:ext cx="21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000000"/>
                  </a:solidFill>
                </a:rPr>
                <a:t>h(f)</a:t>
              </a:r>
              <a:endParaRPr lang="en-US" altLang="zh-CN" i="1" dirty="0">
                <a:latin typeface="RomanS" charset="0"/>
              </a:endParaRPr>
            </a:p>
          </p:txBody>
        </p:sp>
        <p:sp>
          <p:nvSpPr>
            <p:cNvPr id="33" name="Rectangle 30">
              <a:extLst>
                <a:ext uri="{FF2B5EF4-FFF2-40B4-BE49-F238E27FC236}">
                  <a16:creationId xmlns:a16="http://schemas.microsoft.com/office/drawing/2014/main" id="{AA479C27-080F-E153-B38C-AAE3CF209B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4" y="3637"/>
              <a:ext cx="6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 dirty="0">
                  <a:latin typeface="RomanS" charset="0"/>
                </a:rPr>
                <a:t>c</a:t>
              </a:r>
            </a:p>
          </p:txBody>
        </p:sp>
        <p:sp>
          <p:nvSpPr>
            <p:cNvPr id="34" name="Rectangle 31">
              <a:extLst>
                <a:ext uri="{FF2B5EF4-FFF2-40B4-BE49-F238E27FC236}">
                  <a16:creationId xmlns:a16="http://schemas.microsoft.com/office/drawing/2014/main" id="{03CEEE5A-74E1-B0D2-750D-5E54D5447D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0" y="2025"/>
              <a:ext cx="7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f</a:t>
              </a:r>
              <a:r>
                <a:rPr lang="en-US" altLang="zh-CN" i="1">
                  <a:latin typeface="RomanS" charset="0"/>
                </a:rPr>
                <a:t>′</a:t>
              </a:r>
            </a:p>
          </p:txBody>
        </p:sp>
        <p:sp>
          <p:nvSpPr>
            <p:cNvPr id="35" name="Rectangle 32">
              <a:extLst>
                <a:ext uri="{FF2B5EF4-FFF2-40B4-BE49-F238E27FC236}">
                  <a16:creationId xmlns:a16="http://schemas.microsoft.com/office/drawing/2014/main" id="{D91C5E14-F47B-2788-CC0B-9ED5F2968C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9" y="1805"/>
              <a:ext cx="9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 dirty="0">
                  <a:latin typeface="RomanS" charset="0"/>
                </a:rPr>
                <a:t>c’</a:t>
              </a:r>
            </a:p>
          </p:txBody>
        </p:sp>
        <p:sp>
          <p:nvSpPr>
            <p:cNvPr id="36" name="Rectangle 33">
              <a:extLst>
                <a:ext uri="{FF2B5EF4-FFF2-40B4-BE49-F238E27FC236}">
                  <a16:creationId xmlns:a16="http://schemas.microsoft.com/office/drawing/2014/main" id="{21914549-0E70-BE7A-495A-6A41763F26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4" y="594"/>
              <a:ext cx="10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h</a:t>
              </a:r>
              <a:r>
                <a:rPr lang="en-US" altLang="zh-CN" i="1">
                  <a:latin typeface="RomanS" charset="0"/>
                </a:rPr>
                <a:t>′</a:t>
              </a:r>
            </a:p>
          </p:txBody>
        </p:sp>
        <p:sp>
          <p:nvSpPr>
            <p:cNvPr id="37" name="Line 34">
              <a:extLst>
                <a:ext uri="{FF2B5EF4-FFF2-40B4-BE49-F238E27FC236}">
                  <a16:creationId xmlns:a16="http://schemas.microsoft.com/office/drawing/2014/main" id="{DBBBAF9E-D4E7-742C-6096-2464AD72A4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7" y="2494"/>
              <a:ext cx="22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 i="1"/>
            </a:p>
          </p:txBody>
        </p:sp>
        <p:sp>
          <p:nvSpPr>
            <p:cNvPr id="38" name="Line 35">
              <a:extLst>
                <a:ext uri="{FF2B5EF4-FFF2-40B4-BE49-F238E27FC236}">
                  <a16:creationId xmlns:a16="http://schemas.microsoft.com/office/drawing/2014/main" id="{480699C5-18B3-8883-879B-9A4E62C3DD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769"/>
              <a:ext cx="117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 i="1"/>
            </a:p>
          </p:txBody>
        </p:sp>
        <p:sp>
          <p:nvSpPr>
            <p:cNvPr id="39" name="Line 36">
              <a:extLst>
                <a:ext uri="{FF2B5EF4-FFF2-40B4-BE49-F238E27FC236}">
                  <a16:creationId xmlns:a16="http://schemas.microsoft.com/office/drawing/2014/main" id="{0D3D352F-2564-281B-3C94-9A30E8A762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7" y="769"/>
              <a:ext cx="0" cy="84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i="1"/>
            </a:p>
          </p:txBody>
        </p:sp>
        <p:sp>
          <p:nvSpPr>
            <p:cNvPr id="40" name="Line 37">
              <a:extLst>
                <a:ext uri="{FF2B5EF4-FFF2-40B4-BE49-F238E27FC236}">
                  <a16:creationId xmlns:a16="http://schemas.microsoft.com/office/drawing/2014/main" id="{80FAAE8B-8295-C15C-78EA-E42AA51C00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1791"/>
              <a:ext cx="0" cy="36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 i="1"/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79593174-4A0F-FDBC-7E61-A025A8960C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7" y="944"/>
              <a:ext cx="437" cy="48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i="1"/>
            </a:p>
          </p:txBody>
        </p:sp>
        <p:sp>
          <p:nvSpPr>
            <p:cNvPr id="42" name="Line 39">
              <a:extLst>
                <a:ext uri="{FF2B5EF4-FFF2-40B4-BE49-F238E27FC236}">
                  <a16:creationId xmlns:a16="http://schemas.microsoft.com/office/drawing/2014/main" id="{536A9B9C-99F2-ABA3-AD13-E5DF5AEA65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9" y="1924"/>
              <a:ext cx="396" cy="43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 i="1"/>
            </a:p>
          </p:txBody>
        </p:sp>
        <p:sp>
          <p:nvSpPr>
            <p:cNvPr id="43" name="Line 40">
              <a:extLst>
                <a:ext uri="{FF2B5EF4-FFF2-40B4-BE49-F238E27FC236}">
                  <a16:creationId xmlns:a16="http://schemas.microsoft.com/office/drawing/2014/main" id="{22DCD3C0-406D-6B1C-8E25-55DDB184C3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6" y="1617"/>
              <a:ext cx="400" cy="35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i="1"/>
            </a:p>
          </p:txBody>
        </p:sp>
        <p:sp>
          <p:nvSpPr>
            <p:cNvPr id="44" name="Line 41">
              <a:extLst>
                <a:ext uri="{FF2B5EF4-FFF2-40B4-BE49-F238E27FC236}">
                  <a16:creationId xmlns:a16="http://schemas.microsoft.com/office/drawing/2014/main" id="{63388F71-F312-BCE8-3324-0F902A6CA5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1416"/>
              <a:ext cx="0" cy="3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 i="1"/>
            </a:p>
          </p:txBody>
        </p:sp>
        <p:sp>
          <p:nvSpPr>
            <p:cNvPr id="45" name="Line 42">
              <a:extLst>
                <a:ext uri="{FF2B5EF4-FFF2-40B4-BE49-F238E27FC236}">
                  <a16:creationId xmlns:a16="http://schemas.microsoft.com/office/drawing/2014/main" id="{4940BB55-792B-D945-2EDB-B45417CE45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0" y="1594"/>
              <a:ext cx="0" cy="3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 i="1"/>
            </a:p>
          </p:txBody>
        </p:sp>
      </p:grpSp>
      <p:grpSp>
        <p:nvGrpSpPr>
          <p:cNvPr id="46" name="Group 43">
            <a:extLst>
              <a:ext uri="{FF2B5EF4-FFF2-40B4-BE49-F238E27FC236}">
                <a16:creationId xmlns:a16="http://schemas.microsoft.com/office/drawing/2014/main" id="{8DF4C0FB-3C2F-7442-4808-CB6D480899AB}"/>
              </a:ext>
            </a:extLst>
          </p:cNvPr>
          <p:cNvGrpSpPr>
            <a:grpSpLocks/>
          </p:cNvGrpSpPr>
          <p:nvPr/>
        </p:nvGrpSpPr>
        <p:grpSpPr bwMode="auto">
          <a:xfrm>
            <a:off x="4153824" y="2366452"/>
            <a:ext cx="777875" cy="382588"/>
            <a:chOff x="2297" y="1418"/>
            <a:chExt cx="490" cy="241"/>
          </a:xfrm>
        </p:grpSpPr>
        <p:sp>
          <p:nvSpPr>
            <p:cNvPr id="47" name="Rectangle 44">
              <a:extLst>
                <a:ext uri="{FF2B5EF4-FFF2-40B4-BE49-F238E27FC236}">
                  <a16:creationId xmlns:a16="http://schemas.microsoft.com/office/drawing/2014/main" id="{A9BE8762-8FBA-860C-058B-806C11ED9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5" y="1426"/>
              <a:ext cx="369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1(2 )</a:t>
              </a:r>
              <a:endParaRPr lang="en-US" altLang="zh-CN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8" name="Text Box 45">
              <a:extLst>
                <a:ext uri="{FF2B5EF4-FFF2-40B4-BE49-F238E27FC236}">
                  <a16:creationId xmlns:a16="http://schemas.microsoft.com/office/drawing/2014/main" id="{458E4467-1C5E-9746-C19C-6B333DB97F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5" y="1418"/>
              <a:ext cx="26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  <a:t>′</a:t>
              </a:r>
            </a:p>
          </p:txBody>
        </p:sp>
        <p:sp>
          <p:nvSpPr>
            <p:cNvPr id="49" name="Text Box 46">
              <a:extLst>
                <a:ext uri="{FF2B5EF4-FFF2-40B4-BE49-F238E27FC236}">
                  <a16:creationId xmlns:a16="http://schemas.microsoft.com/office/drawing/2014/main" id="{106C7CD5-6E92-7116-F0EA-DBC5266DDB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7" y="1426"/>
              <a:ext cx="26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  <a:t>′</a:t>
              </a:r>
            </a:p>
          </p:txBody>
        </p:sp>
      </p:grpSp>
      <p:sp>
        <p:nvSpPr>
          <p:cNvPr id="50" name="Text Box 47">
            <a:extLst>
              <a:ext uri="{FF2B5EF4-FFF2-40B4-BE49-F238E27FC236}">
                <a16:creationId xmlns:a16="http://schemas.microsoft.com/office/drawing/2014/main" id="{A39EED43-3794-0F4E-40B8-364BCE392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0686" y="898640"/>
            <a:ext cx="2698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kumimoji="0" lang="zh-CN" altLang="en-US" sz="2800" b="1" i="0">
                <a:solidFill>
                  <a:srgbClr val="FF3300"/>
                </a:solidFill>
                <a:latin typeface="Times New Roman" charset="0"/>
              </a:rPr>
              <a:t>空间及投影分析</a:t>
            </a:r>
            <a:endParaRPr kumimoji="0" lang="zh-CN" altLang="en-US" b="1" i="0">
              <a:solidFill>
                <a:srgbClr val="FF3300"/>
              </a:solidFill>
              <a:latin typeface="Times New Roman" charset="0"/>
            </a:endParaRPr>
          </a:p>
        </p:txBody>
      </p:sp>
      <p:sp>
        <p:nvSpPr>
          <p:cNvPr id="51" name="Text Box 48">
            <a:extLst>
              <a:ext uri="{FF2B5EF4-FFF2-40B4-BE49-F238E27FC236}">
                <a16:creationId xmlns:a16="http://schemas.microsoft.com/office/drawing/2014/main" id="{0BD17C25-D251-F016-E55D-94D016026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5561" y="1475560"/>
            <a:ext cx="6111653" cy="1144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>
              <a:lnSpc>
                <a:spcPct val="95000"/>
              </a:lnSpc>
            </a:pPr>
            <a:r>
              <a:rPr kumimoji="0" lang="en-US" altLang="zh-CN" sz="3200" b="1" i="0" dirty="0">
                <a:latin typeface="宋体" charset="-122"/>
              </a:rPr>
              <a:t>   </a:t>
            </a:r>
            <a:r>
              <a:rPr kumimoji="0" lang="zh-CN" altLang="en-US" sz="2000" b="1" i="0" dirty="0">
                <a:latin typeface="宋体" charset="-122"/>
              </a:rPr>
              <a:t>平面</a:t>
            </a:r>
            <a:r>
              <a:rPr kumimoji="0" lang="en-US" altLang="zh-CN" sz="2000" b="1" i="0" dirty="0">
                <a:latin typeface="宋体" charset="-122"/>
              </a:rPr>
              <a:t>DEFH</a:t>
            </a:r>
            <a:r>
              <a:rPr kumimoji="0" lang="zh-CN" altLang="en-US" sz="2000" b="1" i="0" dirty="0">
                <a:latin typeface="宋体" charset="-122"/>
              </a:rPr>
              <a:t>是一铅垂面，它的水平投影有积聚性，其与</a:t>
            </a:r>
            <a:r>
              <a:rPr lang="en-US" altLang="zh-CN" sz="2000" dirty="0">
                <a:solidFill>
                  <a:srgbClr val="000000"/>
                </a:solidFill>
              </a:rPr>
              <a:t>ac</a:t>
            </a:r>
            <a:r>
              <a:rPr lang="zh-CN" altLang="en-US" sz="2000" dirty="0">
                <a:solidFill>
                  <a:srgbClr val="000000"/>
                </a:solidFill>
              </a:rPr>
              <a:t>、</a:t>
            </a:r>
            <a:r>
              <a:rPr lang="en-US" altLang="zh-CN" sz="2000" dirty="0" err="1">
                <a:solidFill>
                  <a:srgbClr val="000000"/>
                </a:solidFill>
              </a:rPr>
              <a:t>bc</a:t>
            </a:r>
            <a:r>
              <a:rPr kumimoji="0" lang="zh-CN" altLang="en-US" sz="2000" b="1" i="0" dirty="0">
                <a:latin typeface="宋体" charset="-122"/>
              </a:rPr>
              <a:t>的交点</a:t>
            </a:r>
            <a:r>
              <a:rPr lang="en-US" altLang="zh-CN" sz="2000" b="1" dirty="0">
                <a:solidFill>
                  <a:srgbClr val="000000"/>
                </a:solidFill>
                <a:latin typeface="宋体" charset="-122"/>
              </a:rPr>
              <a:t>m</a:t>
            </a:r>
            <a:r>
              <a:rPr kumimoji="0" lang="zh-CN" altLang="en-US" sz="2000" b="1" i="0" dirty="0">
                <a:latin typeface="宋体" charset="-122"/>
              </a:rPr>
              <a:t>、</a:t>
            </a:r>
            <a:r>
              <a:rPr lang="en-US" altLang="zh-CN" sz="2000" b="1" dirty="0">
                <a:solidFill>
                  <a:srgbClr val="000000"/>
                </a:solidFill>
                <a:latin typeface="宋体" charset="-122"/>
              </a:rPr>
              <a:t>n</a:t>
            </a:r>
            <a:r>
              <a:rPr lang="en-US" altLang="zh-CN" sz="2000" b="1" i="0" dirty="0">
                <a:latin typeface="宋体" charset="-122"/>
              </a:rPr>
              <a:t> </a:t>
            </a:r>
            <a:r>
              <a:rPr kumimoji="0" lang="zh-CN" altLang="en-US" sz="2000" b="1" i="0" dirty="0">
                <a:latin typeface="宋体" charset="-122"/>
              </a:rPr>
              <a:t>即为两个共有点的水平投影，故</a:t>
            </a:r>
            <a:r>
              <a:rPr lang="en-US" altLang="zh-CN" sz="2000" b="1" dirty="0" err="1">
                <a:solidFill>
                  <a:srgbClr val="C00000"/>
                </a:solidFill>
                <a:latin typeface="宋体" charset="-122"/>
              </a:rPr>
              <a:t>mn</a:t>
            </a:r>
            <a:r>
              <a:rPr kumimoji="0" lang="zh-CN" altLang="en-US" sz="2000" b="1" i="0" dirty="0">
                <a:solidFill>
                  <a:srgbClr val="C00000"/>
                </a:solidFill>
                <a:latin typeface="宋体" charset="-122"/>
              </a:rPr>
              <a:t>即为交线</a:t>
            </a:r>
            <a:r>
              <a:rPr kumimoji="0" lang="en-US" altLang="zh-CN" sz="2000" b="1" i="0" dirty="0">
                <a:solidFill>
                  <a:srgbClr val="C00000"/>
                </a:solidFill>
                <a:latin typeface="宋体" charset="-122"/>
              </a:rPr>
              <a:t>MN</a:t>
            </a:r>
            <a:r>
              <a:rPr kumimoji="0" lang="zh-CN" altLang="en-US" sz="2000" b="1" i="0" dirty="0">
                <a:solidFill>
                  <a:srgbClr val="C00000"/>
                </a:solidFill>
                <a:latin typeface="宋体" charset="-122"/>
              </a:rPr>
              <a:t>的水平投影。</a:t>
            </a:r>
          </a:p>
        </p:txBody>
      </p:sp>
      <p:sp>
        <p:nvSpPr>
          <p:cNvPr id="52" name="Text Box 49">
            <a:extLst>
              <a:ext uri="{FF2B5EF4-FFF2-40B4-BE49-F238E27FC236}">
                <a16:creationId xmlns:a16="http://schemas.microsoft.com/office/drawing/2014/main" id="{12F58F0F-3519-9010-B5BB-5C3319C6B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5735" y="3699323"/>
            <a:ext cx="13404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kumimoji="0" lang="en-US" altLang="zh-CN" sz="2000" b="1" i="0" dirty="0">
                <a:latin typeface="宋体" charset="-122"/>
              </a:rPr>
              <a:t>① </a:t>
            </a:r>
            <a:r>
              <a:rPr kumimoji="0" lang="zh-CN" altLang="en-US" sz="2000" b="1" i="0" dirty="0">
                <a:latin typeface="宋体" charset="-122"/>
              </a:rPr>
              <a:t>求交线</a:t>
            </a:r>
          </a:p>
        </p:txBody>
      </p:sp>
      <p:sp>
        <p:nvSpPr>
          <p:cNvPr id="53" name="Text Box 50">
            <a:extLst>
              <a:ext uri="{FF2B5EF4-FFF2-40B4-BE49-F238E27FC236}">
                <a16:creationId xmlns:a16="http://schemas.microsoft.com/office/drawing/2014/main" id="{DE7A2CC8-F49F-22DC-4806-9CD0D23AC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5735" y="4160988"/>
            <a:ext cx="18533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en-US" altLang="zh-CN" sz="2000" b="1" i="0" dirty="0">
                <a:latin typeface="宋体" charset="-122"/>
              </a:rPr>
              <a:t>② </a:t>
            </a:r>
            <a:r>
              <a:rPr kumimoji="0" lang="zh-CN" altLang="en-US" sz="2000" b="1" i="0" dirty="0">
                <a:latin typeface="宋体" charset="-122"/>
              </a:rPr>
              <a:t>判别可见性</a:t>
            </a:r>
          </a:p>
        </p:txBody>
      </p:sp>
      <p:sp>
        <p:nvSpPr>
          <p:cNvPr id="54" name="Text Box 51">
            <a:extLst>
              <a:ext uri="{FF2B5EF4-FFF2-40B4-BE49-F238E27FC236}">
                <a16:creationId xmlns:a16="http://schemas.microsoft.com/office/drawing/2014/main" id="{B3989023-5679-5448-2BA5-6FBC9024E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4936" y="4911519"/>
            <a:ext cx="6223664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>
              <a:lnSpc>
                <a:spcPct val="95000"/>
              </a:lnSpc>
            </a:pPr>
            <a:r>
              <a:rPr kumimoji="0" lang="en-US" altLang="zh-CN" sz="2000" b="1" i="0" dirty="0">
                <a:latin typeface="宋体" charset="-122"/>
              </a:rPr>
              <a:t>    </a:t>
            </a:r>
            <a:r>
              <a:rPr lang="zh-CN" altLang="en-US" sz="2000" b="1" dirty="0">
                <a:latin typeface="宋体" charset="-122"/>
              </a:rPr>
              <a:t>点</a:t>
            </a:r>
            <a:r>
              <a:rPr lang="en-US" altLang="zh-CN" sz="2000" b="1" dirty="0">
                <a:latin typeface="宋体" charset="-122"/>
              </a:rPr>
              <a:t>Ⅰ</a:t>
            </a:r>
            <a:r>
              <a:rPr lang="zh-CN" altLang="en-US" sz="2000" b="1" dirty="0">
                <a:latin typeface="宋体" charset="-122"/>
              </a:rPr>
              <a:t>在</a:t>
            </a:r>
            <a:r>
              <a:rPr lang="en-US" altLang="zh-CN" sz="2000" b="1" dirty="0">
                <a:latin typeface="宋体" charset="-122"/>
              </a:rPr>
              <a:t>MC</a:t>
            </a:r>
            <a:r>
              <a:rPr lang="zh-CN" altLang="en-US" sz="2000" b="1" dirty="0">
                <a:latin typeface="宋体" charset="-122"/>
              </a:rPr>
              <a:t>上，点</a:t>
            </a:r>
            <a:r>
              <a:rPr lang="en-US" altLang="zh-CN" sz="2000" b="1" dirty="0">
                <a:latin typeface="宋体" charset="-122"/>
              </a:rPr>
              <a:t>Ⅱ</a:t>
            </a:r>
            <a:r>
              <a:rPr lang="zh-CN" altLang="en-US" sz="2000" b="1" dirty="0">
                <a:latin typeface="宋体" charset="-122"/>
              </a:rPr>
              <a:t>在</a:t>
            </a:r>
            <a:r>
              <a:rPr lang="en-US" altLang="zh-CN" sz="2000" b="1" dirty="0">
                <a:latin typeface="宋体" charset="-122"/>
              </a:rPr>
              <a:t>FH</a:t>
            </a:r>
            <a:r>
              <a:rPr lang="zh-CN" altLang="en-US" sz="2000" b="1" dirty="0">
                <a:latin typeface="宋体" charset="-122"/>
              </a:rPr>
              <a:t>上，</a:t>
            </a:r>
            <a:r>
              <a:rPr lang="zh-CN" altLang="en-US" sz="2000" b="1" dirty="0">
                <a:solidFill>
                  <a:srgbClr val="C00000"/>
                </a:solidFill>
                <a:latin typeface="宋体" charset="-122"/>
              </a:rPr>
              <a:t>点</a:t>
            </a:r>
            <a:r>
              <a:rPr lang="en-US" altLang="zh-CN" sz="2000" b="1" dirty="0">
                <a:solidFill>
                  <a:srgbClr val="C00000"/>
                </a:solidFill>
                <a:latin typeface="宋体" charset="-122"/>
              </a:rPr>
              <a:t>Ⅰ</a:t>
            </a:r>
            <a:r>
              <a:rPr lang="zh-CN" altLang="en-US" sz="2000" b="1" dirty="0">
                <a:solidFill>
                  <a:srgbClr val="C00000"/>
                </a:solidFill>
                <a:latin typeface="宋体" charset="-122"/>
              </a:rPr>
              <a:t>在前，点</a:t>
            </a:r>
            <a:r>
              <a:rPr lang="en-US" altLang="zh-CN" sz="2000" b="1" dirty="0">
                <a:solidFill>
                  <a:srgbClr val="C00000"/>
                </a:solidFill>
                <a:latin typeface="宋体" charset="-122"/>
              </a:rPr>
              <a:t>Ⅱ</a:t>
            </a:r>
            <a:r>
              <a:rPr lang="zh-CN" altLang="en-US" sz="2000" b="1" dirty="0">
                <a:solidFill>
                  <a:srgbClr val="C00000"/>
                </a:solidFill>
                <a:latin typeface="宋体" charset="-122"/>
              </a:rPr>
              <a:t>在后，故</a:t>
            </a:r>
            <a:r>
              <a:rPr lang="en-US" altLang="zh-CN" sz="2000" b="1" i="1" dirty="0" err="1">
                <a:solidFill>
                  <a:srgbClr val="C00000"/>
                </a:solidFill>
                <a:latin typeface="宋体" charset="-122"/>
              </a:rPr>
              <a:t>m’</a:t>
            </a:r>
            <a:r>
              <a:rPr lang="en-US" altLang="zh-CN" sz="2000" b="1" i="1" dirty="0" err="1">
                <a:solidFill>
                  <a:srgbClr val="C00000"/>
                </a:solidFill>
                <a:latin typeface="宋体" charset="-122"/>
                <a:sym typeface="CommercialPi BT" charset="0"/>
              </a:rPr>
              <a:t>c</a:t>
            </a:r>
            <a:r>
              <a:rPr lang="en-US" altLang="zh-CN" sz="2000" b="1" i="1" dirty="0">
                <a:solidFill>
                  <a:srgbClr val="C00000"/>
                </a:solidFill>
                <a:latin typeface="宋体" charset="-122"/>
                <a:sym typeface="CommercialPi BT" charset="0"/>
              </a:rPr>
              <a:t>’</a:t>
            </a:r>
            <a:r>
              <a:rPr lang="zh-CN" altLang="en-US" sz="2000" b="1" dirty="0">
                <a:solidFill>
                  <a:srgbClr val="C00000"/>
                </a:solidFill>
                <a:latin typeface="宋体" charset="-122"/>
              </a:rPr>
              <a:t>可见。</a:t>
            </a:r>
          </a:p>
        </p:txBody>
      </p:sp>
      <p:sp>
        <p:nvSpPr>
          <p:cNvPr id="55" name="Text Box 52">
            <a:extLst>
              <a:ext uri="{FF2B5EF4-FFF2-40B4-BE49-F238E27FC236}">
                <a16:creationId xmlns:a16="http://schemas.microsoft.com/office/drawing/2014/main" id="{6ABDBA63-43ED-522C-D9C6-CBF35368F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0686" y="3118728"/>
            <a:ext cx="12065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kumimoji="0" lang="zh-CN" altLang="en-US" sz="2800" b="1" i="0">
                <a:solidFill>
                  <a:srgbClr val="FF3300"/>
                </a:solidFill>
                <a:latin typeface="Times New Roman" charset="0"/>
              </a:rPr>
              <a:t>作图</a:t>
            </a:r>
            <a:endParaRPr kumimoji="0" lang="zh-CN" altLang="en-US" b="1" i="0">
              <a:solidFill>
                <a:srgbClr val="FF3300"/>
              </a:solidFill>
              <a:latin typeface="Times New Roman" charset="0"/>
            </a:endParaRPr>
          </a:p>
        </p:txBody>
      </p:sp>
      <p:sp>
        <p:nvSpPr>
          <p:cNvPr id="56" name="Text Box 53">
            <a:extLst>
              <a:ext uri="{FF2B5EF4-FFF2-40B4-BE49-F238E27FC236}">
                <a16:creationId xmlns:a16="http://schemas.microsoft.com/office/drawing/2014/main" id="{56A79F7D-4318-A6A1-BBF0-D2155EEA0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895" y="600207"/>
            <a:ext cx="160575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0" lang="en-US" altLang="zh-CN" sz="2400" b="1" i="0" dirty="0">
                <a:latin typeface="Times New Roman" charset="0"/>
              </a:rPr>
              <a:t>⑵</a:t>
            </a:r>
            <a:r>
              <a:rPr lang="zh-CN" altLang="en-US" sz="2400" dirty="0">
                <a:solidFill>
                  <a:srgbClr val="C00000"/>
                </a:solidFill>
                <a:sym typeface="Wingdings" panose="05000000000000000000" pitchFamily="2" charset="2"/>
              </a:rPr>
              <a:t> </a:t>
            </a:r>
            <a:endParaRPr kumimoji="0" lang="en-US" altLang="zh-CN" sz="2400" b="1" i="0" dirty="0">
              <a:latin typeface="Times New Roman" charset="0"/>
            </a:endParaRPr>
          </a:p>
        </p:txBody>
      </p:sp>
      <p:sp>
        <p:nvSpPr>
          <p:cNvPr id="57" name="Freeform 54">
            <a:extLst>
              <a:ext uri="{FF2B5EF4-FFF2-40B4-BE49-F238E27FC236}">
                <a16:creationId xmlns:a16="http://schemas.microsoft.com/office/drawing/2014/main" id="{71626222-A241-FE85-BD60-2A8AA50BA3B8}"/>
              </a:ext>
            </a:extLst>
          </p:cNvPr>
          <p:cNvSpPr>
            <a:spLocks/>
          </p:cNvSpPr>
          <p:nvPr/>
        </p:nvSpPr>
        <p:spPr bwMode="auto">
          <a:xfrm>
            <a:off x="4087149" y="2613653"/>
            <a:ext cx="1587" cy="2822575"/>
          </a:xfrm>
          <a:custGeom>
            <a:avLst/>
            <a:gdLst>
              <a:gd name="T0" fmla="*/ 0 w 1"/>
              <a:gd name="T1" fmla="*/ 0 h 1778"/>
              <a:gd name="T2" fmla="*/ 0 w 1"/>
              <a:gd name="T3" fmla="*/ 1778 h 177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778">
                <a:moveTo>
                  <a:pt x="0" y="0"/>
                </a:moveTo>
                <a:lnTo>
                  <a:pt x="0" y="1778"/>
                </a:lnTo>
              </a:path>
            </a:pathLst>
          </a:custGeom>
          <a:noFill/>
          <a:ln w="19050">
            <a:solidFill>
              <a:srgbClr val="99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58" name="Group 55">
            <a:extLst>
              <a:ext uri="{FF2B5EF4-FFF2-40B4-BE49-F238E27FC236}">
                <a16:creationId xmlns:a16="http://schemas.microsoft.com/office/drawing/2014/main" id="{976E00BD-EF60-5BFD-CCF0-94B8D4F48EA5}"/>
              </a:ext>
            </a:extLst>
          </p:cNvPr>
          <p:cNvGrpSpPr>
            <a:grpSpLocks/>
          </p:cNvGrpSpPr>
          <p:nvPr/>
        </p:nvGrpSpPr>
        <p:grpSpPr bwMode="auto">
          <a:xfrm>
            <a:off x="3861724" y="4585328"/>
            <a:ext cx="371475" cy="487362"/>
            <a:chOff x="1812" y="2875"/>
            <a:chExt cx="234" cy="307"/>
          </a:xfrm>
        </p:grpSpPr>
        <p:sp>
          <p:nvSpPr>
            <p:cNvPr id="59" name="Rectangle 56">
              <a:extLst>
                <a:ext uri="{FF2B5EF4-FFF2-40B4-BE49-F238E27FC236}">
                  <a16:creationId xmlns:a16="http://schemas.microsoft.com/office/drawing/2014/main" id="{A4252D00-AD3A-29EE-971F-78417BA8E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2" y="2875"/>
              <a:ext cx="7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 i="1">
                  <a:solidFill>
                    <a:srgbClr val="000000"/>
                  </a:solidFill>
                  <a:latin typeface="ISOCP" charset="0"/>
                </a:rPr>
                <a:t>2</a:t>
              </a:r>
              <a:endParaRPr lang="en-US" altLang="zh-CN" b="1" i="1">
                <a:latin typeface="宋体" charset="-122"/>
              </a:endParaRPr>
            </a:p>
          </p:txBody>
        </p:sp>
        <p:sp>
          <p:nvSpPr>
            <p:cNvPr id="60" name="Text Box 57">
              <a:extLst>
                <a:ext uri="{FF2B5EF4-FFF2-40B4-BE49-F238E27FC236}">
                  <a16:creationId xmlns:a16="http://schemas.microsoft.com/office/drawing/2014/main" id="{CAF84D75-FA5B-A49A-C3E7-1AF1CC67A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8" y="3038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900" i="1">
                  <a:solidFill>
                    <a:srgbClr val="CC0000"/>
                  </a:solidFill>
                  <a:latin typeface="RomanS" charset="0"/>
                </a:rPr>
                <a:t>●</a:t>
              </a:r>
              <a:endParaRPr lang="en-US" altLang="zh-CN" sz="1200" i="1">
                <a:solidFill>
                  <a:srgbClr val="CC0000"/>
                </a:solidFill>
                <a:latin typeface="RomanS" charset="0"/>
              </a:endParaRPr>
            </a:p>
          </p:txBody>
        </p:sp>
      </p:grpSp>
      <p:grpSp>
        <p:nvGrpSpPr>
          <p:cNvPr id="61" name="Group 58">
            <a:extLst>
              <a:ext uri="{FF2B5EF4-FFF2-40B4-BE49-F238E27FC236}">
                <a16:creationId xmlns:a16="http://schemas.microsoft.com/office/drawing/2014/main" id="{4CB18399-783B-68EB-25D3-FC767F011640}"/>
              </a:ext>
            </a:extLst>
          </p:cNvPr>
          <p:cNvGrpSpPr>
            <a:grpSpLocks/>
          </p:cNvGrpSpPr>
          <p:nvPr/>
        </p:nvGrpSpPr>
        <p:grpSpPr bwMode="auto">
          <a:xfrm>
            <a:off x="3947449" y="5172703"/>
            <a:ext cx="363537" cy="384175"/>
            <a:chOff x="1858" y="3237"/>
            <a:chExt cx="229" cy="242"/>
          </a:xfrm>
        </p:grpSpPr>
        <p:sp>
          <p:nvSpPr>
            <p:cNvPr id="62" name="Rectangle 59">
              <a:extLst>
                <a:ext uri="{FF2B5EF4-FFF2-40B4-BE49-F238E27FC236}">
                  <a16:creationId xmlns:a16="http://schemas.microsoft.com/office/drawing/2014/main" id="{45E81B44-629F-F104-FB82-9D69558BC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0" y="3237"/>
              <a:ext cx="10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 i="1">
                  <a:solidFill>
                    <a:srgbClr val="000000"/>
                  </a:solidFill>
                  <a:latin typeface="ISOCP" charset="0"/>
                </a:rPr>
                <a:t>1 </a:t>
              </a:r>
              <a:endParaRPr lang="en-US" altLang="zh-CN" b="1" i="1">
                <a:latin typeface="宋体" charset="-122"/>
              </a:endParaRPr>
            </a:p>
          </p:txBody>
        </p:sp>
        <p:sp>
          <p:nvSpPr>
            <p:cNvPr id="63" name="Text Box 60">
              <a:extLst>
                <a:ext uri="{FF2B5EF4-FFF2-40B4-BE49-F238E27FC236}">
                  <a16:creationId xmlns:a16="http://schemas.microsoft.com/office/drawing/2014/main" id="{0428B230-30C3-E6F8-4E27-C822D9F49E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8" y="3335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900" i="1">
                  <a:solidFill>
                    <a:srgbClr val="CC0000"/>
                  </a:solidFill>
                  <a:latin typeface="RomanS" charset="0"/>
                </a:rPr>
                <a:t>●</a:t>
              </a:r>
              <a:endParaRPr lang="en-US" altLang="zh-CN" sz="1200" i="1">
                <a:solidFill>
                  <a:srgbClr val="CC0000"/>
                </a:solidFill>
                <a:latin typeface="RomanS" charset="0"/>
              </a:endParaRPr>
            </a:p>
          </p:txBody>
        </p:sp>
      </p:grpSp>
      <p:grpSp>
        <p:nvGrpSpPr>
          <p:cNvPr id="64" name="Group 61">
            <a:extLst>
              <a:ext uri="{FF2B5EF4-FFF2-40B4-BE49-F238E27FC236}">
                <a16:creationId xmlns:a16="http://schemas.microsoft.com/office/drawing/2014/main" id="{A195425B-7CDF-DAB9-D5F7-607BB22094C1}"/>
              </a:ext>
            </a:extLst>
          </p:cNvPr>
          <p:cNvGrpSpPr>
            <a:grpSpLocks/>
          </p:cNvGrpSpPr>
          <p:nvPr/>
        </p:nvGrpSpPr>
        <p:grpSpPr bwMode="auto">
          <a:xfrm>
            <a:off x="2232949" y="2212015"/>
            <a:ext cx="1878012" cy="863600"/>
            <a:chOff x="777" y="1380"/>
            <a:chExt cx="1183" cy="544"/>
          </a:xfrm>
        </p:grpSpPr>
        <p:sp>
          <p:nvSpPr>
            <p:cNvPr id="65" name="Line 62">
              <a:extLst>
                <a:ext uri="{FF2B5EF4-FFF2-40B4-BE49-F238E27FC236}">
                  <a16:creationId xmlns:a16="http://schemas.microsoft.com/office/drawing/2014/main" id="{C827998B-2E4C-0FB9-EE13-29BFE7453B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6" y="1824"/>
              <a:ext cx="925" cy="1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6" name="Line 63">
              <a:extLst>
                <a:ext uri="{FF2B5EF4-FFF2-40B4-BE49-F238E27FC236}">
                  <a16:creationId xmlns:a16="http://schemas.microsoft.com/office/drawing/2014/main" id="{09E98D0A-B70C-2811-B6C1-59A6D743CD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7" y="1380"/>
              <a:ext cx="0" cy="41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7" name="Line 64">
              <a:extLst>
                <a:ext uri="{FF2B5EF4-FFF2-40B4-BE49-F238E27FC236}">
                  <a16:creationId xmlns:a16="http://schemas.microsoft.com/office/drawing/2014/main" id="{885236A4-4FEE-22DD-DC1B-AD49A4924E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3" y="1398"/>
              <a:ext cx="247" cy="22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8" name="Group 65">
            <a:extLst>
              <a:ext uri="{FF2B5EF4-FFF2-40B4-BE49-F238E27FC236}">
                <a16:creationId xmlns:a16="http://schemas.microsoft.com/office/drawing/2014/main" id="{F31B396B-42AC-7329-B666-B9330F366F91}"/>
              </a:ext>
            </a:extLst>
          </p:cNvPr>
          <p:cNvGrpSpPr>
            <a:grpSpLocks/>
          </p:cNvGrpSpPr>
          <p:nvPr/>
        </p:nvGrpSpPr>
        <p:grpSpPr bwMode="auto">
          <a:xfrm>
            <a:off x="3556924" y="1861178"/>
            <a:ext cx="371475" cy="485775"/>
            <a:chOff x="1901" y="1159"/>
            <a:chExt cx="234" cy="306"/>
          </a:xfrm>
        </p:grpSpPr>
        <p:sp>
          <p:nvSpPr>
            <p:cNvPr id="69" name="Rectangle 66">
              <a:extLst>
                <a:ext uri="{FF2B5EF4-FFF2-40B4-BE49-F238E27FC236}">
                  <a16:creationId xmlns:a16="http://schemas.microsoft.com/office/drawing/2014/main" id="{2F284276-AFCC-27F9-9EFA-729258A991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8" y="1159"/>
              <a:ext cx="14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m</a:t>
              </a:r>
              <a:r>
                <a:rPr lang="en-US" altLang="zh-CN" i="1">
                  <a:latin typeface="RomanS" charset="0"/>
                </a:rPr>
                <a:t>′</a:t>
              </a:r>
            </a:p>
          </p:txBody>
        </p:sp>
        <p:sp>
          <p:nvSpPr>
            <p:cNvPr id="70" name="Text Box 67">
              <a:extLst>
                <a:ext uri="{FF2B5EF4-FFF2-40B4-BE49-F238E27FC236}">
                  <a16:creationId xmlns:a16="http://schemas.microsoft.com/office/drawing/2014/main" id="{F2153AF7-6C33-CEDD-FC51-E713FCDA0D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1" y="1321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900" i="1">
                  <a:solidFill>
                    <a:srgbClr val="CC0000"/>
                  </a:solidFill>
                  <a:latin typeface="RomanS" charset="0"/>
                </a:rPr>
                <a:t>●</a:t>
              </a:r>
              <a:endParaRPr lang="en-US" altLang="zh-CN" sz="1200" i="1">
                <a:solidFill>
                  <a:srgbClr val="CC0000"/>
                </a:solidFill>
                <a:latin typeface="RomanS" charset="0"/>
              </a:endParaRPr>
            </a:p>
          </p:txBody>
        </p:sp>
      </p:grpSp>
      <p:grpSp>
        <p:nvGrpSpPr>
          <p:cNvPr id="71" name="Group 68">
            <a:extLst>
              <a:ext uri="{FF2B5EF4-FFF2-40B4-BE49-F238E27FC236}">
                <a16:creationId xmlns:a16="http://schemas.microsoft.com/office/drawing/2014/main" id="{47CEC42F-A65D-E232-E4BA-4886102D1137}"/>
              </a:ext>
            </a:extLst>
          </p:cNvPr>
          <p:cNvGrpSpPr>
            <a:grpSpLocks/>
          </p:cNvGrpSpPr>
          <p:nvPr/>
        </p:nvGrpSpPr>
        <p:grpSpPr bwMode="auto">
          <a:xfrm>
            <a:off x="3568036" y="4980621"/>
            <a:ext cx="312738" cy="422276"/>
            <a:chOff x="1618" y="3141"/>
            <a:chExt cx="197" cy="266"/>
          </a:xfrm>
        </p:grpSpPr>
        <p:sp>
          <p:nvSpPr>
            <p:cNvPr id="72" name="Rectangle 69">
              <a:extLst>
                <a:ext uri="{FF2B5EF4-FFF2-40B4-BE49-F238E27FC236}">
                  <a16:creationId xmlns:a16="http://schemas.microsoft.com/office/drawing/2014/main" id="{CD0CB464-0AAA-F04C-4F8E-58D513012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8" y="3233"/>
              <a:ext cx="116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000000"/>
                  </a:solidFill>
                </a:rPr>
                <a:t>m</a:t>
              </a:r>
              <a:endParaRPr lang="en-US" altLang="zh-CN" i="1" dirty="0">
                <a:latin typeface="RomanS" charset="0"/>
              </a:endParaRPr>
            </a:p>
          </p:txBody>
        </p:sp>
        <p:sp>
          <p:nvSpPr>
            <p:cNvPr id="73" name="Text Box 70">
              <a:extLst>
                <a:ext uri="{FF2B5EF4-FFF2-40B4-BE49-F238E27FC236}">
                  <a16:creationId xmlns:a16="http://schemas.microsoft.com/office/drawing/2014/main" id="{F57AA8EA-E63F-AAC7-1918-74378E41CB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9" y="3141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i="0">
                  <a:solidFill>
                    <a:srgbClr val="CC0000"/>
                  </a:solidFill>
                  <a:latin typeface="RomanS" charset="0"/>
                </a:rPr>
                <a:t>●</a:t>
              </a:r>
              <a:endParaRPr lang="en-US" altLang="zh-CN" sz="1400" i="0">
                <a:solidFill>
                  <a:srgbClr val="CC0000"/>
                </a:solidFill>
                <a:latin typeface="RomanS" charset="0"/>
              </a:endParaRPr>
            </a:p>
          </p:txBody>
        </p:sp>
      </p:grpSp>
      <p:grpSp>
        <p:nvGrpSpPr>
          <p:cNvPr id="74" name="Group 71">
            <a:extLst>
              <a:ext uri="{FF2B5EF4-FFF2-40B4-BE49-F238E27FC236}">
                <a16:creationId xmlns:a16="http://schemas.microsoft.com/office/drawing/2014/main" id="{3B87FF5B-85CB-035D-D581-44D212DF286D}"/>
              </a:ext>
            </a:extLst>
          </p:cNvPr>
          <p:cNvGrpSpPr>
            <a:grpSpLocks/>
          </p:cNvGrpSpPr>
          <p:nvPr/>
        </p:nvGrpSpPr>
        <p:grpSpPr bwMode="auto">
          <a:xfrm>
            <a:off x="2385349" y="5215565"/>
            <a:ext cx="400050" cy="495300"/>
            <a:chOff x="873" y="3264"/>
            <a:chExt cx="252" cy="312"/>
          </a:xfrm>
        </p:grpSpPr>
        <p:sp>
          <p:nvSpPr>
            <p:cNvPr id="75" name="Rectangle 72">
              <a:extLst>
                <a:ext uri="{FF2B5EF4-FFF2-40B4-BE49-F238E27FC236}">
                  <a16:creationId xmlns:a16="http://schemas.microsoft.com/office/drawing/2014/main" id="{D1ED3DB2-3233-A57D-900E-8C587A644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" y="3264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n</a:t>
              </a:r>
              <a:endParaRPr lang="en-US" altLang="zh-CN" i="1">
                <a:latin typeface="RomanS" charset="0"/>
              </a:endParaRPr>
            </a:p>
          </p:txBody>
        </p:sp>
        <p:sp>
          <p:nvSpPr>
            <p:cNvPr id="76" name="Text Box 73">
              <a:extLst>
                <a:ext uri="{FF2B5EF4-FFF2-40B4-BE49-F238E27FC236}">
                  <a16:creationId xmlns:a16="http://schemas.microsoft.com/office/drawing/2014/main" id="{FC0590C0-EEC7-E578-9BCE-10BD456EB4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9" y="3422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i="1">
                  <a:solidFill>
                    <a:srgbClr val="CC0000"/>
                  </a:solidFill>
                  <a:latin typeface="RomanS" charset="0"/>
                </a:rPr>
                <a:t>●</a:t>
              </a:r>
              <a:endParaRPr lang="en-US" altLang="zh-CN" sz="1400" i="1">
                <a:solidFill>
                  <a:srgbClr val="CC0000"/>
                </a:solidFill>
                <a:latin typeface="RomanS" charset="0"/>
              </a:endParaRPr>
            </a:p>
          </p:txBody>
        </p:sp>
      </p:grpSp>
      <p:grpSp>
        <p:nvGrpSpPr>
          <p:cNvPr id="77" name="Group 74">
            <a:extLst>
              <a:ext uri="{FF2B5EF4-FFF2-40B4-BE49-F238E27FC236}">
                <a16:creationId xmlns:a16="http://schemas.microsoft.com/office/drawing/2014/main" id="{614EE1C2-66E8-69B5-542B-D2BB581D6FCA}"/>
              </a:ext>
            </a:extLst>
          </p:cNvPr>
          <p:cNvGrpSpPr>
            <a:grpSpLocks/>
          </p:cNvGrpSpPr>
          <p:nvPr/>
        </p:nvGrpSpPr>
        <p:grpSpPr bwMode="auto">
          <a:xfrm>
            <a:off x="2232949" y="1519865"/>
            <a:ext cx="1871662" cy="1555750"/>
            <a:chOff x="777" y="944"/>
            <a:chExt cx="1179" cy="980"/>
          </a:xfrm>
        </p:grpSpPr>
        <p:grpSp>
          <p:nvGrpSpPr>
            <p:cNvPr id="78" name="Group 75">
              <a:extLst>
                <a:ext uri="{FF2B5EF4-FFF2-40B4-BE49-F238E27FC236}">
                  <a16:creationId xmlns:a16="http://schemas.microsoft.com/office/drawing/2014/main" id="{05E6A83D-AD7F-B366-A03A-8D9DE9821B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8" y="944"/>
              <a:ext cx="1178" cy="980"/>
              <a:chOff x="778" y="944"/>
              <a:chExt cx="1178" cy="980"/>
            </a:xfrm>
          </p:grpSpPr>
          <p:sp>
            <p:nvSpPr>
              <p:cNvPr id="85" name="Line 76">
                <a:extLst>
                  <a:ext uri="{FF2B5EF4-FFF2-40B4-BE49-F238E27FC236}">
                    <a16:creationId xmlns:a16="http://schemas.microsoft.com/office/drawing/2014/main" id="{3C2C6C65-332B-6C6A-DAA0-6544F47232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78" y="944"/>
                <a:ext cx="437" cy="473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6" name="Line 77">
                <a:extLst>
                  <a:ext uri="{FF2B5EF4-FFF2-40B4-BE49-F238E27FC236}">
                    <a16:creationId xmlns:a16="http://schemas.microsoft.com/office/drawing/2014/main" id="{AA9E5414-2837-B97F-70C7-22947AC8FC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15" y="944"/>
                <a:ext cx="498" cy="445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7" name="Line 78">
                <a:extLst>
                  <a:ext uri="{FF2B5EF4-FFF2-40B4-BE49-F238E27FC236}">
                    <a16:creationId xmlns:a16="http://schemas.microsoft.com/office/drawing/2014/main" id="{1EA46DCB-E196-3426-11EC-CC84CFA1AD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6" y="1617"/>
                <a:ext cx="0" cy="307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79" name="Group 79">
              <a:extLst>
                <a:ext uri="{FF2B5EF4-FFF2-40B4-BE49-F238E27FC236}">
                  <a16:creationId xmlns:a16="http://schemas.microsoft.com/office/drawing/2014/main" id="{435FEE8D-59ED-75B3-8FE4-4323AFEF8F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7" y="951"/>
              <a:ext cx="1170" cy="973"/>
              <a:chOff x="777" y="951"/>
              <a:chExt cx="1170" cy="973"/>
            </a:xfrm>
          </p:grpSpPr>
          <p:sp>
            <p:nvSpPr>
              <p:cNvPr id="82" name="Freeform 80">
                <a:extLst>
                  <a:ext uri="{FF2B5EF4-FFF2-40B4-BE49-F238E27FC236}">
                    <a16:creationId xmlns:a16="http://schemas.microsoft.com/office/drawing/2014/main" id="{AFCD0ADE-5687-A800-7A63-6B8AD769E4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" y="969"/>
                <a:ext cx="427" cy="457"/>
              </a:xfrm>
              <a:custGeom>
                <a:avLst/>
                <a:gdLst>
                  <a:gd name="T0" fmla="*/ 0 w 427"/>
                  <a:gd name="T1" fmla="*/ 457 h 457"/>
                  <a:gd name="T2" fmla="*/ 427 w 427"/>
                  <a:gd name="T3" fmla="*/ 0 h 4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27" h="457">
                    <a:moveTo>
                      <a:pt x="0" y="457"/>
                    </a:moveTo>
                    <a:lnTo>
                      <a:pt x="427" y="0"/>
                    </a:lnTo>
                  </a:path>
                </a:pathLst>
              </a:custGeom>
              <a:noFill/>
              <a:ln w="19050" cap="flat" cmpd="sng">
                <a:solidFill>
                  <a:srgbClr val="003399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3" name="Freeform 81">
                <a:extLst>
                  <a:ext uri="{FF2B5EF4-FFF2-40B4-BE49-F238E27FC236}">
                    <a16:creationId xmlns:a16="http://schemas.microsoft.com/office/drawing/2014/main" id="{95876063-0B94-90AB-AB36-48E2E70F3B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3" y="951"/>
                <a:ext cx="496" cy="439"/>
              </a:xfrm>
              <a:custGeom>
                <a:avLst/>
                <a:gdLst>
                  <a:gd name="T0" fmla="*/ 496 w 496"/>
                  <a:gd name="T1" fmla="*/ 439 h 439"/>
                  <a:gd name="T2" fmla="*/ 0 w 496"/>
                  <a:gd name="T3" fmla="*/ 0 h 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96" h="439">
                    <a:moveTo>
                      <a:pt x="496" y="439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flat" cmpd="sng">
                <a:solidFill>
                  <a:srgbClr val="003399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4" name="Line 82">
                <a:extLst>
                  <a:ext uri="{FF2B5EF4-FFF2-40B4-BE49-F238E27FC236}">
                    <a16:creationId xmlns:a16="http://schemas.microsoft.com/office/drawing/2014/main" id="{A37D747D-93B9-5A0D-DA84-F658FD0827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7" y="1617"/>
                <a:ext cx="0" cy="307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80" name="Line 83">
              <a:extLst>
                <a:ext uri="{FF2B5EF4-FFF2-40B4-BE49-F238E27FC236}">
                  <a16:creationId xmlns:a16="http://schemas.microsoft.com/office/drawing/2014/main" id="{D653E908-62A6-75A9-9918-A53034B020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8" y="1800"/>
              <a:ext cx="226" cy="1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1" name="Line 84">
              <a:extLst>
                <a:ext uri="{FF2B5EF4-FFF2-40B4-BE49-F238E27FC236}">
                  <a16:creationId xmlns:a16="http://schemas.microsoft.com/office/drawing/2014/main" id="{B73F718E-4CAE-9A2F-0853-E0EE660C30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2" y="1802"/>
              <a:ext cx="226" cy="16"/>
            </a:xfrm>
            <a:prstGeom prst="line">
              <a:avLst/>
            </a:prstGeom>
            <a:noFill/>
            <a:ln w="19050">
              <a:solidFill>
                <a:schemeClr val="accent5">
                  <a:lumMod val="50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88" name="Text Box 85">
            <a:extLst>
              <a:ext uri="{FF2B5EF4-FFF2-40B4-BE49-F238E27FC236}">
                <a16:creationId xmlns:a16="http://schemas.microsoft.com/office/drawing/2014/main" id="{B644ED6F-9EC5-9ECA-15E4-E237C05F2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2686" y="2478715"/>
            <a:ext cx="2984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900" i="0">
                <a:solidFill>
                  <a:srgbClr val="CC0000"/>
                </a:solidFill>
                <a:latin typeface="RomanS" charset="0"/>
              </a:rPr>
              <a:t>●</a:t>
            </a:r>
            <a:endParaRPr lang="en-US" altLang="zh-CN" sz="1200" i="0">
              <a:solidFill>
                <a:srgbClr val="CC0000"/>
              </a:solidFill>
              <a:latin typeface="RomanS" charset="0"/>
            </a:endParaRPr>
          </a:p>
        </p:txBody>
      </p:sp>
      <p:grpSp>
        <p:nvGrpSpPr>
          <p:cNvPr id="89" name="Group 86">
            <a:extLst>
              <a:ext uri="{FF2B5EF4-FFF2-40B4-BE49-F238E27FC236}">
                <a16:creationId xmlns:a16="http://schemas.microsoft.com/office/drawing/2014/main" id="{00E9D54B-48F3-38B2-5A21-E3386B90A1EC}"/>
              </a:ext>
            </a:extLst>
          </p:cNvPr>
          <p:cNvGrpSpPr>
            <a:grpSpLocks/>
          </p:cNvGrpSpPr>
          <p:nvPr/>
        </p:nvGrpSpPr>
        <p:grpSpPr bwMode="auto">
          <a:xfrm>
            <a:off x="2475839" y="2497765"/>
            <a:ext cx="303213" cy="539750"/>
            <a:chOff x="1218" y="1561"/>
            <a:chExt cx="191" cy="340"/>
          </a:xfrm>
        </p:grpSpPr>
        <p:sp>
          <p:nvSpPr>
            <p:cNvPr id="90" name="Rectangle 87">
              <a:extLst>
                <a:ext uri="{FF2B5EF4-FFF2-40B4-BE49-F238E27FC236}">
                  <a16:creationId xmlns:a16="http://schemas.microsoft.com/office/drawing/2014/main" id="{D4BBAE69-38BC-0E7C-8FDA-60CA247DD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8" y="1561"/>
              <a:ext cx="10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n</a:t>
              </a:r>
              <a:r>
                <a:rPr lang="en-US" altLang="zh-CN" i="1">
                  <a:latin typeface="RomanS" charset="0"/>
                </a:rPr>
                <a:t>′</a:t>
              </a:r>
            </a:p>
          </p:txBody>
        </p:sp>
        <p:sp>
          <p:nvSpPr>
            <p:cNvPr id="91" name="Text Box 88">
              <a:extLst>
                <a:ext uri="{FF2B5EF4-FFF2-40B4-BE49-F238E27FC236}">
                  <a16:creationId xmlns:a16="http://schemas.microsoft.com/office/drawing/2014/main" id="{71512CCC-95B0-0AF0-BBE3-5C34E185B5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1" y="1757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900" i="1">
                  <a:solidFill>
                    <a:srgbClr val="CC0000"/>
                  </a:solidFill>
                  <a:latin typeface="RomanS" charset="0"/>
                </a:rPr>
                <a:t>●</a:t>
              </a:r>
              <a:endParaRPr lang="en-US" altLang="zh-CN" sz="1200" i="1">
                <a:solidFill>
                  <a:srgbClr val="CC0000"/>
                </a:solidFill>
                <a:latin typeface="Roma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2406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75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50" grpId="0" autoUpdateAnimBg="0"/>
      <p:bldP spid="51" grpId="0" autoUpdateAnimBg="0"/>
      <p:bldP spid="52" grpId="0" autoUpdateAnimBg="0"/>
      <p:bldP spid="53" grpId="0" autoUpdateAnimBg="0"/>
      <p:bldP spid="54" grpId="0" autoUpdateAnimBg="0"/>
      <p:bldP spid="55" grpId="0" build="p" autoUpdateAnimBg="0"/>
      <p:bldP spid="57" grpId="0" animBg="1"/>
      <p:bldP spid="88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928B346-6052-6F34-E3B5-07ADE17BB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5D487-B126-2C4F-814C-DE8B6895347D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7704053-DBFC-F6DC-0358-077594391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985372-216B-AA92-F213-EBC724625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36</a:t>
            </a:fld>
            <a:endParaRPr lang="en-US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9E430A04-B03F-37FD-3C05-CE47B044DEEC}"/>
              </a:ext>
            </a:extLst>
          </p:cNvPr>
          <p:cNvSpPr>
            <a:spLocks/>
          </p:cNvSpPr>
          <p:nvPr/>
        </p:nvSpPr>
        <p:spPr bwMode="auto">
          <a:xfrm>
            <a:off x="1794613" y="2280278"/>
            <a:ext cx="484188" cy="609600"/>
          </a:xfrm>
          <a:custGeom>
            <a:avLst/>
            <a:gdLst>
              <a:gd name="T0" fmla="*/ 305 w 305"/>
              <a:gd name="T1" fmla="*/ 0 h 384"/>
              <a:gd name="T2" fmla="*/ 305 w 305"/>
              <a:gd name="T3" fmla="*/ 384 h 384"/>
              <a:gd name="T4" fmla="*/ 0 w 305"/>
              <a:gd name="T5" fmla="*/ 340 h 384"/>
              <a:gd name="T6" fmla="*/ 305 w 305"/>
              <a:gd name="T7" fmla="*/ 0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05" h="384">
                <a:moveTo>
                  <a:pt x="305" y="0"/>
                </a:moveTo>
                <a:lnTo>
                  <a:pt x="305" y="384"/>
                </a:lnTo>
                <a:lnTo>
                  <a:pt x="0" y="34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332B9AC1-3B73-CD56-D223-2B1189430459}"/>
              </a:ext>
            </a:extLst>
          </p:cNvPr>
          <p:cNvSpPr>
            <a:spLocks/>
          </p:cNvSpPr>
          <p:nvPr/>
        </p:nvSpPr>
        <p:spPr bwMode="auto">
          <a:xfrm>
            <a:off x="2278801" y="1227765"/>
            <a:ext cx="1898650" cy="2228850"/>
          </a:xfrm>
          <a:custGeom>
            <a:avLst/>
            <a:gdLst>
              <a:gd name="T0" fmla="*/ 943 w 1187"/>
              <a:gd name="T1" fmla="*/ 619 h 1387"/>
              <a:gd name="T2" fmla="*/ 1187 w 1187"/>
              <a:gd name="T3" fmla="*/ 855 h 1387"/>
              <a:gd name="T4" fmla="*/ 1187 w 1187"/>
              <a:gd name="T5" fmla="*/ 0 h 1387"/>
              <a:gd name="T6" fmla="*/ 0 w 1187"/>
              <a:gd name="T7" fmla="*/ 0 h 1387"/>
              <a:gd name="T8" fmla="*/ 0 w 1187"/>
              <a:gd name="T9" fmla="*/ 1387 h 1387"/>
              <a:gd name="T10" fmla="*/ 1187 w 1187"/>
              <a:gd name="T11" fmla="*/ 1387 h 1387"/>
              <a:gd name="T12" fmla="*/ 1187 w 1187"/>
              <a:gd name="T13" fmla="*/ 1152 h 1387"/>
              <a:gd name="T14" fmla="*/ 280 w 1187"/>
              <a:gd name="T15" fmla="*/ 1047 h 1387"/>
              <a:gd name="T16" fmla="*/ 943 w 1187"/>
              <a:gd name="T17" fmla="*/ 619 h 1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87" h="1387">
                <a:moveTo>
                  <a:pt x="943" y="619"/>
                </a:moveTo>
                <a:lnTo>
                  <a:pt x="1187" y="855"/>
                </a:lnTo>
                <a:lnTo>
                  <a:pt x="1187" y="0"/>
                </a:lnTo>
                <a:lnTo>
                  <a:pt x="0" y="0"/>
                </a:lnTo>
                <a:lnTo>
                  <a:pt x="0" y="1387"/>
                </a:lnTo>
                <a:lnTo>
                  <a:pt x="1187" y="1387"/>
                </a:lnTo>
                <a:lnTo>
                  <a:pt x="1187" y="1152"/>
                </a:lnTo>
                <a:lnTo>
                  <a:pt x="280" y="1047"/>
                </a:lnTo>
                <a:lnTo>
                  <a:pt x="943" y="619"/>
                </a:lnTo>
                <a:close/>
              </a:path>
            </a:pathLst>
          </a:custGeom>
          <a:solidFill>
            <a:srgbClr val="FF3300"/>
          </a:solidFill>
          <a:ln w="19050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404058DA-7622-F10C-EF14-86987DFD25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4751" y="3426453"/>
            <a:ext cx="0" cy="1555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947A777B-82B1-EF93-9B84-EF7B4FD881A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2701" y="3445503"/>
            <a:ext cx="0" cy="957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B1242A43-EA2E-363B-DBEE-023486504B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01076" y="2916865"/>
            <a:ext cx="0" cy="2679700"/>
          </a:xfrm>
          <a:prstGeom prst="line">
            <a:avLst/>
          </a:prstGeom>
          <a:noFill/>
          <a:ln w="19050">
            <a:solidFill>
              <a:srgbClr val="99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99115420-9652-0351-87C0-15D1F8BC4CD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5626" y="3143878"/>
            <a:ext cx="0" cy="28797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1400"/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F9F1E028-B2FF-3226-099E-B7219CBFF7D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7376" y="3447090"/>
            <a:ext cx="0" cy="23256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0077C4DF-4421-1F1B-911F-C7EC77D3755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2701" y="4402765"/>
            <a:ext cx="1811337" cy="162083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" name="Line 13">
            <a:extLst>
              <a:ext uri="{FF2B5EF4-FFF2-40B4-BE49-F238E27FC236}">
                <a16:creationId xmlns:a16="http://schemas.microsoft.com/office/drawing/2014/main" id="{4973F71E-EC25-9D58-DF79-58A1C81857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6201" y="5401303"/>
            <a:ext cx="3017837" cy="6223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7C1605F4-6F34-49E0-16AC-FE39B181B9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96201" y="4402765"/>
            <a:ext cx="1206500" cy="10128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C8DC5596-7D77-5F7B-C2F3-8DED4935E6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07376" y="4942515"/>
            <a:ext cx="1878012" cy="82391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A4328EAD-3B76-53BC-D60B-12AF620B648B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6338" y="3075615"/>
            <a:ext cx="0" cy="3714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BE5223C3-0227-D5A1-D750-833E35A1C23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7376" y="3447090"/>
            <a:ext cx="1858962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D40C765C-0581-FA85-C3CD-ED215973A0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6201" y="2802565"/>
            <a:ext cx="0" cy="26130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2086A554-A42A-C9FA-6F81-29FF5A9A4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1601" y="4124953"/>
            <a:ext cx="1186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i="1">
                <a:solidFill>
                  <a:srgbClr val="000000"/>
                </a:solidFill>
              </a:rPr>
              <a:t>a</a:t>
            </a:r>
            <a:endParaRPr lang="en-US" altLang="zh-CN" i="1">
              <a:latin typeface="RomanS" charset="0"/>
            </a:endParaRPr>
          </a:p>
        </p:txBody>
      </p:sp>
      <p:sp>
        <p:nvSpPr>
          <p:cNvPr id="20" name="Rectangle 20">
            <a:extLst>
              <a:ext uri="{FF2B5EF4-FFF2-40B4-BE49-F238E27FC236}">
                <a16:creationId xmlns:a16="http://schemas.microsoft.com/office/drawing/2014/main" id="{39FF4951-1BC3-2715-5100-8AED45DB2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6176" y="5242553"/>
            <a:ext cx="1186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i="1">
                <a:solidFill>
                  <a:srgbClr val="000000"/>
                </a:solidFill>
              </a:rPr>
              <a:t>b</a:t>
            </a:r>
            <a:endParaRPr lang="en-US" altLang="zh-CN" i="1">
              <a:latin typeface="RomanS" charset="0"/>
            </a:endParaRPr>
          </a:p>
        </p:txBody>
      </p:sp>
      <p:sp>
        <p:nvSpPr>
          <p:cNvPr id="21" name="Rectangle 21">
            <a:extLst>
              <a:ext uri="{FF2B5EF4-FFF2-40B4-BE49-F238E27FC236}">
                <a16:creationId xmlns:a16="http://schemas.microsoft.com/office/drawing/2014/main" id="{E82232E5-BB9A-C291-8CB7-A771F0982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9101" y="5739440"/>
            <a:ext cx="3702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i="1">
                <a:solidFill>
                  <a:srgbClr val="000000"/>
                </a:solidFill>
              </a:rPr>
              <a:t>d(e)</a:t>
            </a:r>
            <a:endParaRPr lang="en-US" altLang="zh-CN" i="1">
              <a:latin typeface="RomanS" charset="0"/>
            </a:endParaRPr>
          </a:p>
        </p:txBody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id="{33911410-3B22-2B6F-ED53-AD2F569F6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2101" y="3235953"/>
            <a:ext cx="16190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i="1">
                <a:solidFill>
                  <a:srgbClr val="000000"/>
                </a:solidFill>
              </a:rPr>
              <a:t>e</a:t>
            </a:r>
            <a:r>
              <a:rPr lang="en-US" altLang="zh-CN" i="1">
                <a:latin typeface="RomanS" charset="0"/>
              </a:rPr>
              <a:t>′</a:t>
            </a:r>
          </a:p>
        </p:txBody>
      </p:sp>
      <p:sp>
        <p:nvSpPr>
          <p:cNvPr id="23" name="Rectangle 23">
            <a:extLst>
              <a:ext uri="{FF2B5EF4-FFF2-40B4-BE49-F238E27FC236}">
                <a16:creationId xmlns:a16="http://schemas.microsoft.com/office/drawing/2014/main" id="{73387D2B-C513-8DFE-7C4A-C6A1DE310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3476" y="2594603"/>
            <a:ext cx="16991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i="1">
                <a:solidFill>
                  <a:srgbClr val="000000"/>
                </a:solidFill>
              </a:rPr>
              <a:t>b</a:t>
            </a:r>
            <a:r>
              <a:rPr lang="en-US" altLang="zh-CN" i="1">
                <a:latin typeface="RomanS" charset="0"/>
              </a:rPr>
              <a:t>′</a:t>
            </a:r>
          </a:p>
        </p:txBody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27B238BD-41BD-3E02-5D72-B2449648D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5763" y="934078"/>
            <a:ext cx="16991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i="1">
                <a:solidFill>
                  <a:srgbClr val="000000"/>
                </a:solidFill>
              </a:rPr>
              <a:t>d</a:t>
            </a:r>
            <a:r>
              <a:rPr lang="en-US" altLang="zh-CN" i="1">
                <a:latin typeface="RomanS" charset="0"/>
              </a:rPr>
              <a:t>′</a:t>
            </a:r>
          </a:p>
        </p:txBody>
      </p:sp>
      <p:sp>
        <p:nvSpPr>
          <p:cNvPr id="25" name="Rectangle 25">
            <a:extLst>
              <a:ext uri="{FF2B5EF4-FFF2-40B4-BE49-F238E27FC236}">
                <a16:creationId xmlns:a16="http://schemas.microsoft.com/office/drawing/2014/main" id="{22866B6C-4D1C-FD7B-0330-C76AA75FF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7626" y="4726615"/>
            <a:ext cx="3336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i="1">
                <a:solidFill>
                  <a:srgbClr val="000000"/>
                </a:solidFill>
              </a:rPr>
              <a:t>h(f)</a:t>
            </a:r>
            <a:endParaRPr lang="en-US" altLang="zh-CN" i="1">
              <a:latin typeface="RomanS" charset="0"/>
            </a:endParaRPr>
          </a:p>
        </p:txBody>
      </p:sp>
      <p:sp>
        <p:nvSpPr>
          <p:cNvPr id="26" name="Rectangle 26">
            <a:extLst>
              <a:ext uri="{FF2B5EF4-FFF2-40B4-BE49-F238E27FC236}">
                <a16:creationId xmlns:a16="http://schemas.microsoft.com/office/drawing/2014/main" id="{3E99F43E-F7EA-9A8B-3D27-0AE0359D1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776" y="5795003"/>
            <a:ext cx="9618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i="1" dirty="0">
                <a:solidFill>
                  <a:srgbClr val="000000"/>
                </a:solidFill>
              </a:rPr>
              <a:t>c</a:t>
            </a:r>
            <a:endParaRPr lang="en-US" altLang="zh-CN" sz="1200" i="1" dirty="0">
              <a:latin typeface="RomanS" charset="0"/>
            </a:endParaRPr>
          </a:p>
        </p:txBody>
      </p:sp>
      <p:sp>
        <p:nvSpPr>
          <p:cNvPr id="27" name="Rectangle 27">
            <a:extLst>
              <a:ext uri="{FF2B5EF4-FFF2-40B4-BE49-F238E27FC236}">
                <a16:creationId xmlns:a16="http://schemas.microsoft.com/office/drawing/2014/main" id="{B4876374-61BD-23EA-D554-1D2242146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2226" y="3235953"/>
            <a:ext cx="1218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i="1">
                <a:latin typeface="RomanS" charset="0"/>
              </a:rPr>
              <a:t>′</a:t>
            </a:r>
          </a:p>
        </p:txBody>
      </p:sp>
      <p:sp>
        <p:nvSpPr>
          <p:cNvPr id="28" name="Rectangle 28">
            <a:extLst>
              <a:ext uri="{FF2B5EF4-FFF2-40B4-BE49-F238E27FC236}">
                <a16:creationId xmlns:a16="http://schemas.microsoft.com/office/drawing/2014/main" id="{C572A96E-895B-901A-C656-891F9EB4F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3888" y="2886703"/>
            <a:ext cx="1538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i="1" dirty="0">
                <a:latin typeface="RomanS" charset="0"/>
              </a:rPr>
              <a:t>c’</a:t>
            </a:r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215F7A1E-89FF-3B35-5B28-E6AFDE9F5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9363" y="964240"/>
            <a:ext cx="16991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i="1">
                <a:solidFill>
                  <a:srgbClr val="000000"/>
                </a:solidFill>
              </a:rPr>
              <a:t>h</a:t>
            </a:r>
            <a:r>
              <a:rPr lang="en-US" altLang="zh-CN" i="1">
                <a:latin typeface="RomanS" charset="0"/>
              </a:rPr>
              <a:t>′</a:t>
            </a:r>
          </a:p>
        </p:txBody>
      </p:sp>
      <p:sp>
        <p:nvSpPr>
          <p:cNvPr id="30" name="Line 30">
            <a:extLst>
              <a:ext uri="{FF2B5EF4-FFF2-40B4-BE49-F238E27FC236}">
                <a16:creationId xmlns:a16="http://schemas.microsoft.com/office/drawing/2014/main" id="{2AD6395E-C441-6B0E-A282-5D9AAAB44C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8713" y="3980490"/>
            <a:ext cx="36131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1" name="Line 31">
            <a:extLst>
              <a:ext uri="{FF2B5EF4-FFF2-40B4-BE49-F238E27FC236}">
                <a16:creationId xmlns:a16="http://schemas.microsoft.com/office/drawing/2014/main" id="{1BD407C5-E856-0287-C31A-AC2112042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07376" y="2864478"/>
            <a:ext cx="0" cy="58261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" name="Text Box 32">
            <a:extLst>
              <a:ext uri="{FF2B5EF4-FFF2-40B4-BE49-F238E27FC236}">
                <a16:creationId xmlns:a16="http://schemas.microsoft.com/office/drawing/2014/main" id="{CD143DF4-39DB-01A0-B3AB-D27D9D78C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1438" y="1354126"/>
            <a:ext cx="251332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kumimoji="0" lang="zh-CN" altLang="en-US" sz="2400" b="1" i="0" dirty="0">
                <a:solidFill>
                  <a:srgbClr val="FF3300"/>
                </a:solidFill>
                <a:latin typeface="Times New Roman" charset="0"/>
              </a:rPr>
              <a:t>空间及投影分析</a:t>
            </a:r>
            <a:endParaRPr kumimoji="0" lang="zh-CN" altLang="en-US" sz="2000" b="1" i="0" dirty="0">
              <a:solidFill>
                <a:srgbClr val="FF3300"/>
              </a:solidFill>
              <a:latin typeface="Times New Roman" charset="0"/>
            </a:endParaRPr>
          </a:p>
        </p:txBody>
      </p:sp>
      <p:sp>
        <p:nvSpPr>
          <p:cNvPr id="33" name="Text Box 33">
            <a:extLst>
              <a:ext uri="{FF2B5EF4-FFF2-40B4-BE49-F238E27FC236}">
                <a16:creationId xmlns:a16="http://schemas.microsoft.com/office/drawing/2014/main" id="{B830719C-189C-016E-653D-B7CD13F68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1439" y="1977501"/>
            <a:ext cx="618475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kumimoji="0" lang="en-US" altLang="zh-CN" sz="2000" b="1" i="0" dirty="0">
                <a:latin typeface="宋体" charset="-122"/>
              </a:rPr>
              <a:t>    </a:t>
            </a:r>
            <a:r>
              <a:rPr kumimoji="0" lang="zh-CN" altLang="en-US" sz="2000" b="1" i="0" dirty="0">
                <a:latin typeface="Times New Roman" charset="0"/>
              </a:rPr>
              <a:t>平面</a:t>
            </a:r>
            <a:r>
              <a:rPr kumimoji="0" lang="en-US" altLang="zh-CN" sz="2000" b="1" i="0" dirty="0">
                <a:latin typeface="Times New Roman" charset="0"/>
              </a:rPr>
              <a:t>DEFH</a:t>
            </a:r>
            <a:r>
              <a:rPr kumimoji="0" lang="zh-CN" altLang="en-US" sz="2000" b="1" i="0" dirty="0">
                <a:latin typeface="Times New Roman" charset="0"/>
              </a:rPr>
              <a:t>是一铅垂面，它的水平投影有积聚性，其与</a:t>
            </a:r>
            <a:r>
              <a:rPr lang="en-US" altLang="zh-CN" sz="2000" dirty="0">
                <a:solidFill>
                  <a:srgbClr val="000000"/>
                </a:solidFill>
              </a:rPr>
              <a:t>ac</a:t>
            </a:r>
            <a:r>
              <a:rPr kumimoji="0" lang="zh-CN" altLang="en-US" sz="2000" b="1" i="0" dirty="0">
                <a:latin typeface="Times New Roman" charset="0"/>
              </a:rPr>
              <a:t>、</a:t>
            </a:r>
            <a:r>
              <a:rPr lang="en-US" altLang="zh-CN" sz="2000" dirty="0" err="1">
                <a:solidFill>
                  <a:srgbClr val="000000"/>
                </a:solidFill>
              </a:rPr>
              <a:t>bc</a:t>
            </a:r>
            <a:r>
              <a:rPr kumimoji="0" lang="zh-CN" altLang="en-US" sz="2000" b="1" i="0" dirty="0">
                <a:latin typeface="Times New Roman" charset="0"/>
              </a:rPr>
              <a:t>的交点</a:t>
            </a:r>
            <a:r>
              <a:rPr lang="en-US" altLang="zh-CN" sz="2000" dirty="0">
                <a:solidFill>
                  <a:srgbClr val="000000"/>
                </a:solidFill>
              </a:rPr>
              <a:t>m</a:t>
            </a:r>
            <a:r>
              <a:rPr kumimoji="0" lang="en-US" altLang="zh-CN" sz="2000" b="1" i="0" dirty="0">
                <a:latin typeface="Times New Roman" charset="0"/>
              </a:rPr>
              <a:t> </a:t>
            </a:r>
            <a:r>
              <a:rPr kumimoji="0" lang="zh-CN" altLang="en-US" sz="2000" b="1" i="0" dirty="0">
                <a:latin typeface="Times New Roman" charset="0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</a:rPr>
              <a:t>n</a:t>
            </a:r>
            <a:r>
              <a:rPr lang="en-US" altLang="zh-CN" sz="2000" b="1" i="0" dirty="0">
                <a:latin typeface="Times New Roman" charset="0"/>
              </a:rPr>
              <a:t> </a:t>
            </a:r>
            <a:r>
              <a:rPr kumimoji="0" lang="zh-CN" altLang="en-US" sz="2000" b="1" i="0" dirty="0">
                <a:latin typeface="Times New Roman" charset="0"/>
              </a:rPr>
              <a:t>即为两个共有点的水平投影，故</a:t>
            </a:r>
            <a:r>
              <a:rPr lang="en-US" altLang="zh-CN" sz="2000" dirty="0" err="1">
                <a:solidFill>
                  <a:srgbClr val="FF3300"/>
                </a:solidFill>
              </a:rPr>
              <a:t>mn</a:t>
            </a:r>
            <a:r>
              <a:rPr kumimoji="0" lang="zh-CN" altLang="en-US" sz="2000" b="1" i="0" dirty="0">
                <a:solidFill>
                  <a:srgbClr val="FF3300"/>
                </a:solidFill>
                <a:latin typeface="Times New Roman" charset="0"/>
              </a:rPr>
              <a:t>即为交线</a:t>
            </a:r>
            <a:r>
              <a:rPr kumimoji="0" lang="en-US" altLang="zh-CN" sz="2000" b="1" i="0" dirty="0">
                <a:solidFill>
                  <a:srgbClr val="FF3300"/>
                </a:solidFill>
                <a:latin typeface="Times New Roman" charset="0"/>
              </a:rPr>
              <a:t>MN</a:t>
            </a:r>
            <a:r>
              <a:rPr kumimoji="0" lang="zh-CN" altLang="en-US" sz="2000" b="1" i="0" dirty="0">
                <a:solidFill>
                  <a:srgbClr val="FF3300"/>
                </a:solidFill>
                <a:latin typeface="Times New Roman" charset="0"/>
              </a:rPr>
              <a:t>的水平投影</a:t>
            </a:r>
            <a:r>
              <a:rPr kumimoji="0" lang="zh-CN" altLang="en-US" sz="2000" b="1" i="0" dirty="0">
                <a:solidFill>
                  <a:srgbClr val="FF0066"/>
                </a:solidFill>
                <a:latin typeface="Times New Roman" charset="0"/>
              </a:rPr>
              <a:t>。</a:t>
            </a:r>
          </a:p>
        </p:txBody>
      </p:sp>
      <p:sp>
        <p:nvSpPr>
          <p:cNvPr id="34" name="Text Box 34">
            <a:extLst>
              <a:ext uri="{FF2B5EF4-FFF2-40B4-BE49-F238E27FC236}">
                <a16:creationId xmlns:a16="http://schemas.microsoft.com/office/drawing/2014/main" id="{4EDB0783-11F9-DB87-FB7C-00C6A1E476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4938" y="4194773"/>
            <a:ext cx="13388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kumimoji="0" lang="en-US" altLang="zh-CN" sz="2000" b="1" i="0">
                <a:latin typeface="Times New Roman" charset="0"/>
              </a:rPr>
              <a:t>①  </a:t>
            </a:r>
            <a:r>
              <a:rPr kumimoji="0" lang="zh-CN" altLang="en-US" sz="2000" b="1" i="0">
                <a:latin typeface="Times New Roman" charset="0"/>
              </a:rPr>
              <a:t>求交线</a:t>
            </a:r>
          </a:p>
        </p:txBody>
      </p:sp>
      <p:sp>
        <p:nvSpPr>
          <p:cNvPr id="35" name="Text Box 35">
            <a:extLst>
              <a:ext uri="{FF2B5EF4-FFF2-40B4-BE49-F238E27FC236}">
                <a16:creationId xmlns:a16="http://schemas.microsoft.com/office/drawing/2014/main" id="{609140F8-6264-1C55-06B6-8B921D62A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9701" y="4661498"/>
            <a:ext cx="185178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en-US" altLang="zh-CN" sz="2000" b="1" i="0">
                <a:latin typeface="Times New Roman" charset="0"/>
              </a:rPr>
              <a:t>②  </a:t>
            </a:r>
            <a:r>
              <a:rPr kumimoji="0" lang="zh-CN" altLang="en-US" sz="2000" b="1" i="0">
                <a:latin typeface="Times New Roman" charset="0"/>
              </a:rPr>
              <a:t>判别可见性</a:t>
            </a:r>
          </a:p>
        </p:txBody>
      </p:sp>
      <p:sp>
        <p:nvSpPr>
          <p:cNvPr id="36" name="Text Box 36">
            <a:extLst>
              <a:ext uri="{FF2B5EF4-FFF2-40B4-BE49-F238E27FC236}">
                <a16:creationId xmlns:a16="http://schemas.microsoft.com/office/drawing/2014/main" id="{DB4D460A-9CB9-9003-C7AE-15075AF23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1438" y="5344222"/>
            <a:ext cx="618475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kumimoji="0" lang="en-US" altLang="zh-CN" sz="2000" b="1" i="0" dirty="0">
                <a:latin typeface="宋体" charset="-122"/>
              </a:rPr>
              <a:t>    </a:t>
            </a:r>
            <a:r>
              <a:rPr kumimoji="0" lang="zh-CN" altLang="en-US" sz="2000" b="1" i="0" dirty="0">
                <a:latin typeface="Times New Roman" charset="0"/>
              </a:rPr>
              <a:t>点</a:t>
            </a:r>
            <a:r>
              <a:rPr kumimoji="0" lang="en-US" altLang="zh-CN" sz="2000" b="1" i="0" dirty="0">
                <a:latin typeface="Times New Roman" charset="0"/>
              </a:rPr>
              <a:t>Ⅰ</a:t>
            </a:r>
            <a:r>
              <a:rPr kumimoji="0" lang="zh-CN" altLang="en-US" sz="2000" b="1" i="0" dirty="0">
                <a:latin typeface="Times New Roman" charset="0"/>
              </a:rPr>
              <a:t>在</a:t>
            </a:r>
            <a:r>
              <a:rPr kumimoji="0" lang="en-US" altLang="zh-CN" sz="2000" b="1" i="0" dirty="0">
                <a:latin typeface="Times New Roman" charset="0"/>
              </a:rPr>
              <a:t>MC</a:t>
            </a:r>
            <a:r>
              <a:rPr kumimoji="0" lang="zh-CN" altLang="en-US" sz="2000" b="1" i="0" dirty="0">
                <a:latin typeface="Times New Roman" charset="0"/>
              </a:rPr>
              <a:t>上</a:t>
            </a:r>
            <a:r>
              <a:rPr kumimoji="0" lang="en-US" altLang="zh-CN" sz="2000" b="1" i="0" dirty="0">
                <a:latin typeface="Times New Roman" charset="0"/>
              </a:rPr>
              <a:t>,</a:t>
            </a:r>
            <a:r>
              <a:rPr kumimoji="0" lang="en-US" altLang="zh-CN" sz="2000" b="1" i="0" dirty="0">
                <a:latin typeface="宋体" charset="-122"/>
              </a:rPr>
              <a:t> </a:t>
            </a:r>
            <a:r>
              <a:rPr kumimoji="0" lang="zh-CN" altLang="en-US" sz="2000" b="1" i="0" dirty="0">
                <a:latin typeface="Times New Roman" charset="0"/>
              </a:rPr>
              <a:t>点</a:t>
            </a:r>
            <a:r>
              <a:rPr kumimoji="0" lang="en-US" altLang="zh-CN" sz="2000" b="1" i="0" dirty="0">
                <a:latin typeface="Times New Roman" charset="0"/>
              </a:rPr>
              <a:t>Ⅱ</a:t>
            </a:r>
            <a:r>
              <a:rPr kumimoji="0" lang="zh-CN" altLang="en-US" sz="2000" b="1" i="0" dirty="0">
                <a:latin typeface="Times New Roman" charset="0"/>
              </a:rPr>
              <a:t>在</a:t>
            </a:r>
            <a:r>
              <a:rPr kumimoji="0" lang="en-US" altLang="zh-CN" sz="2000" b="1" i="0" dirty="0">
                <a:latin typeface="Times New Roman" charset="0"/>
              </a:rPr>
              <a:t>FH</a:t>
            </a:r>
            <a:r>
              <a:rPr kumimoji="0" lang="zh-CN" altLang="en-US" sz="2000" b="1" i="0" dirty="0">
                <a:latin typeface="Times New Roman" charset="0"/>
              </a:rPr>
              <a:t>上，</a:t>
            </a:r>
            <a:r>
              <a:rPr kumimoji="0" lang="zh-CN" altLang="en-US" sz="2000" b="1" i="0" dirty="0">
                <a:solidFill>
                  <a:srgbClr val="FF3300"/>
                </a:solidFill>
                <a:latin typeface="Times New Roman" charset="0"/>
              </a:rPr>
              <a:t>点</a:t>
            </a:r>
            <a:r>
              <a:rPr kumimoji="0" lang="en-US" altLang="zh-CN" sz="2000" b="1" i="0" dirty="0">
                <a:solidFill>
                  <a:srgbClr val="FF3300"/>
                </a:solidFill>
                <a:latin typeface="Times New Roman" charset="0"/>
              </a:rPr>
              <a:t>Ⅰ</a:t>
            </a:r>
            <a:r>
              <a:rPr kumimoji="0" lang="zh-CN" altLang="en-US" sz="2000" b="1" i="0" dirty="0">
                <a:solidFill>
                  <a:srgbClr val="FF3300"/>
                </a:solidFill>
                <a:latin typeface="Times New Roman" charset="0"/>
              </a:rPr>
              <a:t>在前，点</a:t>
            </a:r>
            <a:r>
              <a:rPr kumimoji="0" lang="en-US" altLang="zh-CN" sz="2000" b="1" i="0" dirty="0">
                <a:solidFill>
                  <a:srgbClr val="FF3300"/>
                </a:solidFill>
                <a:latin typeface="Times New Roman" charset="0"/>
              </a:rPr>
              <a:t>Ⅱ</a:t>
            </a:r>
            <a:r>
              <a:rPr kumimoji="0" lang="zh-CN" altLang="en-US" sz="2000" b="1" i="0" dirty="0">
                <a:solidFill>
                  <a:srgbClr val="FF3300"/>
                </a:solidFill>
                <a:latin typeface="Times New Roman" charset="0"/>
              </a:rPr>
              <a:t>在后，故</a:t>
            </a:r>
            <a:r>
              <a:rPr lang="en-US" altLang="zh-CN" sz="2000" i="1" dirty="0" err="1">
                <a:solidFill>
                  <a:srgbClr val="FF3300"/>
                </a:solidFill>
              </a:rPr>
              <a:t>m’</a:t>
            </a:r>
            <a:r>
              <a:rPr lang="en-US" altLang="zh-CN" sz="2000" i="1" dirty="0" err="1">
                <a:solidFill>
                  <a:srgbClr val="FF3300"/>
                </a:solidFill>
                <a:sym typeface="CommercialPi BT" charset="0"/>
              </a:rPr>
              <a:t>c</a:t>
            </a:r>
            <a:r>
              <a:rPr lang="en-US" altLang="zh-CN" sz="2000" i="1" dirty="0">
                <a:solidFill>
                  <a:srgbClr val="FF3300"/>
                </a:solidFill>
                <a:sym typeface="CommercialPi BT" charset="0"/>
              </a:rPr>
              <a:t>’</a:t>
            </a:r>
            <a:r>
              <a:rPr kumimoji="0" lang="zh-CN" altLang="en-US" sz="2000" b="1" i="0" dirty="0">
                <a:solidFill>
                  <a:srgbClr val="FF3300"/>
                </a:solidFill>
                <a:latin typeface="Times New Roman" charset="0"/>
              </a:rPr>
              <a:t>可见。</a:t>
            </a:r>
          </a:p>
        </p:txBody>
      </p:sp>
      <p:sp>
        <p:nvSpPr>
          <p:cNvPr id="37" name="Text Box 37">
            <a:extLst>
              <a:ext uri="{FF2B5EF4-FFF2-40B4-BE49-F238E27FC236}">
                <a16:creationId xmlns:a16="http://schemas.microsoft.com/office/drawing/2014/main" id="{20B73856-ED2C-0F54-4AA1-B91237FCC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2563" y="3589271"/>
            <a:ext cx="12065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kumimoji="0" lang="zh-CN" altLang="en-US" sz="2400" b="1" i="0" dirty="0">
                <a:solidFill>
                  <a:srgbClr val="FF3300"/>
                </a:solidFill>
                <a:latin typeface="Times New Roman" charset="0"/>
              </a:rPr>
              <a:t>作图</a:t>
            </a:r>
            <a:endParaRPr kumimoji="0" lang="zh-CN" altLang="en-US" sz="2000" b="1" i="0" dirty="0">
              <a:solidFill>
                <a:srgbClr val="FF3300"/>
              </a:solidFill>
              <a:latin typeface="Times New Roman" charset="0"/>
            </a:endParaRPr>
          </a:p>
        </p:txBody>
      </p:sp>
      <p:sp>
        <p:nvSpPr>
          <p:cNvPr id="38" name="Text Box 38">
            <a:extLst>
              <a:ext uri="{FF2B5EF4-FFF2-40B4-BE49-F238E27FC236}">
                <a16:creationId xmlns:a16="http://schemas.microsoft.com/office/drawing/2014/main" id="{3D0DAA69-4B4B-92BF-BD9E-E1C54FD0F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610912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en-US" altLang="zh-CN" sz="2400" b="1" i="0" dirty="0">
                <a:latin typeface="Times New Roman" charset="0"/>
              </a:rPr>
              <a:t>⑵</a:t>
            </a:r>
          </a:p>
        </p:txBody>
      </p:sp>
      <p:grpSp>
        <p:nvGrpSpPr>
          <p:cNvPr id="39" name="Group 39">
            <a:extLst>
              <a:ext uri="{FF2B5EF4-FFF2-40B4-BE49-F238E27FC236}">
                <a16:creationId xmlns:a16="http://schemas.microsoft.com/office/drawing/2014/main" id="{94C5933F-35CD-892D-0274-2B72678BAA1F}"/>
              </a:ext>
            </a:extLst>
          </p:cNvPr>
          <p:cNvGrpSpPr>
            <a:grpSpLocks/>
          </p:cNvGrpSpPr>
          <p:nvPr/>
        </p:nvGrpSpPr>
        <p:grpSpPr bwMode="auto">
          <a:xfrm>
            <a:off x="3642463" y="4993316"/>
            <a:ext cx="312738" cy="357188"/>
            <a:chOff x="1618" y="3141"/>
            <a:chExt cx="197" cy="225"/>
          </a:xfrm>
        </p:grpSpPr>
        <p:sp>
          <p:nvSpPr>
            <p:cNvPr id="40" name="Rectangle 40">
              <a:extLst>
                <a:ext uri="{FF2B5EF4-FFF2-40B4-BE49-F238E27FC236}">
                  <a16:creationId xmlns:a16="http://schemas.microsoft.com/office/drawing/2014/main" id="{4802BFC9-41BD-5974-A9C1-148D8A863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8" y="3192"/>
              <a:ext cx="11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m</a:t>
              </a:r>
              <a:endParaRPr lang="en-US" altLang="zh-CN" i="1">
                <a:latin typeface="RomanS" charset="0"/>
              </a:endParaRPr>
            </a:p>
          </p:txBody>
        </p:sp>
        <p:sp>
          <p:nvSpPr>
            <p:cNvPr id="41" name="Text Box 41">
              <a:extLst>
                <a:ext uri="{FF2B5EF4-FFF2-40B4-BE49-F238E27FC236}">
                  <a16:creationId xmlns:a16="http://schemas.microsoft.com/office/drawing/2014/main" id="{8D3F0A6D-A90D-03E7-F309-821A881275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9" y="3141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i="1">
                  <a:solidFill>
                    <a:srgbClr val="CC0000"/>
                  </a:solidFill>
                  <a:latin typeface="RomanS" charset="0"/>
                </a:rPr>
                <a:t>●</a:t>
              </a:r>
              <a:endParaRPr lang="en-US" altLang="zh-CN" sz="1400" i="1">
                <a:solidFill>
                  <a:srgbClr val="CC0000"/>
                </a:solidFill>
                <a:latin typeface="RomanS" charset="0"/>
              </a:endParaRPr>
            </a:p>
          </p:txBody>
        </p:sp>
      </p:grpSp>
      <p:grpSp>
        <p:nvGrpSpPr>
          <p:cNvPr id="42" name="Group 42">
            <a:extLst>
              <a:ext uri="{FF2B5EF4-FFF2-40B4-BE49-F238E27FC236}">
                <a16:creationId xmlns:a16="http://schemas.microsoft.com/office/drawing/2014/main" id="{FFA1AAC6-AB48-C39C-08CD-3F282222D5C5}"/>
              </a:ext>
            </a:extLst>
          </p:cNvPr>
          <p:cNvGrpSpPr>
            <a:grpSpLocks/>
          </p:cNvGrpSpPr>
          <p:nvPr/>
        </p:nvGrpSpPr>
        <p:grpSpPr bwMode="auto">
          <a:xfrm>
            <a:off x="2459776" y="5202865"/>
            <a:ext cx="400050" cy="495300"/>
            <a:chOff x="873" y="3264"/>
            <a:chExt cx="252" cy="312"/>
          </a:xfrm>
        </p:grpSpPr>
        <p:sp>
          <p:nvSpPr>
            <p:cNvPr id="43" name="Rectangle 43">
              <a:extLst>
                <a:ext uri="{FF2B5EF4-FFF2-40B4-BE49-F238E27FC236}">
                  <a16:creationId xmlns:a16="http://schemas.microsoft.com/office/drawing/2014/main" id="{10EA94E2-5EF7-A9C5-353C-E513F0311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" y="3264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n</a:t>
              </a:r>
              <a:endParaRPr lang="en-US" altLang="zh-CN" i="1">
                <a:latin typeface="RomanS" charset="0"/>
              </a:endParaRPr>
            </a:p>
          </p:txBody>
        </p:sp>
        <p:sp>
          <p:nvSpPr>
            <p:cNvPr id="44" name="Text Box 44">
              <a:extLst>
                <a:ext uri="{FF2B5EF4-FFF2-40B4-BE49-F238E27FC236}">
                  <a16:creationId xmlns:a16="http://schemas.microsoft.com/office/drawing/2014/main" id="{B84171F5-89AA-1106-EE19-9003C69A46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9" y="3422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i="1">
                  <a:solidFill>
                    <a:srgbClr val="CC0000"/>
                  </a:solidFill>
                  <a:latin typeface="RomanS" charset="0"/>
                </a:rPr>
                <a:t>●</a:t>
              </a:r>
              <a:endParaRPr lang="en-US" altLang="zh-CN" sz="1400" i="1">
                <a:solidFill>
                  <a:srgbClr val="CC0000"/>
                </a:solidFill>
                <a:latin typeface="RomanS" charset="0"/>
              </a:endParaRPr>
            </a:p>
          </p:txBody>
        </p:sp>
      </p:grpSp>
      <p:sp>
        <p:nvSpPr>
          <p:cNvPr id="45" name="Line 51">
            <a:extLst>
              <a:ext uri="{FF2B5EF4-FFF2-40B4-BE49-F238E27FC236}">
                <a16:creationId xmlns:a16="http://schemas.microsoft.com/office/drawing/2014/main" id="{32FDF647-F288-EA1D-D3A5-CDA6D04850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93276" y="2227890"/>
            <a:ext cx="0" cy="2881313"/>
          </a:xfrm>
          <a:prstGeom prst="line">
            <a:avLst/>
          </a:prstGeom>
          <a:noFill/>
          <a:ln w="19050">
            <a:solidFill>
              <a:srgbClr val="99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" name="Freeform 5">
            <a:extLst>
              <a:ext uri="{FF2B5EF4-FFF2-40B4-BE49-F238E27FC236}">
                <a16:creationId xmlns:a16="http://schemas.microsoft.com/office/drawing/2014/main" id="{A678B77F-E9CA-C84B-F536-780355641A08}"/>
              </a:ext>
            </a:extLst>
          </p:cNvPr>
          <p:cNvSpPr>
            <a:spLocks/>
          </p:cNvSpPr>
          <p:nvPr/>
        </p:nvSpPr>
        <p:spPr bwMode="auto">
          <a:xfrm>
            <a:off x="2694726" y="2243765"/>
            <a:ext cx="2133600" cy="895350"/>
          </a:xfrm>
          <a:custGeom>
            <a:avLst/>
            <a:gdLst>
              <a:gd name="T0" fmla="*/ 701 w 1344"/>
              <a:gd name="T1" fmla="*/ 0 h 564"/>
              <a:gd name="T2" fmla="*/ 0 w 1344"/>
              <a:gd name="T3" fmla="*/ 441 h 564"/>
              <a:gd name="T4" fmla="*/ 1344 w 1344"/>
              <a:gd name="T5" fmla="*/ 564 h 564"/>
              <a:gd name="T6" fmla="*/ 701 w 1344"/>
              <a:gd name="T7" fmla="*/ 0 h 5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44" h="564">
                <a:moveTo>
                  <a:pt x="701" y="0"/>
                </a:moveTo>
                <a:lnTo>
                  <a:pt x="0" y="441"/>
                </a:lnTo>
                <a:lnTo>
                  <a:pt x="1344" y="564"/>
                </a:lnTo>
                <a:lnTo>
                  <a:pt x="701" y="0"/>
                </a:ln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" name="Line 9">
            <a:extLst>
              <a:ext uri="{FF2B5EF4-FFF2-40B4-BE49-F238E27FC236}">
                <a16:creationId xmlns:a16="http://schemas.microsoft.com/office/drawing/2014/main" id="{0FEBC54F-CB9A-F43F-0F97-4F5A3829E6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02663" y="2224715"/>
            <a:ext cx="1090613" cy="69215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48" name="Group 45">
            <a:extLst>
              <a:ext uri="{FF2B5EF4-FFF2-40B4-BE49-F238E27FC236}">
                <a16:creationId xmlns:a16="http://schemas.microsoft.com/office/drawing/2014/main" id="{4FE1E5D9-2772-C65B-4236-27FB84754FB9}"/>
              </a:ext>
            </a:extLst>
          </p:cNvPr>
          <p:cNvGrpSpPr>
            <a:grpSpLocks/>
          </p:cNvGrpSpPr>
          <p:nvPr/>
        </p:nvGrpSpPr>
        <p:grpSpPr bwMode="auto">
          <a:xfrm>
            <a:off x="2548678" y="2485065"/>
            <a:ext cx="311150" cy="547688"/>
            <a:chOff x="1217" y="1561"/>
            <a:chExt cx="196" cy="345"/>
          </a:xfrm>
        </p:grpSpPr>
        <p:sp>
          <p:nvSpPr>
            <p:cNvPr id="49" name="Rectangle 46">
              <a:extLst>
                <a:ext uri="{FF2B5EF4-FFF2-40B4-BE49-F238E27FC236}">
                  <a16:creationId xmlns:a16="http://schemas.microsoft.com/office/drawing/2014/main" id="{1F1A8A3B-923B-E748-10AC-E95D18F42B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8" y="1561"/>
              <a:ext cx="10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n</a:t>
              </a:r>
              <a:r>
                <a:rPr lang="en-US" altLang="zh-CN" i="1">
                  <a:solidFill>
                    <a:srgbClr val="FFFF00"/>
                  </a:solidFill>
                  <a:latin typeface="RomanS" charset="0"/>
                </a:rPr>
                <a:t>′</a:t>
              </a:r>
            </a:p>
          </p:txBody>
        </p:sp>
        <p:sp>
          <p:nvSpPr>
            <p:cNvPr id="50" name="Text Box 47">
              <a:extLst>
                <a:ext uri="{FF2B5EF4-FFF2-40B4-BE49-F238E27FC236}">
                  <a16:creationId xmlns:a16="http://schemas.microsoft.com/office/drawing/2014/main" id="{0EC8E8AA-B6D5-1FA9-6D13-79C2C510B8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7" y="1752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i="1">
                  <a:solidFill>
                    <a:srgbClr val="FFFF00"/>
                  </a:solidFill>
                  <a:latin typeface="RomanS" charset="0"/>
                </a:rPr>
                <a:t>●</a:t>
              </a:r>
              <a:endParaRPr lang="en-US" altLang="zh-CN" sz="1200" i="1">
                <a:solidFill>
                  <a:srgbClr val="FFFF00"/>
                </a:solidFill>
                <a:latin typeface="RomanS" charset="0"/>
              </a:endParaRPr>
            </a:p>
          </p:txBody>
        </p:sp>
      </p:grpSp>
      <p:grpSp>
        <p:nvGrpSpPr>
          <p:cNvPr id="51" name="Group 48">
            <a:extLst>
              <a:ext uri="{FF2B5EF4-FFF2-40B4-BE49-F238E27FC236}">
                <a16:creationId xmlns:a16="http://schemas.microsoft.com/office/drawing/2014/main" id="{AB32569D-42EA-19BA-D0D2-EDC132AADC34}"/>
              </a:ext>
            </a:extLst>
          </p:cNvPr>
          <p:cNvGrpSpPr>
            <a:grpSpLocks/>
          </p:cNvGrpSpPr>
          <p:nvPr/>
        </p:nvGrpSpPr>
        <p:grpSpPr bwMode="auto">
          <a:xfrm>
            <a:off x="3642463" y="1861178"/>
            <a:ext cx="377825" cy="493712"/>
            <a:chOff x="1897" y="1159"/>
            <a:chExt cx="238" cy="311"/>
          </a:xfrm>
        </p:grpSpPr>
        <p:sp>
          <p:nvSpPr>
            <p:cNvPr id="52" name="Rectangle 49">
              <a:extLst>
                <a:ext uri="{FF2B5EF4-FFF2-40B4-BE49-F238E27FC236}">
                  <a16:creationId xmlns:a16="http://schemas.microsoft.com/office/drawing/2014/main" id="{262F81DD-26A4-0458-66A3-EE0D56334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8" y="1159"/>
              <a:ext cx="14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FFFF00"/>
                  </a:solidFill>
                </a:rPr>
                <a:t>m</a:t>
              </a:r>
              <a:r>
                <a:rPr lang="en-US" altLang="zh-CN" i="1" dirty="0">
                  <a:solidFill>
                    <a:srgbClr val="FFFF00"/>
                  </a:solidFill>
                  <a:latin typeface="RomanS" charset="0"/>
                </a:rPr>
                <a:t>′</a:t>
              </a:r>
            </a:p>
          </p:txBody>
        </p:sp>
        <p:sp>
          <p:nvSpPr>
            <p:cNvPr id="53" name="Text Box 50">
              <a:extLst>
                <a:ext uri="{FF2B5EF4-FFF2-40B4-BE49-F238E27FC236}">
                  <a16:creationId xmlns:a16="http://schemas.microsoft.com/office/drawing/2014/main" id="{52A3E74D-8517-6315-D6A5-2934BCD5B2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7" y="1316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i="1">
                  <a:solidFill>
                    <a:srgbClr val="FFFF00"/>
                  </a:solidFill>
                  <a:latin typeface="RomanS" charset="0"/>
                </a:rPr>
                <a:t>●</a:t>
              </a:r>
              <a:endParaRPr lang="en-US" altLang="zh-CN" sz="1200" i="1">
                <a:solidFill>
                  <a:srgbClr val="FFFF00"/>
                </a:solidFill>
                <a:latin typeface="Roma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44100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A77D870-D798-982F-4127-4A5BB09AB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40FE3-9A06-474C-8590-145B1D1A02D4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D327B63-3F1E-6977-BE82-144BA7FD6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11E066-21ED-C3C0-7E33-00DB50EC0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37</a:t>
            </a:fld>
            <a:endParaRPr lang="en-US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C73301EE-BA03-4AE2-2031-1697026B016F}"/>
              </a:ext>
            </a:extLst>
          </p:cNvPr>
          <p:cNvSpPr>
            <a:spLocks/>
          </p:cNvSpPr>
          <p:nvPr/>
        </p:nvSpPr>
        <p:spPr bwMode="auto">
          <a:xfrm>
            <a:off x="3278981" y="1155333"/>
            <a:ext cx="1447800" cy="1419225"/>
          </a:xfrm>
          <a:custGeom>
            <a:avLst/>
            <a:gdLst>
              <a:gd name="T0" fmla="*/ 0 w 912"/>
              <a:gd name="T1" fmla="*/ 0 h 894"/>
              <a:gd name="T2" fmla="*/ 912 w 912"/>
              <a:gd name="T3" fmla="*/ 894 h 89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12" h="894">
                <a:moveTo>
                  <a:pt x="0" y="0"/>
                </a:moveTo>
                <a:lnTo>
                  <a:pt x="912" y="894"/>
                </a:lnTo>
              </a:path>
            </a:pathLst>
          </a:custGeom>
          <a:noFill/>
          <a:ln w="38100" cap="flat" cmpd="sng">
            <a:solidFill>
              <a:srgbClr val="FF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0173C13D-4F9D-FAA8-9EEA-9A4705431F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50181" y="3822333"/>
            <a:ext cx="18288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CCBBA167-6BBB-2BD6-1838-662A7A253A0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8981" y="3822333"/>
            <a:ext cx="144780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02BA8208-9248-2723-6355-618E229D309E}"/>
              </a:ext>
            </a:extLst>
          </p:cNvPr>
          <p:cNvSpPr>
            <a:spLocks/>
          </p:cNvSpPr>
          <p:nvPr/>
        </p:nvSpPr>
        <p:spPr bwMode="auto">
          <a:xfrm>
            <a:off x="2971006" y="3822333"/>
            <a:ext cx="307975" cy="209550"/>
          </a:xfrm>
          <a:custGeom>
            <a:avLst/>
            <a:gdLst>
              <a:gd name="T0" fmla="*/ 194 w 194"/>
              <a:gd name="T1" fmla="*/ 0 h 118"/>
              <a:gd name="T2" fmla="*/ 0 w 194"/>
              <a:gd name="T3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94" h="118">
                <a:moveTo>
                  <a:pt x="194" y="0"/>
                </a:moveTo>
                <a:lnTo>
                  <a:pt x="0" y="118"/>
                </a:lnTo>
              </a:path>
            </a:pathLst>
          </a:custGeom>
          <a:noFill/>
          <a:ln w="38100" cap="flat" cmpd="sng">
            <a:solidFill>
              <a:srgbClr val="FF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A325BC54-6908-FCD4-F593-B5BB293D21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50181" y="1155333"/>
            <a:ext cx="1828800" cy="1676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F669B8D2-D374-B0DF-91E2-D6B00F00453C}"/>
              </a:ext>
            </a:extLst>
          </p:cNvPr>
          <p:cNvSpPr>
            <a:spLocks noChangeShapeType="1"/>
          </p:cNvSpPr>
          <p:nvPr/>
        </p:nvSpPr>
        <p:spPr bwMode="auto">
          <a:xfrm>
            <a:off x="1450181" y="2831733"/>
            <a:ext cx="0" cy="2209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6DDC248A-D727-6977-DCA3-761DE72266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8981" y="1155333"/>
            <a:ext cx="0" cy="2667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" name="Line 9">
            <a:extLst>
              <a:ext uri="{FF2B5EF4-FFF2-40B4-BE49-F238E27FC236}">
                <a16:creationId xmlns:a16="http://schemas.microsoft.com/office/drawing/2014/main" id="{42C611EB-45E5-396B-0576-D821E4886C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450181" y="5041533"/>
            <a:ext cx="3276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" name="Line 10">
            <a:extLst>
              <a:ext uri="{FF2B5EF4-FFF2-40B4-BE49-F238E27FC236}">
                <a16:creationId xmlns:a16="http://schemas.microsoft.com/office/drawing/2014/main" id="{298ACC5F-948C-FDAA-6873-E3D87D675D7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6781" y="2553921"/>
            <a:ext cx="0" cy="31734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943BC95B-233E-124D-6DD0-A2AED2E5B766}"/>
              </a:ext>
            </a:extLst>
          </p:cNvPr>
          <p:cNvSpPr>
            <a:spLocks/>
          </p:cNvSpPr>
          <p:nvPr/>
        </p:nvSpPr>
        <p:spPr bwMode="auto">
          <a:xfrm>
            <a:off x="1450181" y="2553921"/>
            <a:ext cx="3290888" cy="277812"/>
          </a:xfrm>
          <a:custGeom>
            <a:avLst/>
            <a:gdLst>
              <a:gd name="T0" fmla="*/ 0 w 2073"/>
              <a:gd name="T1" fmla="*/ 175 h 175"/>
              <a:gd name="T2" fmla="*/ 2073 w 2073"/>
              <a:gd name="T3" fmla="*/ 0 h 17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073" h="175">
                <a:moveTo>
                  <a:pt x="0" y="175"/>
                </a:moveTo>
                <a:lnTo>
                  <a:pt x="2073" y="0"/>
                </a:lnTo>
              </a:path>
            </a:pathLst>
          </a:custGeom>
          <a:noFill/>
          <a:ln w="38100" cap="flat" cmpd="sng">
            <a:solidFill>
              <a:srgbClr val="FF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5E14E778-C6BD-684E-67CB-0EC85EDC6CBD}"/>
              </a:ext>
            </a:extLst>
          </p:cNvPr>
          <p:cNvSpPr>
            <a:spLocks/>
          </p:cNvSpPr>
          <p:nvPr/>
        </p:nvSpPr>
        <p:spPr bwMode="auto">
          <a:xfrm>
            <a:off x="2821781" y="4354146"/>
            <a:ext cx="2098675" cy="1435100"/>
          </a:xfrm>
          <a:custGeom>
            <a:avLst/>
            <a:gdLst>
              <a:gd name="T0" fmla="*/ 0 w 1322"/>
              <a:gd name="T1" fmla="*/ 904 h 904"/>
              <a:gd name="T2" fmla="*/ 1322 w 1322"/>
              <a:gd name="T3" fmla="*/ 0 h 90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322" h="904">
                <a:moveTo>
                  <a:pt x="0" y="904"/>
                </a:moveTo>
                <a:lnTo>
                  <a:pt x="1322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6263FF86-070A-07CB-A5DD-391C0473A2F9}"/>
              </a:ext>
            </a:extLst>
          </p:cNvPr>
          <p:cNvSpPr>
            <a:spLocks/>
          </p:cNvSpPr>
          <p:nvPr/>
        </p:nvSpPr>
        <p:spPr bwMode="auto">
          <a:xfrm>
            <a:off x="1754981" y="3822333"/>
            <a:ext cx="3143250" cy="568325"/>
          </a:xfrm>
          <a:custGeom>
            <a:avLst/>
            <a:gdLst>
              <a:gd name="T0" fmla="*/ 1980 w 1980"/>
              <a:gd name="T1" fmla="*/ 358 h 358"/>
              <a:gd name="T2" fmla="*/ 0 w 1980"/>
              <a:gd name="T3" fmla="*/ 0 h 35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980" h="358">
                <a:moveTo>
                  <a:pt x="1980" y="358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CB7AB12B-69E7-048C-7765-2ED9BA1A22E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4981" y="3822333"/>
            <a:ext cx="106680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8" name="Freeform 15">
            <a:extLst>
              <a:ext uri="{FF2B5EF4-FFF2-40B4-BE49-F238E27FC236}">
                <a16:creationId xmlns:a16="http://schemas.microsoft.com/office/drawing/2014/main" id="{F1F969D6-CC75-1F1E-3755-7DA6730EB913}"/>
              </a:ext>
            </a:extLst>
          </p:cNvPr>
          <p:cNvSpPr>
            <a:spLocks/>
          </p:cNvSpPr>
          <p:nvPr/>
        </p:nvSpPr>
        <p:spPr bwMode="auto">
          <a:xfrm>
            <a:off x="1754981" y="1791921"/>
            <a:ext cx="3143250" cy="469900"/>
          </a:xfrm>
          <a:custGeom>
            <a:avLst/>
            <a:gdLst>
              <a:gd name="T0" fmla="*/ 0 w 1991"/>
              <a:gd name="T1" fmla="*/ 0 h 296"/>
              <a:gd name="T2" fmla="*/ 1991 w 1991"/>
              <a:gd name="T3" fmla="*/ 296 h 29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991" h="296">
                <a:moveTo>
                  <a:pt x="0" y="0"/>
                </a:moveTo>
                <a:lnTo>
                  <a:pt x="1991" y="296"/>
                </a:ln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37BA711D-6F8C-735C-4C81-828341B9C8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4981" y="1791921"/>
            <a:ext cx="0" cy="20304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0" name="Freeform 17">
            <a:extLst>
              <a:ext uri="{FF2B5EF4-FFF2-40B4-BE49-F238E27FC236}">
                <a16:creationId xmlns:a16="http://schemas.microsoft.com/office/drawing/2014/main" id="{1E890459-37DC-AEB9-A754-57F7B11C42B0}"/>
              </a:ext>
            </a:extLst>
          </p:cNvPr>
          <p:cNvSpPr>
            <a:spLocks/>
          </p:cNvSpPr>
          <p:nvPr/>
        </p:nvSpPr>
        <p:spPr bwMode="auto">
          <a:xfrm>
            <a:off x="4091781" y="4390658"/>
            <a:ext cx="784225" cy="538163"/>
          </a:xfrm>
          <a:custGeom>
            <a:avLst/>
            <a:gdLst>
              <a:gd name="T0" fmla="*/ 494 w 494"/>
              <a:gd name="T1" fmla="*/ 0 h 339"/>
              <a:gd name="T2" fmla="*/ 0 w 494"/>
              <a:gd name="T3" fmla="*/ 339 h 33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94" h="339">
                <a:moveTo>
                  <a:pt x="494" y="0"/>
                </a:moveTo>
                <a:lnTo>
                  <a:pt x="0" y="339"/>
                </a:ln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" name="Freeform 18">
            <a:extLst>
              <a:ext uri="{FF2B5EF4-FFF2-40B4-BE49-F238E27FC236}">
                <a16:creationId xmlns:a16="http://schemas.microsoft.com/office/drawing/2014/main" id="{B0130232-37F8-95DE-F368-96EF43A5C391}"/>
              </a:ext>
            </a:extLst>
          </p:cNvPr>
          <p:cNvSpPr>
            <a:spLocks/>
          </p:cNvSpPr>
          <p:nvPr/>
        </p:nvSpPr>
        <p:spPr bwMode="auto">
          <a:xfrm>
            <a:off x="1754981" y="3822333"/>
            <a:ext cx="1216025" cy="209550"/>
          </a:xfrm>
          <a:custGeom>
            <a:avLst/>
            <a:gdLst>
              <a:gd name="T0" fmla="*/ 0 w 766"/>
              <a:gd name="T1" fmla="*/ 0 h 132"/>
              <a:gd name="T2" fmla="*/ 766 w 766"/>
              <a:gd name="T3" fmla="*/ 132 h 13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66" h="132">
                <a:moveTo>
                  <a:pt x="0" y="0"/>
                </a:moveTo>
                <a:lnTo>
                  <a:pt x="766" y="132"/>
                </a:ln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" name="Freeform 19">
            <a:extLst>
              <a:ext uri="{FF2B5EF4-FFF2-40B4-BE49-F238E27FC236}">
                <a16:creationId xmlns:a16="http://schemas.microsoft.com/office/drawing/2014/main" id="{5C654645-5D39-D2FC-8343-7058B6D9AE20}"/>
              </a:ext>
            </a:extLst>
          </p:cNvPr>
          <p:cNvSpPr>
            <a:spLocks/>
          </p:cNvSpPr>
          <p:nvPr/>
        </p:nvSpPr>
        <p:spPr bwMode="auto">
          <a:xfrm>
            <a:off x="3329781" y="5444758"/>
            <a:ext cx="1397000" cy="282575"/>
          </a:xfrm>
          <a:custGeom>
            <a:avLst/>
            <a:gdLst>
              <a:gd name="T0" fmla="*/ 880 w 880"/>
              <a:gd name="T1" fmla="*/ 178 h 178"/>
              <a:gd name="T2" fmla="*/ 0 w 880"/>
              <a:gd name="T3" fmla="*/ 0 h 17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80" h="178">
                <a:moveTo>
                  <a:pt x="880" y="178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" name="Freeform 20">
            <a:extLst>
              <a:ext uri="{FF2B5EF4-FFF2-40B4-BE49-F238E27FC236}">
                <a16:creationId xmlns:a16="http://schemas.microsoft.com/office/drawing/2014/main" id="{B4FDA799-7F0A-26B7-BB11-FE1F7FBD7DED}"/>
              </a:ext>
            </a:extLst>
          </p:cNvPr>
          <p:cNvSpPr>
            <a:spLocks/>
          </p:cNvSpPr>
          <p:nvPr/>
        </p:nvSpPr>
        <p:spPr bwMode="auto">
          <a:xfrm>
            <a:off x="4114006" y="4928821"/>
            <a:ext cx="612775" cy="798512"/>
          </a:xfrm>
          <a:custGeom>
            <a:avLst/>
            <a:gdLst>
              <a:gd name="T0" fmla="*/ 386 w 386"/>
              <a:gd name="T1" fmla="*/ 503 h 503"/>
              <a:gd name="T2" fmla="*/ 0 w 386"/>
              <a:gd name="T3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86" h="503">
                <a:moveTo>
                  <a:pt x="386" y="503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FF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CE666DF1-A17D-044A-F708-D5217234A28E}"/>
              </a:ext>
            </a:extLst>
          </p:cNvPr>
          <p:cNvSpPr>
            <a:spLocks noChangeShapeType="1"/>
          </p:cNvSpPr>
          <p:nvPr/>
        </p:nvSpPr>
        <p:spPr bwMode="auto">
          <a:xfrm>
            <a:off x="1450181" y="5041533"/>
            <a:ext cx="1066800" cy="2286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36E5BA94-776A-3655-B971-1BDD23B94C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40781" y="4355733"/>
            <a:ext cx="1905000" cy="887413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26" name="Group 23">
            <a:extLst>
              <a:ext uri="{FF2B5EF4-FFF2-40B4-BE49-F238E27FC236}">
                <a16:creationId xmlns:a16="http://schemas.microsoft.com/office/drawing/2014/main" id="{F2ABC1CE-3227-ED20-1225-0145A4A71692}"/>
              </a:ext>
            </a:extLst>
          </p:cNvPr>
          <p:cNvGrpSpPr>
            <a:grpSpLocks/>
          </p:cNvGrpSpPr>
          <p:nvPr/>
        </p:nvGrpSpPr>
        <p:grpSpPr bwMode="auto">
          <a:xfrm>
            <a:off x="2472531" y="4023946"/>
            <a:ext cx="1655763" cy="904875"/>
            <a:chOff x="1160" y="2377"/>
            <a:chExt cx="1043" cy="570"/>
          </a:xfrm>
        </p:grpSpPr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A2925D52-D287-742A-33E2-80393C1CD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2467"/>
              <a:ext cx="367" cy="480"/>
            </a:xfrm>
            <a:custGeom>
              <a:avLst/>
              <a:gdLst>
                <a:gd name="T0" fmla="*/ 0 w 367"/>
                <a:gd name="T1" fmla="*/ 0 h 480"/>
                <a:gd name="T2" fmla="*/ 367 w 367"/>
                <a:gd name="T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7" h="480">
                  <a:moveTo>
                    <a:pt x="0" y="0"/>
                  </a:moveTo>
                  <a:lnTo>
                    <a:pt x="367" y="480"/>
                  </a:lnTo>
                </a:path>
              </a:pathLst>
            </a:custGeom>
            <a:noFill/>
            <a:ln w="38100" cap="flat" cmpd="sng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78C9C73B-47BA-FA41-E1D1-EC007493E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" y="2377"/>
              <a:ext cx="325" cy="226"/>
            </a:xfrm>
            <a:custGeom>
              <a:avLst/>
              <a:gdLst>
                <a:gd name="T0" fmla="*/ 325 w 325"/>
                <a:gd name="T1" fmla="*/ 0 h 226"/>
                <a:gd name="T2" fmla="*/ 14 w 325"/>
                <a:gd name="T3" fmla="*/ 212 h 226"/>
                <a:gd name="T4" fmla="*/ 0 w 325"/>
                <a:gd name="T5" fmla="*/ 226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5" h="226">
                  <a:moveTo>
                    <a:pt x="325" y="0"/>
                  </a:moveTo>
                  <a:lnTo>
                    <a:pt x="14" y="212"/>
                  </a:lnTo>
                  <a:lnTo>
                    <a:pt x="0" y="226"/>
                  </a:lnTo>
                </a:path>
              </a:pathLst>
            </a:custGeom>
            <a:noFill/>
            <a:ln w="38100" cap="flat" cmpd="sng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9" name="Freeform 26">
            <a:extLst>
              <a:ext uri="{FF2B5EF4-FFF2-40B4-BE49-F238E27FC236}">
                <a16:creationId xmlns:a16="http://schemas.microsoft.com/office/drawing/2014/main" id="{679B8CAA-13BC-5E74-FF99-2B214688DC8D}"/>
              </a:ext>
            </a:extLst>
          </p:cNvPr>
          <p:cNvSpPr>
            <a:spLocks/>
          </p:cNvSpPr>
          <p:nvPr/>
        </p:nvSpPr>
        <p:spPr bwMode="auto">
          <a:xfrm>
            <a:off x="3553619" y="4144596"/>
            <a:ext cx="1366837" cy="246062"/>
          </a:xfrm>
          <a:custGeom>
            <a:avLst/>
            <a:gdLst>
              <a:gd name="T0" fmla="*/ 861 w 861"/>
              <a:gd name="T1" fmla="*/ 155 h 155"/>
              <a:gd name="T2" fmla="*/ 0 w 861"/>
              <a:gd name="T3" fmla="*/ 0 h 15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61" h="155">
                <a:moveTo>
                  <a:pt x="861" y="155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30" name="Group 27">
            <a:extLst>
              <a:ext uri="{FF2B5EF4-FFF2-40B4-BE49-F238E27FC236}">
                <a16:creationId xmlns:a16="http://schemas.microsoft.com/office/drawing/2014/main" id="{68A1AD29-7FF3-856A-5D67-0F922F3C164E}"/>
              </a:ext>
            </a:extLst>
          </p:cNvPr>
          <p:cNvGrpSpPr>
            <a:grpSpLocks/>
          </p:cNvGrpSpPr>
          <p:nvPr/>
        </p:nvGrpSpPr>
        <p:grpSpPr bwMode="auto">
          <a:xfrm>
            <a:off x="2135981" y="4042994"/>
            <a:ext cx="1970088" cy="1393825"/>
            <a:chOff x="948" y="2389"/>
            <a:chExt cx="1241" cy="878"/>
          </a:xfrm>
        </p:grpSpPr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2618D95C-2B26-373B-5EE6-1CE873A342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8" y="3162"/>
              <a:ext cx="501" cy="105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" name="Line 29">
              <a:extLst>
                <a:ext uri="{FF2B5EF4-FFF2-40B4-BE49-F238E27FC236}">
                  <a16:creationId xmlns:a16="http://schemas.microsoft.com/office/drawing/2014/main" id="{9E38026A-1EC4-FB4B-9497-FEB8C91067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2" y="2389"/>
              <a:ext cx="365" cy="59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3" name="Line 30">
              <a:extLst>
                <a:ext uri="{FF2B5EF4-FFF2-40B4-BE49-F238E27FC236}">
                  <a16:creationId xmlns:a16="http://schemas.microsoft.com/office/drawing/2014/main" id="{FEB4E777-DC7E-A448-6C27-3312786856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8" y="2608"/>
              <a:ext cx="192" cy="122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4" name="Line 31">
              <a:extLst>
                <a:ext uri="{FF2B5EF4-FFF2-40B4-BE49-F238E27FC236}">
                  <a16:creationId xmlns:a16="http://schemas.microsoft.com/office/drawing/2014/main" id="{517A43B9-842F-1BF5-B0BE-B2E296D522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52" y="2952"/>
              <a:ext cx="137" cy="81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5" name="Line 32">
            <a:extLst>
              <a:ext uri="{FF2B5EF4-FFF2-40B4-BE49-F238E27FC236}">
                <a16:creationId xmlns:a16="http://schemas.microsoft.com/office/drawing/2014/main" id="{8310D8A7-5BF8-133E-AE49-3C5A257E844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40781" y="4355733"/>
            <a:ext cx="1457325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" name="Text Box 33">
            <a:extLst>
              <a:ext uri="{FF2B5EF4-FFF2-40B4-BE49-F238E27FC236}">
                <a16:creationId xmlns:a16="http://schemas.microsoft.com/office/drawing/2014/main" id="{FF472539-927C-03CB-0BB2-975FCDFFE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4994" y="2570867"/>
            <a:ext cx="3385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c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37" name="Text Box 34">
            <a:extLst>
              <a:ext uri="{FF2B5EF4-FFF2-40B4-BE49-F238E27FC236}">
                <a16:creationId xmlns:a16="http://schemas.microsoft.com/office/drawing/2014/main" id="{0B7DE871-DC04-C242-187B-A83CE7381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956" y="1580267"/>
            <a:ext cx="360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d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38" name="Text Box 35">
            <a:extLst>
              <a:ext uri="{FF2B5EF4-FFF2-40B4-BE49-F238E27FC236}">
                <a16:creationId xmlns:a16="http://schemas.microsoft.com/office/drawing/2014/main" id="{EDD01C1D-2297-23D4-7C80-C40D2D994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131" y="2037467"/>
            <a:ext cx="3529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e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39" name="Text Box 36">
            <a:extLst>
              <a:ext uri="{FF2B5EF4-FFF2-40B4-BE49-F238E27FC236}">
                <a16:creationId xmlns:a16="http://schemas.microsoft.com/office/drawing/2014/main" id="{FB1C59C1-F2E2-2823-76A3-7604A1CD5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156" y="1580267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 dirty="0"/>
              <a:t>f</a:t>
            </a:r>
            <a:r>
              <a:rPr lang="en-US" altLang="zh-CN" b="1" i="1" dirty="0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40" name="Text Box 37">
            <a:extLst>
              <a:ext uri="{FF2B5EF4-FFF2-40B4-BE49-F238E27FC236}">
                <a16:creationId xmlns:a16="http://schemas.microsoft.com/office/drawing/2014/main" id="{F44A5A2C-6D60-975B-EBE4-555645D21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8556" y="2570867"/>
            <a:ext cx="360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 dirty="0"/>
              <a:t>a</a:t>
            </a:r>
            <a:r>
              <a:rPr lang="en-US" altLang="zh-CN" b="1" i="1" dirty="0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41" name="Text Box 38">
            <a:extLst>
              <a:ext uri="{FF2B5EF4-FFF2-40B4-BE49-F238E27FC236}">
                <a16:creationId xmlns:a16="http://schemas.microsoft.com/office/drawing/2014/main" id="{646B4E30-D561-7A46-EB67-8CE2CBB70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3377" y="769054"/>
            <a:ext cx="360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 dirty="0"/>
              <a:t>b</a:t>
            </a:r>
            <a:r>
              <a:rPr lang="en-US" altLang="zh-CN" b="1" i="1" dirty="0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42" name="Line 39">
            <a:extLst>
              <a:ext uri="{FF2B5EF4-FFF2-40B4-BE49-F238E27FC236}">
                <a16:creationId xmlns:a16="http://schemas.microsoft.com/office/drawing/2014/main" id="{3D361372-19AB-220E-40A1-F984FE79AB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9244" y="1952258"/>
            <a:ext cx="0" cy="38862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3" name="Text Box 40">
            <a:extLst>
              <a:ext uri="{FF2B5EF4-FFF2-40B4-BE49-F238E27FC236}">
                <a16:creationId xmlns:a16="http://schemas.microsoft.com/office/drawing/2014/main" id="{403C77EB-2E2C-D5F9-2F48-BC86D8830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4906" y="4856867"/>
            <a:ext cx="3032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a</a:t>
            </a:r>
            <a:endParaRPr kumimoji="0" lang="en-US" altLang="zh-CN" b="1" i="1">
              <a:latin typeface="Times New Roman" charset="0"/>
            </a:endParaRPr>
          </a:p>
        </p:txBody>
      </p:sp>
      <p:sp>
        <p:nvSpPr>
          <p:cNvPr id="44" name="Text Box 41">
            <a:extLst>
              <a:ext uri="{FF2B5EF4-FFF2-40B4-BE49-F238E27FC236}">
                <a16:creationId xmlns:a16="http://schemas.microsoft.com/office/drawing/2014/main" id="{F649E44D-C8F5-E2D3-9B7D-D0A2852254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231" y="3561467"/>
            <a:ext cx="3032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b</a:t>
            </a:r>
            <a:endParaRPr kumimoji="0" lang="en-US" altLang="zh-CN" b="1" i="1">
              <a:latin typeface="Times New Roman" charset="0"/>
            </a:endParaRPr>
          </a:p>
        </p:txBody>
      </p:sp>
      <p:sp>
        <p:nvSpPr>
          <p:cNvPr id="45" name="Text Box 42">
            <a:extLst>
              <a:ext uri="{FF2B5EF4-FFF2-40B4-BE49-F238E27FC236}">
                <a16:creationId xmlns:a16="http://schemas.microsoft.com/office/drawing/2014/main" id="{044A0A1A-2F80-27A3-E6BD-D4EB6962C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3444" y="5498733"/>
            <a:ext cx="319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/>
              <a:t>c</a:t>
            </a:r>
            <a:endParaRPr kumimoji="0" lang="en-US" altLang="zh-CN" b="1" i="0">
              <a:latin typeface="Times New Roman" charset="0"/>
            </a:endParaRPr>
          </a:p>
        </p:txBody>
      </p:sp>
      <p:sp>
        <p:nvSpPr>
          <p:cNvPr id="46" name="Text Box 43">
            <a:extLst>
              <a:ext uri="{FF2B5EF4-FFF2-40B4-BE49-F238E27FC236}">
                <a16:creationId xmlns:a16="http://schemas.microsoft.com/office/drawing/2014/main" id="{9217C39F-F074-FBAE-0FD6-16F2B7D9C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0331" y="5771267"/>
            <a:ext cx="3032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d</a:t>
            </a:r>
            <a:endParaRPr kumimoji="0" lang="en-US" altLang="zh-CN" b="1" i="1">
              <a:latin typeface="Times New Roman" charset="0"/>
            </a:endParaRPr>
          </a:p>
        </p:txBody>
      </p:sp>
      <p:sp>
        <p:nvSpPr>
          <p:cNvPr id="47" name="Text Box 44">
            <a:extLst>
              <a:ext uri="{FF2B5EF4-FFF2-40B4-BE49-F238E27FC236}">
                <a16:creationId xmlns:a16="http://schemas.microsoft.com/office/drawing/2014/main" id="{2EDC60BA-ED30-7672-73D9-545E0D1C3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9344" y="4171067"/>
            <a:ext cx="2952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e</a:t>
            </a:r>
            <a:endParaRPr kumimoji="0" lang="en-US" altLang="zh-CN" b="1" i="1">
              <a:latin typeface="Times New Roman" charset="0"/>
            </a:endParaRPr>
          </a:p>
        </p:txBody>
      </p:sp>
      <p:sp>
        <p:nvSpPr>
          <p:cNvPr id="48" name="Text Box 45">
            <a:extLst>
              <a:ext uri="{FF2B5EF4-FFF2-40B4-BE49-F238E27FC236}">
                <a16:creationId xmlns:a16="http://schemas.microsoft.com/office/drawing/2014/main" id="{22E0CF6C-3CA4-CACA-B0FE-46933F7310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3356" y="3622279"/>
            <a:ext cx="2664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000" i="1" dirty="0">
                <a:latin typeface="Italic" charset="0"/>
              </a:rPr>
              <a:t>f</a:t>
            </a:r>
            <a:endParaRPr kumimoji="0" lang="en-US" altLang="zh-CN" i="1" dirty="0">
              <a:latin typeface="Times New Roman" charset="0"/>
            </a:endParaRPr>
          </a:p>
        </p:txBody>
      </p:sp>
      <p:grpSp>
        <p:nvGrpSpPr>
          <p:cNvPr id="49" name="Group 46">
            <a:extLst>
              <a:ext uri="{FF2B5EF4-FFF2-40B4-BE49-F238E27FC236}">
                <a16:creationId xmlns:a16="http://schemas.microsoft.com/office/drawing/2014/main" id="{CF780964-4C32-1B4E-CB7C-9F45F99F5924}"/>
              </a:ext>
            </a:extLst>
          </p:cNvPr>
          <p:cNvGrpSpPr>
            <a:grpSpLocks/>
          </p:cNvGrpSpPr>
          <p:nvPr/>
        </p:nvGrpSpPr>
        <p:grpSpPr bwMode="auto">
          <a:xfrm>
            <a:off x="2150269" y="4560521"/>
            <a:ext cx="1738312" cy="862012"/>
            <a:chOff x="957" y="2715"/>
            <a:chExt cx="1095" cy="543"/>
          </a:xfrm>
        </p:grpSpPr>
        <p:sp>
          <p:nvSpPr>
            <p:cNvPr id="50" name="Line 47">
              <a:extLst>
                <a:ext uri="{FF2B5EF4-FFF2-40B4-BE49-F238E27FC236}">
                  <a16:creationId xmlns:a16="http://schemas.microsoft.com/office/drawing/2014/main" id="{2EA10868-0067-FDC6-D4B2-9C3D03B2D9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16" y="3027"/>
              <a:ext cx="336" cy="23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1" name="Freeform 48">
              <a:extLst>
                <a:ext uri="{FF2B5EF4-FFF2-40B4-BE49-F238E27FC236}">
                  <a16:creationId xmlns:a16="http://schemas.microsoft.com/office/drawing/2014/main" id="{4120DAC0-D682-CCFC-E9C7-15E629016707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" y="2715"/>
              <a:ext cx="226" cy="430"/>
            </a:xfrm>
            <a:custGeom>
              <a:avLst/>
              <a:gdLst>
                <a:gd name="T0" fmla="*/ 0 w 212"/>
                <a:gd name="T1" fmla="*/ 0 h 396"/>
                <a:gd name="T2" fmla="*/ 212 w 212"/>
                <a:gd name="T3" fmla="*/ 396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2" h="396">
                  <a:moveTo>
                    <a:pt x="0" y="0"/>
                  </a:moveTo>
                  <a:lnTo>
                    <a:pt x="212" y="396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2" name="Line 49">
            <a:extLst>
              <a:ext uri="{FF2B5EF4-FFF2-40B4-BE49-F238E27FC236}">
                <a16:creationId xmlns:a16="http://schemas.microsoft.com/office/drawing/2014/main" id="{85C73C57-77CE-7259-FE2A-53A9F7F01F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51894" y="1917333"/>
            <a:ext cx="0" cy="2438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" name="Line 50">
            <a:extLst>
              <a:ext uri="{FF2B5EF4-FFF2-40B4-BE49-F238E27FC236}">
                <a16:creationId xmlns:a16="http://schemas.microsoft.com/office/drawing/2014/main" id="{0229F160-F2C6-0625-8A11-2AC5F13D32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5781" y="2145933"/>
            <a:ext cx="0" cy="3124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" name="Freeform 51">
            <a:extLst>
              <a:ext uri="{FF2B5EF4-FFF2-40B4-BE49-F238E27FC236}">
                <a16:creationId xmlns:a16="http://schemas.microsoft.com/office/drawing/2014/main" id="{524F2627-D249-1BAE-2964-20551D861A87}"/>
              </a:ext>
            </a:extLst>
          </p:cNvPr>
          <p:cNvSpPr>
            <a:spLocks/>
          </p:cNvSpPr>
          <p:nvPr/>
        </p:nvSpPr>
        <p:spPr bwMode="auto">
          <a:xfrm>
            <a:off x="3875090" y="2111009"/>
            <a:ext cx="428625" cy="69850"/>
          </a:xfrm>
          <a:custGeom>
            <a:avLst/>
            <a:gdLst>
              <a:gd name="T0" fmla="*/ 0 w 270"/>
              <a:gd name="T1" fmla="*/ 0 h 44"/>
              <a:gd name="T2" fmla="*/ 270 w 270"/>
              <a:gd name="T3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70" h="44">
                <a:moveTo>
                  <a:pt x="0" y="0"/>
                </a:moveTo>
                <a:lnTo>
                  <a:pt x="270" y="44"/>
                </a:lnTo>
              </a:path>
            </a:pathLst>
          </a:custGeom>
          <a:noFill/>
          <a:ln w="571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5" name="Line 52">
            <a:extLst>
              <a:ext uri="{FF2B5EF4-FFF2-40B4-BE49-F238E27FC236}">
                <a16:creationId xmlns:a16="http://schemas.microsoft.com/office/drawing/2014/main" id="{6E56FB70-006B-1A23-565C-194B2479FB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6044" y="2069733"/>
            <a:ext cx="0" cy="2971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6" name="Line 53">
            <a:extLst>
              <a:ext uri="{FF2B5EF4-FFF2-40B4-BE49-F238E27FC236}">
                <a16:creationId xmlns:a16="http://schemas.microsoft.com/office/drawing/2014/main" id="{A2657DC8-700A-28EE-15AB-7B19601D36BD}"/>
              </a:ext>
            </a:extLst>
          </p:cNvPr>
          <p:cNvSpPr>
            <a:spLocks noChangeShapeType="1"/>
          </p:cNvSpPr>
          <p:nvPr/>
        </p:nvSpPr>
        <p:spPr bwMode="auto">
          <a:xfrm>
            <a:off x="992981" y="3288933"/>
            <a:ext cx="43434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" name="Text Box 54">
            <a:extLst>
              <a:ext uri="{FF2B5EF4-FFF2-40B4-BE49-F238E27FC236}">
                <a16:creationId xmlns:a16="http://schemas.microsoft.com/office/drawing/2014/main" id="{768D2D1C-2A19-2C97-D647-2F2CDF7626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401" y="698133"/>
            <a:ext cx="16818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2400" b="1" i="0" dirty="0">
                <a:latin typeface="Times New Roman" charset="0"/>
              </a:rPr>
              <a:t>⑶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charset="0"/>
              </a:rPr>
              <a:t> </a:t>
            </a:r>
            <a:r>
              <a:rPr kumimoji="0" lang="en-US" altLang="zh-CN" sz="2400" b="1" i="0" dirty="0">
                <a:solidFill>
                  <a:schemeClr val="accent5">
                    <a:lumMod val="50000"/>
                  </a:schemeClr>
                </a:solidFill>
                <a:latin typeface="Times New Roman" charset="0"/>
              </a:rPr>
              <a:t>P59</a:t>
            </a:r>
            <a:r>
              <a:rPr lang="zh-CN" altLang="en-US" sz="2400" dirty="0">
                <a:solidFill>
                  <a:srgbClr val="C00000"/>
                </a:solidFill>
                <a:sym typeface="Wingdings" panose="05000000000000000000" pitchFamily="2" charset="2"/>
              </a:rPr>
              <a:t> </a:t>
            </a:r>
            <a:endParaRPr kumimoji="0" lang="en-US" altLang="zh-CN" sz="2400" b="1" i="0" dirty="0">
              <a:solidFill>
                <a:schemeClr val="accent5">
                  <a:lumMod val="50000"/>
                </a:schemeClr>
              </a:solidFill>
              <a:latin typeface="Times New Roman" charset="0"/>
            </a:endParaRPr>
          </a:p>
        </p:txBody>
      </p:sp>
      <p:sp>
        <p:nvSpPr>
          <p:cNvPr id="58" name="Text Box 55">
            <a:extLst>
              <a:ext uri="{FF2B5EF4-FFF2-40B4-BE49-F238E27FC236}">
                <a16:creationId xmlns:a16="http://schemas.microsoft.com/office/drawing/2014/main" id="{091BCC2C-1991-1099-CA10-807754851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4706" y="1670625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kumimoji="0" lang="zh-CN" altLang="en-US" sz="2400" b="1" i="0" dirty="0">
                <a:solidFill>
                  <a:srgbClr val="FF0000"/>
                </a:solidFill>
                <a:latin typeface="Times New Roman" charset="0"/>
              </a:rPr>
              <a:t>投影分析</a:t>
            </a:r>
          </a:p>
        </p:txBody>
      </p:sp>
      <p:sp>
        <p:nvSpPr>
          <p:cNvPr id="59" name="Text Box 56">
            <a:extLst>
              <a:ext uri="{FF2B5EF4-FFF2-40B4-BE49-F238E27FC236}">
                <a16:creationId xmlns:a16="http://schemas.microsoft.com/office/drawing/2014/main" id="{5CDB4D9F-D0FF-B393-C04E-F9184771A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4706" y="2251647"/>
            <a:ext cx="566612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kumimoji="0" lang="en-US" altLang="zh-CN" sz="2000" b="1" i="0" dirty="0">
                <a:latin typeface="宋体" charset="-122"/>
              </a:rPr>
              <a:t>    </a:t>
            </a:r>
            <a:r>
              <a:rPr kumimoji="0" lang="en-US" altLang="zh-CN" sz="2000" b="1" i="0" dirty="0">
                <a:latin typeface="Times New Roman" charset="0"/>
              </a:rPr>
              <a:t>N</a:t>
            </a:r>
            <a:r>
              <a:rPr kumimoji="0" lang="zh-CN" altLang="en-US" sz="2000" b="1" i="0" dirty="0">
                <a:latin typeface="Times New Roman" charset="0"/>
              </a:rPr>
              <a:t>点的水平投影</a:t>
            </a:r>
            <a:r>
              <a:rPr lang="en-US" altLang="zh-CN" sz="2000" dirty="0"/>
              <a:t>n</a:t>
            </a:r>
            <a:r>
              <a:rPr kumimoji="0" lang="zh-CN" altLang="en-US" sz="2000" b="1" i="0" dirty="0">
                <a:latin typeface="Times New Roman" charset="0"/>
              </a:rPr>
              <a:t>位于</a:t>
            </a:r>
            <a:r>
              <a:rPr kumimoji="0" lang="en-US" altLang="zh-CN" sz="2000" b="1" i="0" dirty="0" err="1">
                <a:latin typeface="Times New Roman" charset="0"/>
              </a:rPr>
              <a:t>Δ</a:t>
            </a:r>
            <a:r>
              <a:rPr lang="en-US" altLang="zh-CN" sz="2000" dirty="0" err="1"/>
              <a:t>def</a:t>
            </a:r>
            <a:r>
              <a:rPr lang="en-US" altLang="zh-CN" sz="2000" dirty="0"/>
              <a:t> </a:t>
            </a:r>
            <a:r>
              <a:rPr kumimoji="0" lang="zh-CN" altLang="en-US" sz="2000" b="1" i="0" dirty="0">
                <a:latin typeface="Times New Roman" charset="0"/>
              </a:rPr>
              <a:t>的外面，说明</a:t>
            </a:r>
            <a:r>
              <a:rPr kumimoji="0" lang="zh-CN" altLang="en-US" sz="2000" b="1" i="0" dirty="0">
                <a:solidFill>
                  <a:srgbClr val="C00000"/>
                </a:solidFill>
                <a:latin typeface="Times New Roman" charset="0"/>
              </a:rPr>
              <a:t>点</a:t>
            </a:r>
            <a:r>
              <a:rPr kumimoji="0" lang="en-US" altLang="zh-CN" sz="2000" b="1" i="0" dirty="0">
                <a:solidFill>
                  <a:srgbClr val="C00000"/>
                </a:solidFill>
                <a:latin typeface="Times New Roman" charset="0"/>
              </a:rPr>
              <a:t>N</a:t>
            </a:r>
            <a:r>
              <a:rPr kumimoji="0" lang="zh-CN" altLang="en-US" sz="2000" b="1" i="0" dirty="0">
                <a:solidFill>
                  <a:srgbClr val="C00000"/>
                </a:solidFill>
                <a:latin typeface="Times New Roman" charset="0"/>
              </a:rPr>
              <a:t>位于</a:t>
            </a:r>
            <a:r>
              <a:rPr kumimoji="0" lang="en-US" altLang="zh-CN" sz="2000" b="1" i="0" dirty="0">
                <a:solidFill>
                  <a:srgbClr val="C00000"/>
                </a:solidFill>
                <a:latin typeface="Times New Roman" charset="0"/>
              </a:rPr>
              <a:t>ΔDEF</a:t>
            </a:r>
            <a:r>
              <a:rPr kumimoji="0" lang="zh-CN" altLang="en-US" sz="2000" b="1" i="0" dirty="0">
                <a:solidFill>
                  <a:srgbClr val="C00000"/>
                </a:solidFill>
                <a:latin typeface="Times New Roman" charset="0"/>
              </a:rPr>
              <a:t>所确定的平面内，但不位于</a:t>
            </a:r>
            <a:r>
              <a:rPr kumimoji="0" lang="en-US" altLang="zh-CN" sz="2000" b="1" i="0" dirty="0">
                <a:solidFill>
                  <a:srgbClr val="C00000"/>
                </a:solidFill>
                <a:latin typeface="Times New Roman" charset="0"/>
              </a:rPr>
              <a:t>ΔDEF</a:t>
            </a:r>
            <a:r>
              <a:rPr kumimoji="0" lang="zh-CN" altLang="en-US" sz="2000" b="1" i="0" dirty="0">
                <a:solidFill>
                  <a:srgbClr val="C00000"/>
                </a:solidFill>
                <a:latin typeface="Times New Roman" charset="0"/>
              </a:rPr>
              <a:t>这个图形内。</a:t>
            </a:r>
          </a:p>
          <a:p>
            <a:pPr algn="l" eaLnBrk="1" hangingPunct="1"/>
            <a:r>
              <a:rPr kumimoji="0" lang="zh-CN" altLang="en-US" sz="2000" b="1" i="0" dirty="0">
                <a:latin typeface="宋体" charset="-122"/>
              </a:rPr>
              <a:t>    </a:t>
            </a:r>
            <a:r>
              <a:rPr kumimoji="0" lang="zh-CN" altLang="en-US" sz="2000" b="1" i="0" dirty="0">
                <a:solidFill>
                  <a:srgbClr val="002060"/>
                </a:solidFill>
                <a:latin typeface="Times New Roman" charset="0"/>
              </a:rPr>
              <a:t>所以：</a:t>
            </a:r>
            <a:r>
              <a:rPr kumimoji="0" lang="en-US" altLang="zh-CN" sz="2000" b="1" i="0" dirty="0">
                <a:solidFill>
                  <a:srgbClr val="002060"/>
                </a:solidFill>
                <a:latin typeface="Times New Roman" charset="0"/>
              </a:rPr>
              <a:t>ΔABC</a:t>
            </a:r>
            <a:r>
              <a:rPr kumimoji="0" lang="zh-CN" altLang="en-US" sz="2000" b="1" i="0" dirty="0">
                <a:solidFill>
                  <a:srgbClr val="002060"/>
                </a:solidFill>
                <a:latin typeface="Times New Roman" charset="0"/>
              </a:rPr>
              <a:t>和</a:t>
            </a:r>
            <a:r>
              <a:rPr kumimoji="0" lang="en-US" altLang="zh-CN" sz="2000" b="1" i="0" dirty="0">
                <a:solidFill>
                  <a:srgbClr val="002060"/>
                </a:solidFill>
                <a:latin typeface="Times New Roman" charset="0"/>
              </a:rPr>
              <a:t>ΔDEF</a:t>
            </a:r>
            <a:r>
              <a:rPr kumimoji="0" lang="zh-CN" altLang="en-US" sz="2000" b="1" i="0" dirty="0">
                <a:solidFill>
                  <a:srgbClr val="002060"/>
                </a:solidFill>
                <a:latin typeface="Times New Roman" charset="0"/>
              </a:rPr>
              <a:t>的交线应为</a:t>
            </a:r>
            <a:r>
              <a:rPr kumimoji="0" lang="en-US" altLang="zh-CN" sz="2000" b="1" i="0" dirty="0">
                <a:solidFill>
                  <a:srgbClr val="002060"/>
                </a:solidFill>
                <a:latin typeface="Times New Roman" charset="0"/>
              </a:rPr>
              <a:t>MK</a:t>
            </a:r>
            <a:r>
              <a:rPr kumimoji="0" lang="zh-CN" altLang="en-US" sz="2000" b="1" i="0" dirty="0">
                <a:solidFill>
                  <a:srgbClr val="002060"/>
                </a:solidFill>
                <a:latin typeface="Times New Roman" charset="0"/>
              </a:rPr>
              <a:t>。</a:t>
            </a:r>
          </a:p>
        </p:txBody>
      </p:sp>
      <p:sp>
        <p:nvSpPr>
          <p:cNvPr id="60" name="Freeform 57">
            <a:extLst>
              <a:ext uri="{FF2B5EF4-FFF2-40B4-BE49-F238E27FC236}">
                <a16:creationId xmlns:a16="http://schemas.microsoft.com/office/drawing/2014/main" id="{D5B7524E-1BB4-EA98-22E4-EABAC06E286F}"/>
              </a:ext>
            </a:extLst>
          </p:cNvPr>
          <p:cNvSpPr>
            <a:spLocks/>
          </p:cNvSpPr>
          <p:nvPr/>
        </p:nvSpPr>
        <p:spPr bwMode="auto">
          <a:xfrm>
            <a:off x="3278981" y="3822333"/>
            <a:ext cx="260350" cy="334963"/>
          </a:xfrm>
          <a:custGeom>
            <a:avLst/>
            <a:gdLst>
              <a:gd name="T0" fmla="*/ 0 w 173"/>
              <a:gd name="T1" fmla="*/ 0 h 231"/>
              <a:gd name="T2" fmla="*/ 173 w 173"/>
              <a:gd name="T3" fmla="*/ 231 h 23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73" h="231">
                <a:moveTo>
                  <a:pt x="0" y="0"/>
                </a:moveTo>
                <a:lnTo>
                  <a:pt x="173" y="231"/>
                </a:lnTo>
              </a:path>
            </a:pathLst>
          </a:custGeom>
          <a:noFill/>
          <a:ln w="38100" cap="flat" cmpd="sng">
            <a:solidFill>
              <a:srgbClr val="FF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" name="Line 58">
            <a:extLst>
              <a:ext uri="{FF2B5EF4-FFF2-40B4-BE49-F238E27FC236}">
                <a16:creationId xmlns:a16="http://schemas.microsoft.com/office/drawing/2014/main" id="{F973FE03-C15E-B510-CDD2-C0135F2E36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50181" y="4574808"/>
            <a:ext cx="722313" cy="466725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" name="Freeform 59">
            <a:extLst>
              <a:ext uri="{FF2B5EF4-FFF2-40B4-BE49-F238E27FC236}">
                <a16:creationId xmlns:a16="http://schemas.microsoft.com/office/drawing/2014/main" id="{DAE919FB-4463-0ABD-AF32-1208489745B2}"/>
              </a:ext>
            </a:extLst>
          </p:cNvPr>
          <p:cNvSpPr>
            <a:spLocks/>
          </p:cNvSpPr>
          <p:nvPr/>
        </p:nvSpPr>
        <p:spPr bwMode="auto">
          <a:xfrm>
            <a:off x="1754981" y="3822333"/>
            <a:ext cx="417513" cy="762000"/>
          </a:xfrm>
          <a:custGeom>
            <a:avLst/>
            <a:gdLst>
              <a:gd name="T0" fmla="*/ 0 w 263"/>
              <a:gd name="T1" fmla="*/ 0 h 499"/>
              <a:gd name="T2" fmla="*/ 263 w 263"/>
              <a:gd name="T3" fmla="*/ 499 h 49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63" h="499">
                <a:moveTo>
                  <a:pt x="0" y="0"/>
                </a:moveTo>
                <a:lnTo>
                  <a:pt x="263" y="499"/>
                </a:ln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3" name="Freeform 60">
            <a:extLst>
              <a:ext uri="{FF2B5EF4-FFF2-40B4-BE49-F238E27FC236}">
                <a16:creationId xmlns:a16="http://schemas.microsoft.com/office/drawing/2014/main" id="{6D745DCB-E241-E841-EDA7-99024B41F60A}"/>
              </a:ext>
            </a:extLst>
          </p:cNvPr>
          <p:cNvSpPr>
            <a:spLocks/>
          </p:cNvSpPr>
          <p:nvPr/>
        </p:nvSpPr>
        <p:spPr bwMode="auto">
          <a:xfrm>
            <a:off x="2509044" y="5243146"/>
            <a:ext cx="312737" cy="560387"/>
          </a:xfrm>
          <a:custGeom>
            <a:avLst/>
            <a:gdLst>
              <a:gd name="T0" fmla="*/ 197 w 197"/>
              <a:gd name="T1" fmla="*/ 353 h 353"/>
              <a:gd name="T2" fmla="*/ 0 w 197"/>
              <a:gd name="T3" fmla="*/ 0 h 35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97" h="353">
                <a:moveTo>
                  <a:pt x="197" y="353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4" name="Line 61">
            <a:extLst>
              <a:ext uri="{FF2B5EF4-FFF2-40B4-BE49-F238E27FC236}">
                <a16:creationId xmlns:a16="http://schemas.microsoft.com/office/drawing/2014/main" id="{20A239EE-6A26-7236-BE37-AFA1DB9D2E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21781" y="5422533"/>
            <a:ext cx="5334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65" name="Group 62">
            <a:extLst>
              <a:ext uri="{FF2B5EF4-FFF2-40B4-BE49-F238E27FC236}">
                <a16:creationId xmlns:a16="http://schemas.microsoft.com/office/drawing/2014/main" id="{DD5BFE67-82D3-7CB9-FBAA-2C068FC8722B}"/>
              </a:ext>
            </a:extLst>
          </p:cNvPr>
          <p:cNvGrpSpPr>
            <a:grpSpLocks/>
          </p:cNvGrpSpPr>
          <p:nvPr/>
        </p:nvGrpSpPr>
        <p:grpSpPr bwMode="auto">
          <a:xfrm>
            <a:off x="2172494" y="4036646"/>
            <a:ext cx="1936750" cy="1408112"/>
            <a:chOff x="971" y="2385"/>
            <a:chExt cx="1220" cy="887"/>
          </a:xfrm>
        </p:grpSpPr>
        <p:sp>
          <p:nvSpPr>
            <p:cNvPr id="66" name="Freeform 63">
              <a:extLst>
                <a:ext uri="{FF2B5EF4-FFF2-40B4-BE49-F238E27FC236}">
                  <a16:creationId xmlns:a16="http://schemas.microsoft.com/office/drawing/2014/main" id="{05C50855-0848-5DB6-5916-40AD1E0881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2" y="2385"/>
              <a:ext cx="353" cy="68"/>
            </a:xfrm>
            <a:custGeom>
              <a:avLst/>
              <a:gdLst>
                <a:gd name="T0" fmla="*/ 0 w 353"/>
                <a:gd name="T1" fmla="*/ 0 h 68"/>
                <a:gd name="T2" fmla="*/ 353 w 353"/>
                <a:gd name="T3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3" h="68">
                  <a:moveTo>
                    <a:pt x="0" y="0"/>
                  </a:moveTo>
                  <a:lnTo>
                    <a:pt x="353" y="68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" name="Freeform 64">
              <a:extLst>
                <a:ext uri="{FF2B5EF4-FFF2-40B4-BE49-F238E27FC236}">
                  <a16:creationId xmlns:a16="http://schemas.microsoft.com/office/drawing/2014/main" id="{094F7EB3-59C2-E7B2-8BFF-9D2D898F03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1" y="3165"/>
              <a:ext cx="505" cy="107"/>
            </a:xfrm>
            <a:custGeom>
              <a:avLst/>
              <a:gdLst>
                <a:gd name="T0" fmla="*/ 0 w 537"/>
                <a:gd name="T1" fmla="*/ 0 h 103"/>
                <a:gd name="T2" fmla="*/ 537 w 537"/>
                <a:gd name="T3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37" h="103">
                  <a:moveTo>
                    <a:pt x="0" y="0"/>
                  </a:moveTo>
                  <a:lnTo>
                    <a:pt x="537" y="103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8" name="Freeform 65">
              <a:extLst>
                <a:ext uri="{FF2B5EF4-FFF2-40B4-BE49-F238E27FC236}">
                  <a16:creationId xmlns:a16="http://schemas.microsoft.com/office/drawing/2014/main" id="{86E63172-68D6-6170-59D1-8E8B36BBB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1" y="2601"/>
              <a:ext cx="181" cy="132"/>
            </a:xfrm>
            <a:custGeom>
              <a:avLst/>
              <a:gdLst>
                <a:gd name="T0" fmla="*/ 0 w 181"/>
                <a:gd name="T1" fmla="*/ 132 h 132"/>
                <a:gd name="T2" fmla="*/ 181 w 181"/>
                <a:gd name="T3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1" h="132">
                  <a:moveTo>
                    <a:pt x="0" y="132"/>
                  </a:moveTo>
                  <a:lnTo>
                    <a:pt x="181" y="0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9" name="Freeform 66">
              <a:extLst>
                <a:ext uri="{FF2B5EF4-FFF2-40B4-BE49-F238E27FC236}">
                  <a16:creationId xmlns:a16="http://schemas.microsoft.com/office/drawing/2014/main" id="{E82C45F8-3802-C98A-1FFA-0C889273F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5" y="2950"/>
              <a:ext cx="116" cy="71"/>
            </a:xfrm>
            <a:custGeom>
              <a:avLst/>
              <a:gdLst>
                <a:gd name="T0" fmla="*/ 0 w 116"/>
                <a:gd name="T1" fmla="*/ 71 h 71"/>
                <a:gd name="T2" fmla="*/ 116 w 116"/>
                <a:gd name="T3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6" h="71">
                  <a:moveTo>
                    <a:pt x="0" y="71"/>
                  </a:moveTo>
                  <a:lnTo>
                    <a:pt x="116" y="0"/>
                  </a:lnTo>
                </a:path>
              </a:pathLst>
            </a:custGeom>
            <a:noFill/>
            <a:ln w="19050" cmpd="sng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70" name="Freeform 67">
            <a:extLst>
              <a:ext uri="{FF2B5EF4-FFF2-40B4-BE49-F238E27FC236}">
                <a16:creationId xmlns:a16="http://schemas.microsoft.com/office/drawing/2014/main" id="{7276D1C1-18CD-FFD2-C71D-6E22B8104F7C}"/>
              </a:ext>
            </a:extLst>
          </p:cNvPr>
          <p:cNvSpPr>
            <a:spLocks/>
          </p:cNvSpPr>
          <p:nvPr/>
        </p:nvSpPr>
        <p:spPr bwMode="auto">
          <a:xfrm>
            <a:off x="3867153" y="2088781"/>
            <a:ext cx="504825" cy="80963"/>
          </a:xfrm>
          <a:custGeom>
            <a:avLst/>
            <a:gdLst>
              <a:gd name="T0" fmla="*/ 0 w 318"/>
              <a:gd name="T1" fmla="*/ 0 h 51"/>
              <a:gd name="T2" fmla="*/ 318 w 318"/>
              <a:gd name="T3" fmla="*/ 51 h 5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18" h="51">
                <a:moveTo>
                  <a:pt x="0" y="0"/>
                </a:moveTo>
                <a:lnTo>
                  <a:pt x="318" y="51"/>
                </a:lnTo>
              </a:path>
            </a:pathLst>
          </a:custGeom>
          <a:noFill/>
          <a:ln w="19050" cap="flat" cmpd="sng">
            <a:solidFill>
              <a:srgbClr val="FF93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71" name="Group 68">
            <a:extLst>
              <a:ext uri="{FF2B5EF4-FFF2-40B4-BE49-F238E27FC236}">
                <a16:creationId xmlns:a16="http://schemas.microsoft.com/office/drawing/2014/main" id="{509ADC0E-B498-3A33-3CB5-A21753F60C11}"/>
              </a:ext>
            </a:extLst>
          </p:cNvPr>
          <p:cNvGrpSpPr>
            <a:grpSpLocks/>
          </p:cNvGrpSpPr>
          <p:nvPr/>
        </p:nvGrpSpPr>
        <p:grpSpPr bwMode="auto">
          <a:xfrm>
            <a:off x="4197156" y="4951189"/>
            <a:ext cx="488953" cy="400051"/>
            <a:chOff x="2231" y="2754"/>
            <a:chExt cx="308" cy="252"/>
          </a:xfrm>
        </p:grpSpPr>
        <p:sp>
          <p:nvSpPr>
            <p:cNvPr id="72" name="Text Box 69">
              <a:extLst>
                <a:ext uri="{FF2B5EF4-FFF2-40B4-BE49-F238E27FC236}">
                  <a16:creationId xmlns:a16="http://schemas.microsoft.com/office/drawing/2014/main" id="{A5B0DD0E-A5D9-B086-58CF-48D7B25EE5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2" y="2754"/>
              <a:ext cx="23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b="1" i="1" dirty="0">
                  <a:latin typeface="Italic" charset="0"/>
                </a:rPr>
                <a:t> </a:t>
              </a:r>
              <a:r>
                <a:rPr lang="en-US" altLang="zh-CN" sz="2000" i="1" dirty="0">
                  <a:latin typeface="Italic" charset="0"/>
                </a:rPr>
                <a:t>n</a:t>
              </a:r>
              <a:endParaRPr kumimoji="0" lang="en-US" altLang="zh-CN" i="1" dirty="0">
                <a:latin typeface="Times New Roman" charset="0"/>
              </a:endParaRPr>
            </a:p>
          </p:txBody>
        </p:sp>
        <p:sp>
          <p:nvSpPr>
            <p:cNvPr id="73" name="Text Box 70">
              <a:extLst>
                <a:ext uri="{FF2B5EF4-FFF2-40B4-BE49-F238E27FC236}">
                  <a16:creationId xmlns:a16="http://schemas.microsoft.com/office/drawing/2014/main" id="{5F41DDB2-E57C-FD0C-1D81-6F099156B4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1" y="2852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i="1">
                  <a:solidFill>
                    <a:srgbClr val="CC00CC"/>
                  </a:solidFill>
                  <a:latin typeface="Times New Roman" charset="0"/>
                </a:rPr>
                <a:t>●</a:t>
              </a:r>
            </a:p>
          </p:txBody>
        </p:sp>
      </p:grpSp>
      <p:grpSp>
        <p:nvGrpSpPr>
          <p:cNvPr id="74" name="Group 71">
            <a:extLst>
              <a:ext uri="{FF2B5EF4-FFF2-40B4-BE49-F238E27FC236}">
                <a16:creationId xmlns:a16="http://schemas.microsoft.com/office/drawing/2014/main" id="{46964E41-E4A4-34C0-BFC8-E16DF704C855}"/>
              </a:ext>
            </a:extLst>
          </p:cNvPr>
          <p:cNvGrpSpPr>
            <a:grpSpLocks/>
          </p:cNvGrpSpPr>
          <p:nvPr/>
        </p:nvGrpSpPr>
        <p:grpSpPr bwMode="auto">
          <a:xfrm>
            <a:off x="4194973" y="1809383"/>
            <a:ext cx="442913" cy="488950"/>
            <a:chOff x="2305" y="748"/>
            <a:chExt cx="279" cy="308"/>
          </a:xfrm>
        </p:grpSpPr>
        <p:sp>
          <p:nvSpPr>
            <p:cNvPr id="75" name="Text Box 72">
              <a:extLst>
                <a:ext uri="{FF2B5EF4-FFF2-40B4-BE49-F238E27FC236}">
                  <a16:creationId xmlns:a16="http://schemas.microsoft.com/office/drawing/2014/main" id="{A315E087-CCF6-6E1A-8686-71D399FACD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7" y="748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n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76" name="Text Box 73">
              <a:extLst>
                <a:ext uri="{FF2B5EF4-FFF2-40B4-BE49-F238E27FC236}">
                  <a16:creationId xmlns:a16="http://schemas.microsoft.com/office/drawing/2014/main" id="{B3D4D7F0-B370-574E-E9A6-3503163855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5" y="902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i="1" dirty="0">
                  <a:solidFill>
                    <a:srgbClr val="CC00CC"/>
                  </a:solidFill>
                  <a:latin typeface="Times New Roman" charset="0"/>
                </a:rPr>
                <a:t>●</a:t>
              </a:r>
            </a:p>
          </p:txBody>
        </p:sp>
      </p:grpSp>
      <p:grpSp>
        <p:nvGrpSpPr>
          <p:cNvPr id="77" name="Group 74">
            <a:extLst>
              <a:ext uri="{FF2B5EF4-FFF2-40B4-BE49-F238E27FC236}">
                <a16:creationId xmlns:a16="http://schemas.microsoft.com/office/drawing/2014/main" id="{C59A323A-B8AF-D031-8E4C-441B73BFEF1C}"/>
              </a:ext>
            </a:extLst>
          </p:cNvPr>
          <p:cNvGrpSpPr>
            <a:grpSpLocks/>
          </p:cNvGrpSpPr>
          <p:nvPr/>
        </p:nvGrpSpPr>
        <p:grpSpPr bwMode="auto">
          <a:xfrm>
            <a:off x="2101056" y="1515696"/>
            <a:ext cx="609600" cy="508000"/>
            <a:chOff x="1000" y="556"/>
            <a:chExt cx="384" cy="320"/>
          </a:xfrm>
        </p:grpSpPr>
        <p:sp>
          <p:nvSpPr>
            <p:cNvPr id="78" name="Text Box 75">
              <a:extLst>
                <a:ext uri="{FF2B5EF4-FFF2-40B4-BE49-F238E27FC236}">
                  <a16:creationId xmlns:a16="http://schemas.microsoft.com/office/drawing/2014/main" id="{2964E9B1-A4D1-DCBF-31CC-1862EF4A5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0" y="556"/>
              <a:ext cx="38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i="1"/>
                <a:t>m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79" name="Text Box 76">
              <a:extLst>
                <a:ext uri="{FF2B5EF4-FFF2-40B4-BE49-F238E27FC236}">
                  <a16:creationId xmlns:a16="http://schemas.microsoft.com/office/drawing/2014/main" id="{CF824E12-DA24-D3CB-3A00-E8802BC6BE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8" y="722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i="1">
                  <a:solidFill>
                    <a:srgbClr val="CC00CC"/>
                  </a:solidFill>
                  <a:latin typeface="Times New Roman" charset="0"/>
                </a:rPr>
                <a:t>●</a:t>
              </a:r>
            </a:p>
          </p:txBody>
        </p:sp>
      </p:grpSp>
      <p:grpSp>
        <p:nvGrpSpPr>
          <p:cNvPr id="80" name="Group 77">
            <a:extLst>
              <a:ext uri="{FF2B5EF4-FFF2-40B4-BE49-F238E27FC236}">
                <a16:creationId xmlns:a16="http://schemas.microsoft.com/office/drawing/2014/main" id="{DE24A052-A272-89BA-81BC-67DDFC607A7C}"/>
              </a:ext>
            </a:extLst>
          </p:cNvPr>
          <p:cNvGrpSpPr>
            <a:grpSpLocks/>
          </p:cNvGrpSpPr>
          <p:nvPr/>
        </p:nvGrpSpPr>
        <p:grpSpPr bwMode="auto">
          <a:xfrm>
            <a:off x="3758411" y="4927229"/>
            <a:ext cx="325438" cy="466725"/>
            <a:chOff x="2021" y="2703"/>
            <a:chExt cx="205" cy="294"/>
          </a:xfrm>
        </p:grpSpPr>
        <p:sp>
          <p:nvSpPr>
            <p:cNvPr id="81" name="Text Box 78">
              <a:extLst>
                <a:ext uri="{FF2B5EF4-FFF2-40B4-BE49-F238E27FC236}">
                  <a16:creationId xmlns:a16="http://schemas.microsoft.com/office/drawing/2014/main" id="{A03A4B85-BAF7-6BDA-8154-42E4F1C64E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4" y="2764"/>
              <a:ext cx="18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k</a:t>
              </a:r>
              <a:endParaRPr kumimoji="0" lang="en-US" altLang="zh-CN" b="1" i="1">
                <a:latin typeface="Times New Roman" charset="0"/>
              </a:endParaRPr>
            </a:p>
          </p:txBody>
        </p:sp>
        <p:sp>
          <p:nvSpPr>
            <p:cNvPr id="82" name="Text Box 79">
              <a:extLst>
                <a:ext uri="{FF2B5EF4-FFF2-40B4-BE49-F238E27FC236}">
                  <a16:creationId xmlns:a16="http://schemas.microsoft.com/office/drawing/2014/main" id="{6294C31A-4ADF-C1EE-192F-C62AEDB3D7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1" y="2703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i="1">
                  <a:solidFill>
                    <a:srgbClr val="CC00CC"/>
                  </a:solidFill>
                  <a:latin typeface="Times New Roman" charset="0"/>
                </a:rPr>
                <a:t>●</a:t>
              </a:r>
            </a:p>
          </p:txBody>
        </p:sp>
      </p:grpSp>
      <p:grpSp>
        <p:nvGrpSpPr>
          <p:cNvPr id="83" name="Group 80">
            <a:extLst>
              <a:ext uri="{FF2B5EF4-FFF2-40B4-BE49-F238E27FC236}">
                <a16:creationId xmlns:a16="http://schemas.microsoft.com/office/drawing/2014/main" id="{3B069826-39E1-DF30-B4A2-9FB1E4837266}"/>
              </a:ext>
            </a:extLst>
          </p:cNvPr>
          <p:cNvGrpSpPr>
            <a:grpSpLocks/>
          </p:cNvGrpSpPr>
          <p:nvPr/>
        </p:nvGrpSpPr>
        <p:grpSpPr bwMode="auto">
          <a:xfrm>
            <a:off x="2072481" y="4095387"/>
            <a:ext cx="555625" cy="388938"/>
            <a:chOff x="979" y="2188"/>
            <a:chExt cx="350" cy="245"/>
          </a:xfrm>
        </p:grpSpPr>
        <p:sp>
          <p:nvSpPr>
            <p:cNvPr id="84" name="Text Box 81">
              <a:extLst>
                <a:ext uri="{FF2B5EF4-FFF2-40B4-BE49-F238E27FC236}">
                  <a16:creationId xmlns:a16="http://schemas.microsoft.com/office/drawing/2014/main" id="{CFA4B907-7245-B59E-F4F5-BF134B2036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9" y="2188"/>
              <a:ext cx="23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m</a:t>
              </a:r>
              <a:endParaRPr kumimoji="0" lang="en-US" altLang="zh-CN" b="1" i="1">
                <a:latin typeface="Times New Roman" charset="0"/>
              </a:endParaRPr>
            </a:p>
          </p:txBody>
        </p:sp>
        <p:sp>
          <p:nvSpPr>
            <p:cNvPr id="85" name="Text Box 82">
              <a:extLst>
                <a:ext uri="{FF2B5EF4-FFF2-40B4-BE49-F238E27FC236}">
                  <a16:creationId xmlns:a16="http://schemas.microsoft.com/office/drawing/2014/main" id="{B0A71F1C-824B-0A39-F08E-8EFA0AE181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3" y="2279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i="1">
                  <a:solidFill>
                    <a:srgbClr val="CC00CC"/>
                  </a:solidFill>
                  <a:latin typeface="Times New Roman" charset="0"/>
                </a:rPr>
                <a:t>●</a:t>
              </a:r>
            </a:p>
          </p:txBody>
        </p:sp>
      </p:grpSp>
      <p:grpSp>
        <p:nvGrpSpPr>
          <p:cNvPr id="86" name="Group 83">
            <a:extLst>
              <a:ext uri="{FF2B5EF4-FFF2-40B4-BE49-F238E27FC236}">
                <a16:creationId xmlns:a16="http://schemas.microsoft.com/office/drawing/2014/main" id="{596C72B2-B6CB-1551-1AB5-30BDE8D57D65}"/>
              </a:ext>
            </a:extLst>
          </p:cNvPr>
          <p:cNvGrpSpPr>
            <a:grpSpLocks/>
          </p:cNvGrpSpPr>
          <p:nvPr/>
        </p:nvGrpSpPr>
        <p:grpSpPr bwMode="auto">
          <a:xfrm>
            <a:off x="3596481" y="1733183"/>
            <a:ext cx="458788" cy="488950"/>
            <a:chOff x="1928" y="700"/>
            <a:chExt cx="289" cy="308"/>
          </a:xfrm>
        </p:grpSpPr>
        <p:sp>
          <p:nvSpPr>
            <p:cNvPr id="87" name="Text Box 84">
              <a:extLst>
                <a:ext uri="{FF2B5EF4-FFF2-40B4-BE49-F238E27FC236}">
                  <a16:creationId xmlns:a16="http://schemas.microsoft.com/office/drawing/2014/main" id="{D9836854-5053-B0EB-24DE-B97B3D5A1D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8" y="700"/>
              <a:ext cx="21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k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88" name="Text Box 85">
              <a:extLst>
                <a:ext uri="{FF2B5EF4-FFF2-40B4-BE49-F238E27FC236}">
                  <a16:creationId xmlns:a16="http://schemas.microsoft.com/office/drawing/2014/main" id="{AD5AC529-A36A-BFC2-58CE-592286784B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1" y="854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i="1">
                  <a:solidFill>
                    <a:srgbClr val="CC00CC"/>
                  </a:solidFill>
                  <a:latin typeface="Times New Roman" charset="0"/>
                </a:rPr>
                <a:t>●</a:t>
              </a:r>
            </a:p>
          </p:txBody>
        </p:sp>
      </p:grpSp>
      <p:sp>
        <p:nvSpPr>
          <p:cNvPr id="89" name="AutoShape 86">
            <a:extLst>
              <a:ext uri="{FF2B5EF4-FFF2-40B4-BE49-F238E27FC236}">
                <a16:creationId xmlns:a16="http://schemas.microsoft.com/office/drawing/2014/main" id="{9358D6A5-D567-6110-4E51-D085A0B39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8281" y="5620603"/>
            <a:ext cx="1595438" cy="735747"/>
          </a:xfrm>
          <a:prstGeom prst="wedgeEllipseCallout">
            <a:avLst>
              <a:gd name="adj1" fmla="val -77463"/>
              <a:gd name="adj2" fmla="val -138315"/>
            </a:avLst>
          </a:prstGeom>
          <a:solidFill>
            <a:srgbClr val="FFCCFF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2800" b="1" i="0" dirty="0">
                <a:latin typeface="Times New Roman" charset="0"/>
              </a:rPr>
              <a:t>互交</a:t>
            </a:r>
          </a:p>
        </p:txBody>
      </p:sp>
      <p:sp>
        <p:nvSpPr>
          <p:cNvPr id="90" name="Line 87">
            <a:extLst>
              <a:ext uri="{FF2B5EF4-FFF2-40B4-BE49-F238E27FC236}">
                <a16:creationId xmlns:a16="http://schemas.microsoft.com/office/drawing/2014/main" id="{2EF675EA-5BD9-8F3A-1FDA-30C88BCDAF7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8231" y="2261821"/>
            <a:ext cx="0" cy="21288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977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5" grpId="0" animBg="1"/>
      <p:bldP spid="52" grpId="0" animBg="1"/>
      <p:bldP spid="53" grpId="0" animBg="1"/>
      <p:bldP spid="54" grpId="0" animBg="1"/>
      <p:bldP spid="55" grpId="0" animBg="1"/>
      <p:bldP spid="58" grpId="0" autoUpdateAnimBg="0"/>
      <p:bldP spid="59" grpId="0" uiExpand="1" build="p" autoUpdateAnimBg="0"/>
      <p:bldP spid="70" grpId="0" animBg="1"/>
      <p:bldP spid="89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625EDC-6F80-44F4-214B-BEC0E1839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C3857-E8A2-CE49-AF7D-373A27DF7F94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E2636F-713B-AE44-657C-ABC8D9BD5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5BDF50-36DA-D576-5256-775A0C9AC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38</a:t>
            </a:fld>
            <a:endParaRPr lang="en-US"/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3E091026-B0F4-DA5C-57C2-164A0739F66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599" y="2014011"/>
            <a:ext cx="552450" cy="746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EB2B8ED-5307-E251-ED44-8994F93BB143}"/>
              </a:ext>
            </a:extLst>
          </p:cNvPr>
          <p:cNvSpPr>
            <a:spLocks/>
          </p:cNvSpPr>
          <p:nvPr/>
        </p:nvSpPr>
        <p:spPr bwMode="auto">
          <a:xfrm>
            <a:off x="2498724" y="3679299"/>
            <a:ext cx="2317750" cy="1905000"/>
          </a:xfrm>
          <a:custGeom>
            <a:avLst/>
            <a:gdLst>
              <a:gd name="T0" fmla="*/ 538 w 1460"/>
              <a:gd name="T1" fmla="*/ 0 h 1200"/>
              <a:gd name="T2" fmla="*/ 1460 w 1460"/>
              <a:gd name="T3" fmla="*/ 1200 h 1200"/>
              <a:gd name="T4" fmla="*/ 528 w 1460"/>
              <a:gd name="T5" fmla="*/ 1018 h 1200"/>
              <a:gd name="T6" fmla="*/ 932 w 1460"/>
              <a:gd name="T7" fmla="*/ 749 h 1200"/>
              <a:gd name="T8" fmla="*/ 0 w 1460"/>
              <a:gd name="T9" fmla="*/ 317 h 1200"/>
              <a:gd name="T10" fmla="*/ 538 w 1460"/>
              <a:gd name="T11" fmla="*/ 0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460" h="1200">
                <a:moveTo>
                  <a:pt x="538" y="0"/>
                </a:moveTo>
                <a:lnTo>
                  <a:pt x="1460" y="1200"/>
                </a:lnTo>
                <a:lnTo>
                  <a:pt x="528" y="1018"/>
                </a:lnTo>
                <a:lnTo>
                  <a:pt x="932" y="749"/>
                </a:lnTo>
                <a:lnTo>
                  <a:pt x="0" y="317"/>
                </a:lnTo>
                <a:lnTo>
                  <a:pt x="538" y="0"/>
                </a:lnTo>
                <a:close/>
              </a:path>
            </a:pathLst>
          </a:custGeom>
          <a:solidFill>
            <a:srgbClr val="FF3300"/>
          </a:solidFill>
          <a:ln w="3175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957F33E-FEAE-FD64-62A0-A6E44C018AF6}"/>
              </a:ext>
            </a:extLst>
          </p:cNvPr>
          <p:cNvSpPr>
            <a:spLocks/>
          </p:cNvSpPr>
          <p:nvPr/>
        </p:nvSpPr>
        <p:spPr bwMode="auto">
          <a:xfrm>
            <a:off x="3581399" y="3969811"/>
            <a:ext cx="1387475" cy="762000"/>
          </a:xfrm>
          <a:custGeom>
            <a:avLst/>
            <a:gdLst>
              <a:gd name="T0" fmla="*/ 0 w 874"/>
              <a:gd name="T1" fmla="*/ 0 h 480"/>
              <a:gd name="T2" fmla="*/ 365 w 874"/>
              <a:gd name="T3" fmla="*/ 480 h 480"/>
              <a:gd name="T4" fmla="*/ 874 w 874"/>
              <a:gd name="T5" fmla="*/ 144 h 480"/>
              <a:gd name="T6" fmla="*/ 0 w 874"/>
              <a:gd name="T7" fmla="*/ 0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74" h="480">
                <a:moveTo>
                  <a:pt x="0" y="0"/>
                </a:moveTo>
                <a:lnTo>
                  <a:pt x="365" y="480"/>
                </a:lnTo>
                <a:lnTo>
                  <a:pt x="874" y="144"/>
                </a:lnTo>
                <a:lnTo>
                  <a:pt x="0" y="0"/>
                </a:lnTo>
                <a:close/>
              </a:path>
            </a:pathLst>
          </a:custGeom>
          <a:solidFill>
            <a:srgbClr val="3333CC"/>
          </a:solidFill>
          <a:ln w="9525" cap="flat" cmpd="sng">
            <a:solidFill>
              <a:srgbClr val="3333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AB86154-26E2-04FB-A2B0-19CDA24ADAD3}"/>
              </a:ext>
            </a:extLst>
          </p:cNvPr>
          <p:cNvSpPr>
            <a:spLocks/>
          </p:cNvSpPr>
          <p:nvPr/>
        </p:nvSpPr>
        <p:spPr bwMode="auto">
          <a:xfrm>
            <a:off x="1509712" y="4395261"/>
            <a:ext cx="1066800" cy="685800"/>
          </a:xfrm>
          <a:custGeom>
            <a:avLst/>
            <a:gdLst>
              <a:gd name="T0" fmla="*/ 451 w 672"/>
              <a:gd name="T1" fmla="*/ 0 h 432"/>
              <a:gd name="T2" fmla="*/ 0 w 672"/>
              <a:gd name="T3" fmla="*/ 298 h 432"/>
              <a:gd name="T4" fmla="*/ 672 w 672"/>
              <a:gd name="T5" fmla="*/ 432 h 432"/>
              <a:gd name="T6" fmla="*/ 451 w 672"/>
              <a:gd name="T7" fmla="*/ 0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72" h="432">
                <a:moveTo>
                  <a:pt x="451" y="0"/>
                </a:moveTo>
                <a:lnTo>
                  <a:pt x="0" y="298"/>
                </a:lnTo>
                <a:lnTo>
                  <a:pt x="672" y="432"/>
                </a:lnTo>
                <a:lnTo>
                  <a:pt x="451" y="0"/>
                </a:lnTo>
                <a:close/>
              </a:path>
            </a:pathLst>
          </a:custGeom>
          <a:solidFill>
            <a:srgbClr val="FF3300"/>
          </a:solidFill>
          <a:ln w="38100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4668175-B221-A6DF-876E-CB96974B7A6B}"/>
              </a:ext>
            </a:extLst>
          </p:cNvPr>
          <p:cNvSpPr>
            <a:spLocks/>
          </p:cNvSpPr>
          <p:nvPr/>
        </p:nvSpPr>
        <p:spPr bwMode="auto">
          <a:xfrm>
            <a:off x="1508124" y="998011"/>
            <a:ext cx="3292475" cy="1644650"/>
          </a:xfrm>
          <a:custGeom>
            <a:avLst/>
            <a:gdLst>
              <a:gd name="T0" fmla="*/ 1172 w 2074"/>
              <a:gd name="T1" fmla="*/ 0 h 1036"/>
              <a:gd name="T2" fmla="*/ 2074 w 2074"/>
              <a:gd name="T3" fmla="*/ 883 h 1036"/>
              <a:gd name="T4" fmla="*/ 0 w 2074"/>
              <a:gd name="T5" fmla="*/ 1036 h 1036"/>
              <a:gd name="T6" fmla="*/ 1172 w 2074"/>
              <a:gd name="T7" fmla="*/ 0 h 10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74" h="1036">
                <a:moveTo>
                  <a:pt x="1172" y="0"/>
                </a:moveTo>
                <a:lnTo>
                  <a:pt x="2074" y="883"/>
                </a:lnTo>
                <a:lnTo>
                  <a:pt x="0" y="1036"/>
                </a:lnTo>
                <a:lnTo>
                  <a:pt x="1172" y="0"/>
                </a:lnTo>
                <a:close/>
              </a:path>
            </a:pathLst>
          </a:custGeom>
          <a:solidFill>
            <a:srgbClr val="FF3300"/>
          </a:solidFill>
          <a:ln w="38100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A7C63596-3816-4F62-B005-A696331A40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5899" y="2658536"/>
            <a:ext cx="0" cy="2209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1FDC9CAE-4CCF-55F8-DE58-9ED2C086CB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799" y="982136"/>
            <a:ext cx="0" cy="26971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450C5FD3-8D32-4F51-A44E-E195C5F27F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8062" y="2406124"/>
            <a:ext cx="0" cy="3200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" name="Line 13">
            <a:extLst>
              <a:ext uri="{FF2B5EF4-FFF2-40B4-BE49-F238E27FC236}">
                <a16:creationId xmlns:a16="http://schemas.microsoft.com/office/drawing/2014/main" id="{C66CC9EF-35EB-B467-DA2C-0E797AAAF9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799" y="1618724"/>
            <a:ext cx="0" cy="20304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" name="Text Box 14">
            <a:extLst>
              <a:ext uri="{FF2B5EF4-FFF2-40B4-BE49-F238E27FC236}">
                <a16:creationId xmlns:a16="http://schemas.microsoft.com/office/drawing/2014/main" id="{C108EA48-9788-84F4-2389-85FC34776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8812" y="2397670"/>
            <a:ext cx="3401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c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15" name="Text Box 15">
            <a:extLst>
              <a:ext uri="{FF2B5EF4-FFF2-40B4-BE49-F238E27FC236}">
                <a16:creationId xmlns:a16="http://schemas.microsoft.com/office/drawing/2014/main" id="{EA8CE98C-0DAA-D879-1B7A-671A34114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4" y="1407070"/>
            <a:ext cx="3642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 dirty="0">
                <a:solidFill>
                  <a:srgbClr val="FFFF00"/>
                </a:solidFill>
              </a:rPr>
              <a:t>d</a:t>
            </a:r>
            <a:r>
              <a:rPr lang="en-US" altLang="zh-CN" b="1" i="1" dirty="0">
                <a:solidFill>
                  <a:srgbClr val="FFFF00"/>
                </a:solidFill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16" name="Text Box 16">
            <a:extLst>
              <a:ext uri="{FF2B5EF4-FFF2-40B4-BE49-F238E27FC236}">
                <a16:creationId xmlns:a16="http://schemas.microsoft.com/office/drawing/2014/main" id="{2953B60D-4307-DC4F-A460-773AFE7F9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8237" y="1864270"/>
            <a:ext cx="3577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e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17" name="Text Box 17">
            <a:extLst>
              <a:ext uri="{FF2B5EF4-FFF2-40B4-BE49-F238E27FC236}">
                <a16:creationId xmlns:a16="http://schemas.microsoft.com/office/drawing/2014/main" id="{76A2DEF9-C8D0-62FE-C7DB-82F6C09E2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7974" y="140707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f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18" name="Text Box 18">
            <a:extLst>
              <a:ext uri="{FF2B5EF4-FFF2-40B4-BE49-F238E27FC236}">
                <a16:creationId xmlns:a16="http://schemas.microsoft.com/office/drawing/2014/main" id="{4E7C48AB-2488-3272-694D-5BE55EBB9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174" y="2353736"/>
            <a:ext cx="415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/>
              <a:t>a</a:t>
            </a:r>
            <a:r>
              <a:rPr lang="en-US" altLang="zh-CN" b="1" i="0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163314A3-C24E-2656-437B-2FCD738B0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49" y="721270"/>
            <a:ext cx="3642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b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</a:p>
        </p:txBody>
      </p:sp>
      <p:sp>
        <p:nvSpPr>
          <p:cNvPr id="20" name="Text Box 20">
            <a:extLst>
              <a:ext uri="{FF2B5EF4-FFF2-40B4-BE49-F238E27FC236}">
                <a16:creationId xmlns:a16="http://schemas.microsoft.com/office/drawing/2014/main" id="{AA135C20-54E9-C427-161B-20EB4E032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5387" y="4683670"/>
            <a:ext cx="3032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a</a:t>
            </a:r>
            <a:endParaRPr kumimoji="0" lang="en-US" altLang="zh-CN" b="1" i="1">
              <a:latin typeface="Times New Roman" charset="0"/>
            </a:endParaRPr>
          </a:p>
        </p:txBody>
      </p:sp>
      <p:sp>
        <p:nvSpPr>
          <p:cNvPr id="21" name="Text Box 21">
            <a:extLst>
              <a:ext uri="{FF2B5EF4-FFF2-40B4-BE49-F238E27FC236}">
                <a16:creationId xmlns:a16="http://schemas.microsoft.com/office/drawing/2014/main" id="{5CBE6DF0-7522-5117-42B0-8CFA74491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1049" y="3388270"/>
            <a:ext cx="3064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b</a:t>
            </a:r>
            <a:endParaRPr kumimoji="0" lang="en-US" altLang="zh-CN" b="1" i="1">
              <a:latin typeface="Times New Roman" charset="0"/>
            </a:endParaRPr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958007D7-1321-A911-9D46-063FF09FB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1549" y="5369470"/>
            <a:ext cx="2824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c</a:t>
            </a:r>
            <a:endParaRPr kumimoji="0" lang="en-US" altLang="zh-CN" b="1" i="1">
              <a:latin typeface="Times New Roman" charset="0"/>
            </a:endParaRPr>
          </a:p>
        </p:txBody>
      </p:sp>
      <p:sp>
        <p:nvSpPr>
          <p:cNvPr id="23" name="Text Box 23">
            <a:extLst>
              <a:ext uri="{FF2B5EF4-FFF2-40B4-BE49-F238E27FC236}">
                <a16:creationId xmlns:a16="http://schemas.microsoft.com/office/drawing/2014/main" id="{87F8BA6C-1E88-0F18-FBEB-2C932DD38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149" y="5598070"/>
            <a:ext cx="3064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d</a:t>
            </a:r>
            <a:endParaRPr kumimoji="0" lang="en-US" altLang="zh-CN" b="1" i="1">
              <a:latin typeface="Times New Roman" charset="0"/>
            </a:endParaRPr>
          </a:p>
        </p:txBody>
      </p:sp>
      <p:sp>
        <p:nvSpPr>
          <p:cNvPr id="24" name="Text Box 24">
            <a:extLst>
              <a:ext uri="{FF2B5EF4-FFF2-40B4-BE49-F238E27FC236}">
                <a16:creationId xmlns:a16="http://schemas.microsoft.com/office/drawing/2014/main" id="{E829FDC1-5BEF-3236-EFF7-8E8B1C7CA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0299" y="399787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e</a:t>
            </a:r>
            <a:endParaRPr kumimoji="0" lang="en-US" altLang="zh-CN" b="1" i="1">
              <a:latin typeface="Times New Roman" charset="0"/>
            </a:endParaRPr>
          </a:p>
        </p:txBody>
      </p:sp>
      <p:sp>
        <p:nvSpPr>
          <p:cNvPr id="25" name="Text Box 25">
            <a:extLst>
              <a:ext uri="{FF2B5EF4-FFF2-40B4-BE49-F238E27FC236}">
                <a16:creationId xmlns:a16="http://schemas.microsoft.com/office/drawing/2014/main" id="{9720CD77-E40F-1EE7-D7D9-5E0B3CBE2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9399" y="3464470"/>
            <a:ext cx="2551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f</a:t>
            </a:r>
            <a:endParaRPr kumimoji="0" lang="en-US" altLang="zh-CN" b="1" i="1">
              <a:latin typeface="Times New Roman" charset="0"/>
            </a:endParaRPr>
          </a:p>
        </p:txBody>
      </p:sp>
      <p:sp>
        <p:nvSpPr>
          <p:cNvPr id="26" name="Line 26">
            <a:extLst>
              <a:ext uri="{FF2B5EF4-FFF2-40B4-BE49-F238E27FC236}">
                <a16:creationId xmlns:a16="http://schemas.microsoft.com/office/drawing/2014/main" id="{1C1C1C66-B16A-E9FF-7EAF-1934B46BBF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2399" y="1896536"/>
            <a:ext cx="0" cy="2971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" name="Line 27">
            <a:extLst>
              <a:ext uri="{FF2B5EF4-FFF2-40B4-BE49-F238E27FC236}">
                <a16:creationId xmlns:a16="http://schemas.microsoft.com/office/drawing/2014/main" id="{9F01849B-2086-6786-3826-C5CDC18A6F8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7137" y="3115736"/>
            <a:ext cx="4040187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18634169-769E-07CA-F439-019A1DB24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915" y="628937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en-US" altLang="zh-CN" sz="2400" b="1" i="0" dirty="0">
                <a:latin typeface="Times New Roman" charset="0"/>
              </a:rPr>
              <a:t>⑶</a:t>
            </a:r>
          </a:p>
        </p:txBody>
      </p:sp>
      <p:sp>
        <p:nvSpPr>
          <p:cNvPr id="29" name="AutoShape 31">
            <a:extLst>
              <a:ext uri="{FF2B5EF4-FFF2-40B4-BE49-F238E27FC236}">
                <a16:creationId xmlns:a16="http://schemas.microsoft.com/office/drawing/2014/main" id="{197D6EF1-86AE-D9CB-AD41-48DA67D06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4787" y="5115058"/>
            <a:ext cx="1595438" cy="735747"/>
          </a:xfrm>
          <a:prstGeom prst="wedgeEllipseCallout">
            <a:avLst>
              <a:gd name="adj1" fmla="val -103163"/>
              <a:gd name="adj2" fmla="val -67083"/>
            </a:avLst>
          </a:prstGeom>
          <a:solidFill>
            <a:srgbClr val="FFCCFF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2800" b="1" i="0" dirty="0">
                <a:latin typeface="Times New Roman" charset="0"/>
              </a:rPr>
              <a:t>互交</a:t>
            </a:r>
          </a:p>
        </p:txBody>
      </p:sp>
      <p:sp>
        <p:nvSpPr>
          <p:cNvPr id="30" name="Freeform 32">
            <a:extLst>
              <a:ext uri="{FF2B5EF4-FFF2-40B4-BE49-F238E27FC236}">
                <a16:creationId xmlns:a16="http://schemas.microsoft.com/office/drawing/2014/main" id="{B583C942-4A91-1D5B-095F-3719FED5BFD6}"/>
              </a:ext>
            </a:extLst>
          </p:cNvPr>
          <p:cNvSpPr>
            <a:spLocks/>
          </p:cNvSpPr>
          <p:nvPr/>
        </p:nvSpPr>
        <p:spPr bwMode="auto">
          <a:xfrm>
            <a:off x="1828799" y="3633261"/>
            <a:ext cx="2141538" cy="2027238"/>
          </a:xfrm>
          <a:custGeom>
            <a:avLst/>
            <a:gdLst>
              <a:gd name="T0" fmla="*/ 0 w 1349"/>
              <a:gd name="T1" fmla="*/ 0 h 1277"/>
              <a:gd name="T2" fmla="*/ 659 w 1349"/>
              <a:gd name="T3" fmla="*/ 1277 h 1277"/>
              <a:gd name="T4" fmla="*/ 1349 w 1349"/>
              <a:gd name="T5" fmla="*/ 778 h 1277"/>
              <a:gd name="T6" fmla="*/ 442 w 1349"/>
              <a:gd name="T7" fmla="*/ 346 h 1277"/>
              <a:gd name="T8" fmla="*/ 768 w 1349"/>
              <a:gd name="T9" fmla="*/ 135 h 1277"/>
              <a:gd name="T10" fmla="*/ 0 w 1349"/>
              <a:gd name="T11" fmla="*/ 0 h 1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349" h="1277">
                <a:moveTo>
                  <a:pt x="0" y="0"/>
                </a:moveTo>
                <a:lnTo>
                  <a:pt x="659" y="1277"/>
                </a:lnTo>
                <a:lnTo>
                  <a:pt x="1349" y="778"/>
                </a:lnTo>
                <a:lnTo>
                  <a:pt x="442" y="346"/>
                </a:lnTo>
                <a:lnTo>
                  <a:pt x="768" y="135"/>
                </a:lnTo>
                <a:lnTo>
                  <a:pt x="0" y="0"/>
                </a:lnTo>
                <a:close/>
              </a:path>
            </a:pathLst>
          </a:custGeom>
          <a:solidFill>
            <a:srgbClr val="3333CC"/>
          </a:solidFill>
          <a:ln w="9525" cap="flat" cmpd="sng">
            <a:solidFill>
              <a:srgbClr val="3333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1" name="Freeform 33">
            <a:extLst>
              <a:ext uri="{FF2B5EF4-FFF2-40B4-BE49-F238E27FC236}">
                <a16:creationId xmlns:a16="http://schemas.microsoft.com/office/drawing/2014/main" id="{415E81DF-52A1-D325-8F34-E377A6859267}"/>
              </a:ext>
            </a:extLst>
          </p:cNvPr>
          <p:cNvSpPr>
            <a:spLocks/>
          </p:cNvSpPr>
          <p:nvPr/>
        </p:nvSpPr>
        <p:spPr bwMode="auto">
          <a:xfrm>
            <a:off x="2525712" y="4177774"/>
            <a:ext cx="1435100" cy="671512"/>
          </a:xfrm>
          <a:custGeom>
            <a:avLst/>
            <a:gdLst>
              <a:gd name="T0" fmla="*/ 0 w 904"/>
              <a:gd name="T1" fmla="*/ 0 h 423"/>
              <a:gd name="T2" fmla="*/ 904 w 904"/>
              <a:gd name="T3" fmla="*/ 423 h 42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04" h="423">
                <a:moveTo>
                  <a:pt x="0" y="0"/>
                </a:moveTo>
                <a:lnTo>
                  <a:pt x="904" y="423"/>
                </a:lnTo>
              </a:path>
            </a:pathLst>
          </a:custGeom>
          <a:noFill/>
          <a:ln w="381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" name="Line 34">
            <a:extLst>
              <a:ext uri="{FF2B5EF4-FFF2-40B4-BE49-F238E27FC236}">
                <a16:creationId xmlns:a16="http://schemas.microsoft.com/office/drawing/2014/main" id="{32E2D602-7006-187B-004E-8856285E91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35237" y="1744136"/>
            <a:ext cx="0" cy="2438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33" name="Group 35">
            <a:extLst>
              <a:ext uri="{FF2B5EF4-FFF2-40B4-BE49-F238E27FC236}">
                <a16:creationId xmlns:a16="http://schemas.microsoft.com/office/drawing/2014/main" id="{1999CCDD-7D1A-F2F4-F21E-40184252EBC2}"/>
              </a:ext>
            </a:extLst>
          </p:cNvPr>
          <p:cNvGrpSpPr>
            <a:grpSpLocks/>
          </p:cNvGrpSpPr>
          <p:nvPr/>
        </p:nvGrpSpPr>
        <p:grpSpPr bwMode="auto">
          <a:xfrm>
            <a:off x="2138362" y="3922190"/>
            <a:ext cx="555625" cy="388938"/>
            <a:chOff x="979" y="2188"/>
            <a:chExt cx="350" cy="245"/>
          </a:xfrm>
        </p:grpSpPr>
        <p:sp>
          <p:nvSpPr>
            <p:cNvPr id="34" name="Text Box 36">
              <a:extLst>
                <a:ext uri="{FF2B5EF4-FFF2-40B4-BE49-F238E27FC236}">
                  <a16:creationId xmlns:a16="http://schemas.microsoft.com/office/drawing/2014/main" id="{5E18A29B-9D69-210D-E9A4-17C28DAFC5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9" y="2188"/>
              <a:ext cx="23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FFFF00"/>
                  </a:solidFill>
                </a:rPr>
                <a:t>m</a:t>
              </a:r>
              <a:endParaRPr kumimoji="0" lang="en-US" altLang="zh-CN" b="1" i="1" dirty="0">
                <a:solidFill>
                  <a:srgbClr val="FFFF00"/>
                </a:solidFill>
                <a:latin typeface="Times New Roman" charset="0"/>
              </a:endParaRPr>
            </a:p>
          </p:txBody>
        </p:sp>
        <p:sp>
          <p:nvSpPr>
            <p:cNvPr id="35" name="Text Box 37">
              <a:extLst>
                <a:ext uri="{FF2B5EF4-FFF2-40B4-BE49-F238E27FC236}">
                  <a16:creationId xmlns:a16="http://schemas.microsoft.com/office/drawing/2014/main" id="{0B470C55-81A6-F343-DB8E-3AE2B14496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3" y="2279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i="1">
                  <a:latin typeface="Times New Roman" charset="0"/>
                </a:rPr>
                <a:t>●</a:t>
              </a:r>
            </a:p>
          </p:txBody>
        </p:sp>
      </p:grpSp>
      <p:grpSp>
        <p:nvGrpSpPr>
          <p:cNvPr id="36" name="Group 38">
            <a:extLst>
              <a:ext uri="{FF2B5EF4-FFF2-40B4-BE49-F238E27FC236}">
                <a16:creationId xmlns:a16="http://schemas.microsoft.com/office/drawing/2014/main" id="{4373FC77-A63C-B0C2-4EA8-0C20CF2A6B47}"/>
              </a:ext>
            </a:extLst>
          </p:cNvPr>
          <p:cNvGrpSpPr>
            <a:grpSpLocks/>
          </p:cNvGrpSpPr>
          <p:nvPr/>
        </p:nvGrpSpPr>
        <p:grpSpPr bwMode="auto">
          <a:xfrm>
            <a:off x="3821117" y="4742928"/>
            <a:ext cx="325438" cy="466725"/>
            <a:chOff x="2021" y="2703"/>
            <a:chExt cx="205" cy="294"/>
          </a:xfrm>
        </p:grpSpPr>
        <p:sp>
          <p:nvSpPr>
            <p:cNvPr id="37" name="Text Box 39">
              <a:extLst>
                <a:ext uri="{FF2B5EF4-FFF2-40B4-BE49-F238E27FC236}">
                  <a16:creationId xmlns:a16="http://schemas.microsoft.com/office/drawing/2014/main" id="{B34F540E-FBDC-F17A-3C42-DB6FDD019A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4" y="2764"/>
              <a:ext cx="18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FFFF00"/>
                  </a:solidFill>
                </a:rPr>
                <a:t>k</a:t>
              </a:r>
              <a:endParaRPr kumimoji="0" lang="en-US" altLang="zh-CN" b="1" i="1" dirty="0">
                <a:latin typeface="Times New Roman" charset="0"/>
              </a:endParaRPr>
            </a:p>
          </p:txBody>
        </p:sp>
        <p:sp>
          <p:nvSpPr>
            <p:cNvPr id="38" name="Text Box 40">
              <a:extLst>
                <a:ext uri="{FF2B5EF4-FFF2-40B4-BE49-F238E27FC236}">
                  <a16:creationId xmlns:a16="http://schemas.microsoft.com/office/drawing/2014/main" id="{B9A7813A-4143-2FDA-298A-AD57C4BD8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1" y="2703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i="0">
                  <a:solidFill>
                    <a:srgbClr val="FFFF00"/>
                  </a:solidFill>
                  <a:latin typeface="Times New Roman" charset="0"/>
                </a:rPr>
                <a:t>●</a:t>
              </a:r>
              <a:endParaRPr lang="en-US" altLang="zh-CN" sz="1000" i="0">
                <a:solidFill>
                  <a:srgbClr val="CC00CC"/>
                </a:solidFill>
                <a:latin typeface="Times New Roman" charset="0"/>
              </a:endParaRPr>
            </a:p>
          </p:txBody>
        </p:sp>
      </p:grpSp>
      <p:sp>
        <p:nvSpPr>
          <p:cNvPr id="39" name="Line 41">
            <a:extLst>
              <a:ext uri="{FF2B5EF4-FFF2-40B4-BE49-F238E27FC236}">
                <a16:creationId xmlns:a16="http://schemas.microsoft.com/office/drawing/2014/main" id="{A9239143-9105-4A60-81F7-DD633CE9F1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0862" y="1618724"/>
            <a:ext cx="2149475" cy="32861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40" name="Group 42">
            <a:extLst>
              <a:ext uri="{FF2B5EF4-FFF2-40B4-BE49-F238E27FC236}">
                <a16:creationId xmlns:a16="http://schemas.microsoft.com/office/drawing/2014/main" id="{1BC3D20C-8E22-5C93-6719-792A14E2E113}"/>
              </a:ext>
            </a:extLst>
          </p:cNvPr>
          <p:cNvGrpSpPr>
            <a:grpSpLocks/>
          </p:cNvGrpSpPr>
          <p:nvPr/>
        </p:nvGrpSpPr>
        <p:grpSpPr bwMode="auto">
          <a:xfrm>
            <a:off x="3670299" y="1580624"/>
            <a:ext cx="458788" cy="488950"/>
            <a:chOff x="1928" y="700"/>
            <a:chExt cx="289" cy="308"/>
          </a:xfrm>
        </p:grpSpPr>
        <p:sp>
          <p:nvSpPr>
            <p:cNvPr id="41" name="Text Box 43">
              <a:extLst>
                <a:ext uri="{FF2B5EF4-FFF2-40B4-BE49-F238E27FC236}">
                  <a16:creationId xmlns:a16="http://schemas.microsoft.com/office/drawing/2014/main" id="{83F5A7DF-2EBF-BC03-9DDE-09D8903126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8" y="700"/>
              <a:ext cx="21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FFFF00"/>
                  </a:solidFill>
                </a:rPr>
                <a:t>k</a:t>
              </a:r>
              <a:r>
                <a:rPr lang="en-US" altLang="zh-CN" b="1" i="1" dirty="0">
                  <a:solidFill>
                    <a:srgbClr val="FFFF00"/>
                  </a:solidFill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42" name="Text Box 44">
              <a:extLst>
                <a:ext uri="{FF2B5EF4-FFF2-40B4-BE49-F238E27FC236}">
                  <a16:creationId xmlns:a16="http://schemas.microsoft.com/office/drawing/2014/main" id="{68F018E5-450A-F0B6-0D02-1389F5CA6D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1" y="854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i="1">
                  <a:latin typeface="Times New Roman" charset="0"/>
                </a:rPr>
                <a:t>●</a:t>
              </a:r>
            </a:p>
          </p:txBody>
        </p:sp>
      </p:grpSp>
      <p:sp>
        <p:nvSpPr>
          <p:cNvPr id="43" name="Freeform 45">
            <a:extLst>
              <a:ext uri="{FF2B5EF4-FFF2-40B4-BE49-F238E27FC236}">
                <a16:creationId xmlns:a16="http://schemas.microsoft.com/office/drawing/2014/main" id="{D4CECD79-FC4F-A47A-29BE-14ACFDF91667}"/>
              </a:ext>
            </a:extLst>
          </p:cNvPr>
          <p:cNvSpPr>
            <a:spLocks/>
          </p:cNvSpPr>
          <p:nvPr/>
        </p:nvSpPr>
        <p:spPr bwMode="auto">
          <a:xfrm>
            <a:off x="2892424" y="1764774"/>
            <a:ext cx="1588" cy="3892550"/>
          </a:xfrm>
          <a:custGeom>
            <a:avLst/>
            <a:gdLst>
              <a:gd name="T0" fmla="*/ 0 w 1"/>
              <a:gd name="T1" fmla="*/ 2452 h 2452"/>
              <a:gd name="T2" fmla="*/ 0 w 1"/>
              <a:gd name="T3" fmla="*/ 0 h 245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2452">
                <a:moveTo>
                  <a:pt x="0" y="2452"/>
                </a:moveTo>
                <a:lnTo>
                  <a:pt x="0" y="0"/>
                </a:lnTo>
              </a:path>
            </a:pathLst>
          </a:custGeom>
          <a:noFill/>
          <a:ln w="19050" cmpd="sng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4" name="Line 46">
            <a:extLst>
              <a:ext uri="{FF2B5EF4-FFF2-40B4-BE49-F238E27FC236}">
                <a16:creationId xmlns:a16="http://schemas.microsoft.com/office/drawing/2014/main" id="{EB7137C4-6EAA-52CB-64FD-33133B5A29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8874" y="2102911"/>
            <a:ext cx="0" cy="20939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45" name="Group 2">
            <a:extLst>
              <a:ext uri="{FF2B5EF4-FFF2-40B4-BE49-F238E27FC236}">
                <a16:creationId xmlns:a16="http://schemas.microsoft.com/office/drawing/2014/main" id="{02835361-7747-BC99-4278-5F519C070838}"/>
              </a:ext>
            </a:extLst>
          </p:cNvPr>
          <p:cNvGrpSpPr>
            <a:grpSpLocks/>
          </p:cNvGrpSpPr>
          <p:nvPr/>
        </p:nvGrpSpPr>
        <p:grpSpPr bwMode="auto">
          <a:xfrm>
            <a:off x="2285999" y="1331386"/>
            <a:ext cx="609600" cy="508000"/>
            <a:chOff x="1056" y="556"/>
            <a:chExt cx="384" cy="320"/>
          </a:xfrm>
        </p:grpSpPr>
        <p:sp>
          <p:nvSpPr>
            <p:cNvPr id="46" name="Text Box 3">
              <a:extLst>
                <a:ext uri="{FF2B5EF4-FFF2-40B4-BE49-F238E27FC236}">
                  <a16:creationId xmlns:a16="http://schemas.microsoft.com/office/drawing/2014/main" id="{73D8D1B6-EAE6-691A-4A94-9834F4972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556"/>
              <a:ext cx="38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i="1"/>
                <a:t>m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47" name="Text Box 4">
              <a:extLst>
                <a:ext uri="{FF2B5EF4-FFF2-40B4-BE49-F238E27FC236}">
                  <a16:creationId xmlns:a16="http://schemas.microsoft.com/office/drawing/2014/main" id="{3E801D3D-6401-E1AC-7AEC-9BCB24E4F2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8" y="722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i="1">
                  <a:latin typeface="Times New Roman" charset="0"/>
                </a:rPr>
                <a:t>●</a:t>
              </a:r>
            </a:p>
          </p:txBody>
        </p:sp>
      </p:grpSp>
      <p:sp>
        <p:nvSpPr>
          <p:cNvPr id="48" name="Text Box 53">
            <a:extLst>
              <a:ext uri="{FF2B5EF4-FFF2-40B4-BE49-F238E27FC236}">
                <a16:creationId xmlns:a16="http://schemas.microsoft.com/office/drawing/2014/main" id="{F801D6CB-FE6F-422D-02D1-FF665EC65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1326" y="1686782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kumimoji="0" lang="zh-CN" altLang="en-US" sz="2400" b="1" i="0" dirty="0">
                <a:solidFill>
                  <a:srgbClr val="FF0000"/>
                </a:solidFill>
                <a:latin typeface="Times New Roman" charset="0"/>
              </a:rPr>
              <a:t>投影分析</a:t>
            </a:r>
          </a:p>
        </p:txBody>
      </p:sp>
      <p:sp>
        <p:nvSpPr>
          <p:cNvPr id="49" name="Text Box 56">
            <a:extLst>
              <a:ext uri="{FF2B5EF4-FFF2-40B4-BE49-F238E27FC236}">
                <a16:creationId xmlns:a16="http://schemas.microsoft.com/office/drawing/2014/main" id="{3E0C748A-6063-D4E8-41BA-271196566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4510" y="2365664"/>
            <a:ext cx="602970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kumimoji="0" lang="en-US" altLang="zh-CN" sz="2400" b="1" i="0" dirty="0">
                <a:latin typeface="+mn-ea"/>
              </a:rPr>
              <a:t>    N</a:t>
            </a:r>
            <a:r>
              <a:rPr kumimoji="0" lang="zh-CN" altLang="en-US" sz="2400" b="1" i="0" dirty="0">
                <a:latin typeface="+mn-ea"/>
              </a:rPr>
              <a:t>点的水平投影</a:t>
            </a:r>
            <a:r>
              <a:rPr lang="en-US" altLang="zh-CN" sz="2400" dirty="0">
                <a:latin typeface="+mn-ea"/>
              </a:rPr>
              <a:t>n</a:t>
            </a:r>
            <a:r>
              <a:rPr kumimoji="0" lang="zh-CN" altLang="en-US" sz="2400" b="1" i="0" dirty="0">
                <a:latin typeface="+mn-ea"/>
              </a:rPr>
              <a:t>位于</a:t>
            </a:r>
            <a:r>
              <a:rPr kumimoji="0" lang="en-US" altLang="zh-CN" sz="2400" b="1" i="0" dirty="0" err="1">
                <a:latin typeface="+mn-ea"/>
              </a:rPr>
              <a:t>Δ</a:t>
            </a:r>
            <a:r>
              <a:rPr lang="en-US" altLang="zh-CN" sz="2400" dirty="0" err="1">
                <a:latin typeface="+mn-ea"/>
              </a:rPr>
              <a:t>def</a:t>
            </a:r>
            <a:r>
              <a:rPr lang="en-US" altLang="zh-CN" sz="2400" dirty="0">
                <a:latin typeface="+mn-ea"/>
              </a:rPr>
              <a:t> </a:t>
            </a:r>
            <a:r>
              <a:rPr kumimoji="0" lang="zh-CN" altLang="en-US" sz="2400" b="1" i="0" dirty="0">
                <a:latin typeface="+mn-ea"/>
              </a:rPr>
              <a:t>的外面，说明</a:t>
            </a:r>
            <a:r>
              <a:rPr kumimoji="0" lang="zh-CN" altLang="en-US" sz="2400" b="1" i="0" dirty="0">
                <a:solidFill>
                  <a:srgbClr val="C00000"/>
                </a:solidFill>
                <a:latin typeface="+mn-ea"/>
              </a:rPr>
              <a:t>点</a:t>
            </a:r>
            <a:r>
              <a:rPr kumimoji="0" lang="en-US" altLang="zh-CN" sz="2400" b="1" i="0" dirty="0">
                <a:solidFill>
                  <a:srgbClr val="C00000"/>
                </a:solidFill>
                <a:latin typeface="+mn-ea"/>
              </a:rPr>
              <a:t>N</a:t>
            </a:r>
            <a:r>
              <a:rPr kumimoji="0" lang="zh-CN" altLang="en-US" sz="2400" b="1" i="0" dirty="0">
                <a:solidFill>
                  <a:srgbClr val="C00000"/>
                </a:solidFill>
                <a:latin typeface="+mn-ea"/>
              </a:rPr>
              <a:t>位于</a:t>
            </a:r>
            <a:r>
              <a:rPr kumimoji="0" lang="en-US" altLang="zh-CN" sz="2400" b="1" i="0" dirty="0">
                <a:solidFill>
                  <a:srgbClr val="C00000"/>
                </a:solidFill>
                <a:latin typeface="+mn-ea"/>
              </a:rPr>
              <a:t>ΔDEF</a:t>
            </a:r>
            <a:r>
              <a:rPr kumimoji="0" lang="zh-CN" altLang="en-US" sz="2400" b="1" i="0" dirty="0">
                <a:solidFill>
                  <a:srgbClr val="C00000"/>
                </a:solidFill>
                <a:latin typeface="+mn-ea"/>
              </a:rPr>
              <a:t>所确定的平面内，但不位于</a:t>
            </a:r>
            <a:r>
              <a:rPr kumimoji="0" lang="en-US" altLang="zh-CN" sz="2400" b="1" i="0" dirty="0">
                <a:solidFill>
                  <a:srgbClr val="C00000"/>
                </a:solidFill>
                <a:latin typeface="+mn-ea"/>
              </a:rPr>
              <a:t>ΔDEF</a:t>
            </a:r>
            <a:r>
              <a:rPr kumimoji="0" lang="zh-CN" altLang="en-US" sz="2400" b="1" i="0" dirty="0">
                <a:solidFill>
                  <a:srgbClr val="C00000"/>
                </a:solidFill>
                <a:latin typeface="+mn-ea"/>
              </a:rPr>
              <a:t>这个图形内。</a:t>
            </a:r>
          </a:p>
          <a:p>
            <a:pPr algn="l" eaLnBrk="1" hangingPunct="1"/>
            <a:r>
              <a:rPr kumimoji="0" lang="zh-CN" altLang="en-US" sz="2400" b="1" i="0" dirty="0">
                <a:latin typeface="+mn-ea"/>
              </a:rPr>
              <a:t>    </a:t>
            </a:r>
            <a:r>
              <a:rPr kumimoji="0" lang="zh-CN" altLang="en-US" sz="2400" b="1" i="0" dirty="0">
                <a:solidFill>
                  <a:srgbClr val="002060"/>
                </a:solidFill>
                <a:latin typeface="+mn-ea"/>
              </a:rPr>
              <a:t>所以：</a:t>
            </a:r>
            <a:r>
              <a:rPr kumimoji="0" lang="en-US" altLang="zh-CN" sz="2400" b="1" i="0" dirty="0">
                <a:solidFill>
                  <a:srgbClr val="002060"/>
                </a:solidFill>
                <a:latin typeface="+mn-ea"/>
              </a:rPr>
              <a:t>ΔABC</a:t>
            </a:r>
            <a:r>
              <a:rPr kumimoji="0" lang="zh-CN" altLang="en-US" sz="2400" b="1" i="0" dirty="0">
                <a:solidFill>
                  <a:srgbClr val="002060"/>
                </a:solidFill>
                <a:latin typeface="+mn-ea"/>
              </a:rPr>
              <a:t>和</a:t>
            </a:r>
            <a:r>
              <a:rPr kumimoji="0" lang="en-US" altLang="zh-CN" sz="2400" b="1" i="0" dirty="0">
                <a:solidFill>
                  <a:srgbClr val="002060"/>
                </a:solidFill>
                <a:latin typeface="+mn-ea"/>
              </a:rPr>
              <a:t>ΔDEF</a:t>
            </a:r>
            <a:r>
              <a:rPr kumimoji="0" lang="zh-CN" altLang="en-US" sz="2400" b="1" i="0" dirty="0">
                <a:solidFill>
                  <a:srgbClr val="002060"/>
                </a:solidFill>
                <a:latin typeface="+mn-ea"/>
              </a:rPr>
              <a:t>的交线应为</a:t>
            </a:r>
            <a:r>
              <a:rPr kumimoji="0" lang="en-US" altLang="zh-CN" sz="2400" b="1" i="0" dirty="0">
                <a:solidFill>
                  <a:srgbClr val="002060"/>
                </a:solidFill>
                <a:latin typeface="+mn-ea"/>
              </a:rPr>
              <a:t>MK</a:t>
            </a:r>
            <a:r>
              <a:rPr kumimoji="0" lang="zh-CN" altLang="en-US" sz="2400" b="1" i="0" dirty="0">
                <a:solidFill>
                  <a:srgbClr val="002060"/>
                </a:solidFill>
                <a:latin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39982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137286C-0D8F-9EEC-C872-8E4260C2E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01138-43FE-9645-BA2F-AEAED5D77243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3AF381D-9012-CC25-28A2-8745A0B5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F63925-0923-4AE5-942B-870EFF14B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39</a:t>
            </a:fld>
            <a:endParaRPr lang="en-US"/>
          </a:p>
        </p:txBody>
      </p:sp>
      <p:sp>
        <p:nvSpPr>
          <p:cNvPr id="43" name="Text Box 2">
            <a:extLst>
              <a:ext uri="{FF2B5EF4-FFF2-40B4-BE49-F238E27FC236}">
                <a16:creationId xmlns:a16="http://schemas.microsoft.com/office/drawing/2014/main" id="{59BE918B-105D-512E-9B40-CEBA69A11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213" y="29845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endParaRPr lang="en-US" altLang="en-US" b="1" i="0">
              <a:latin typeface="Times New Roman" charset="0"/>
            </a:endParaRPr>
          </a:p>
        </p:txBody>
      </p:sp>
      <p:grpSp>
        <p:nvGrpSpPr>
          <p:cNvPr id="44" name="Group 51">
            <a:extLst>
              <a:ext uri="{FF2B5EF4-FFF2-40B4-BE49-F238E27FC236}">
                <a16:creationId xmlns:a16="http://schemas.microsoft.com/office/drawing/2014/main" id="{0F6D54BE-683F-2BFE-FC5A-D326922D4E52}"/>
              </a:ext>
            </a:extLst>
          </p:cNvPr>
          <p:cNvGrpSpPr>
            <a:grpSpLocks/>
          </p:cNvGrpSpPr>
          <p:nvPr/>
        </p:nvGrpSpPr>
        <p:grpSpPr bwMode="auto">
          <a:xfrm>
            <a:off x="2933701" y="4440670"/>
            <a:ext cx="3108325" cy="2160588"/>
            <a:chOff x="646" y="2785"/>
            <a:chExt cx="1958" cy="1361"/>
          </a:xfrm>
        </p:grpSpPr>
        <p:grpSp>
          <p:nvGrpSpPr>
            <p:cNvPr id="45" name="Group 48">
              <a:extLst>
                <a:ext uri="{FF2B5EF4-FFF2-40B4-BE49-F238E27FC236}">
                  <a16:creationId xmlns:a16="http://schemas.microsoft.com/office/drawing/2014/main" id="{C2FADE1F-48E4-2493-6741-F5CEC2F967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9" y="3035"/>
              <a:ext cx="1055" cy="1111"/>
              <a:chOff x="1089" y="3101"/>
              <a:chExt cx="1055" cy="1111"/>
            </a:xfrm>
          </p:grpSpPr>
          <p:sp>
            <p:nvSpPr>
              <p:cNvPr id="47" name="Freeform 8">
                <a:extLst>
                  <a:ext uri="{FF2B5EF4-FFF2-40B4-BE49-F238E27FC236}">
                    <a16:creationId xmlns:a16="http://schemas.microsoft.com/office/drawing/2014/main" id="{7DE7BD36-A2FD-5A4C-FD26-8840CE276E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3" y="3427"/>
                <a:ext cx="1" cy="594"/>
              </a:xfrm>
              <a:custGeom>
                <a:avLst/>
                <a:gdLst>
                  <a:gd name="T0" fmla="*/ 0 w 1"/>
                  <a:gd name="T1" fmla="*/ 0 h 766"/>
                  <a:gd name="T2" fmla="*/ 0 w 1"/>
                  <a:gd name="T3" fmla="*/ 766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766">
                    <a:moveTo>
                      <a:pt x="0" y="0"/>
                    </a:moveTo>
                    <a:lnTo>
                      <a:pt x="0" y="766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8" name="Line 9">
                <a:extLst>
                  <a:ext uri="{FF2B5EF4-FFF2-40B4-BE49-F238E27FC236}">
                    <a16:creationId xmlns:a16="http://schemas.microsoft.com/office/drawing/2014/main" id="{5422E568-D017-7E1C-8AC5-CD0A9496CE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51" y="3278"/>
                <a:ext cx="698" cy="25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9" name="Line 10">
                <a:extLst>
                  <a:ext uri="{FF2B5EF4-FFF2-40B4-BE49-F238E27FC236}">
                    <a16:creationId xmlns:a16="http://schemas.microsoft.com/office/drawing/2014/main" id="{2E120E4A-CEF6-E7A8-25B4-F16A1E9B91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51" y="3861"/>
                <a:ext cx="698" cy="251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0" name="Line 11">
                <a:extLst>
                  <a:ext uri="{FF2B5EF4-FFF2-40B4-BE49-F238E27FC236}">
                    <a16:creationId xmlns:a16="http://schemas.microsoft.com/office/drawing/2014/main" id="{AA73DB61-1C2D-9622-8992-FC476EC821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42" y="3709"/>
                <a:ext cx="92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1" name="Line 12">
                <a:extLst>
                  <a:ext uri="{FF2B5EF4-FFF2-40B4-BE49-F238E27FC236}">
                    <a16:creationId xmlns:a16="http://schemas.microsoft.com/office/drawing/2014/main" id="{0BC5800C-9137-FB11-2156-08AA566246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1" y="3528"/>
                <a:ext cx="0" cy="5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2" name="Line 13">
                <a:extLst>
                  <a:ext uri="{FF2B5EF4-FFF2-40B4-BE49-F238E27FC236}">
                    <a16:creationId xmlns:a16="http://schemas.microsoft.com/office/drawing/2014/main" id="{10191277-0333-3DB8-258A-0AE15D0855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49" y="3278"/>
                <a:ext cx="0" cy="58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3" name="Text Box 14">
                <a:extLst>
                  <a:ext uri="{FF2B5EF4-FFF2-40B4-BE49-F238E27FC236}">
                    <a16:creationId xmlns:a16="http://schemas.microsoft.com/office/drawing/2014/main" id="{DD70B9F0-EBFB-800F-4C9A-9A5C1660A6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9" y="3979"/>
                <a:ext cx="191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i="1"/>
                  <a:t>a</a:t>
                </a:r>
                <a:endParaRPr lang="en-US" altLang="zh-CN" sz="2000" b="1" i="1">
                  <a:latin typeface="Italic" charset="0"/>
                </a:endParaRPr>
              </a:p>
            </p:txBody>
          </p:sp>
          <p:sp>
            <p:nvSpPr>
              <p:cNvPr id="54" name="Text Box 15">
                <a:extLst>
                  <a:ext uri="{FF2B5EF4-FFF2-40B4-BE49-F238E27FC236}">
                    <a16:creationId xmlns:a16="http://schemas.microsoft.com/office/drawing/2014/main" id="{9808512B-563E-047B-A915-826F85C9FE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3" y="3695"/>
                <a:ext cx="191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i="1"/>
                  <a:t>b</a:t>
                </a:r>
                <a:endParaRPr lang="en-US" altLang="zh-CN" b="1" i="1">
                  <a:latin typeface="Times New Roman" charset="0"/>
                </a:endParaRPr>
              </a:p>
            </p:txBody>
          </p:sp>
          <p:sp>
            <p:nvSpPr>
              <p:cNvPr id="55" name="Text Box 16">
                <a:extLst>
                  <a:ext uri="{FF2B5EF4-FFF2-40B4-BE49-F238E27FC236}">
                    <a16:creationId xmlns:a16="http://schemas.microsoft.com/office/drawing/2014/main" id="{89311F30-4151-356F-1A0E-36A43C117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00" y="3783"/>
                <a:ext cx="17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i="1"/>
                  <a:t>c</a:t>
                </a:r>
              </a:p>
            </p:txBody>
          </p:sp>
          <p:sp>
            <p:nvSpPr>
              <p:cNvPr id="56" name="Text Box 17">
                <a:extLst>
                  <a:ext uri="{FF2B5EF4-FFF2-40B4-BE49-F238E27FC236}">
                    <a16:creationId xmlns:a16="http://schemas.microsoft.com/office/drawing/2014/main" id="{F08D0B64-ED57-AF5F-9DF6-7A500BA439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9" y="3362"/>
                <a:ext cx="22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i="1" dirty="0">
                    <a:sym typeface="EuroRoman" charset="0"/>
                  </a:rPr>
                  <a:t>a</a:t>
                </a:r>
                <a:r>
                  <a:rPr lang="en-US" altLang="zh-CN" b="1" i="1" dirty="0">
                    <a:latin typeface="Times New Roman" charset="0"/>
                    <a:sym typeface="Symbol" charset="2"/>
                  </a:rPr>
                  <a:t></a:t>
                </a:r>
              </a:p>
            </p:txBody>
          </p:sp>
          <p:sp>
            <p:nvSpPr>
              <p:cNvPr id="57" name="Text Box 18">
                <a:extLst>
                  <a:ext uri="{FF2B5EF4-FFF2-40B4-BE49-F238E27FC236}">
                    <a16:creationId xmlns:a16="http://schemas.microsoft.com/office/drawing/2014/main" id="{F4C7ECA3-74E0-03D7-DE12-C185F79320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7" y="3101"/>
                <a:ext cx="22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i="1"/>
                  <a:t>b</a:t>
                </a:r>
                <a:r>
                  <a:rPr lang="en-US" altLang="zh-CN" b="1" i="1">
                    <a:latin typeface="Times New Roman" charset="0"/>
                    <a:sym typeface="Symbol" charset="2"/>
                  </a:rPr>
                  <a:t></a:t>
                </a:r>
              </a:p>
            </p:txBody>
          </p:sp>
          <p:sp>
            <p:nvSpPr>
              <p:cNvPr id="58" name="Text Box 19">
                <a:extLst>
                  <a:ext uri="{FF2B5EF4-FFF2-40B4-BE49-F238E27FC236}">
                    <a16:creationId xmlns:a16="http://schemas.microsoft.com/office/drawing/2014/main" id="{05050177-2F6A-75C4-04DD-DA6D0A55CF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4" y="3207"/>
                <a:ext cx="213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i="1">
                    <a:sym typeface="EuroRoman" charset="0"/>
                  </a:rPr>
                  <a:t>c</a:t>
                </a:r>
                <a:r>
                  <a:rPr lang="en-US" altLang="zh-CN" b="1" i="1">
                    <a:latin typeface="Times New Roman" charset="0"/>
                    <a:sym typeface="Symbol" charset="2"/>
                  </a:rPr>
                  <a:t></a:t>
                </a:r>
              </a:p>
            </p:txBody>
          </p:sp>
        </p:grpSp>
        <p:sp>
          <p:nvSpPr>
            <p:cNvPr id="46" name="Text Box 20">
              <a:extLst>
                <a:ext uri="{FF2B5EF4-FFF2-40B4-BE49-F238E27FC236}">
                  <a16:creationId xmlns:a16="http://schemas.microsoft.com/office/drawing/2014/main" id="{0F518A27-7934-9D61-544C-9BA488B506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6" y="2785"/>
              <a:ext cx="195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b="1" i="0" dirty="0">
                  <a:latin typeface="宋体" charset="-122"/>
                </a:rPr>
                <a:t>① </a:t>
              </a:r>
              <a:r>
                <a:rPr lang="zh-CN" altLang="en-US" b="1" i="0" dirty="0">
                  <a:latin typeface="宋体" charset="-122"/>
                </a:rPr>
                <a:t>直线为一般位置时</a:t>
              </a:r>
              <a:endParaRPr lang="zh-CN" altLang="en-US" b="1" i="0" dirty="0">
                <a:latin typeface="Times New Roman" charset="0"/>
              </a:endParaRPr>
            </a:p>
          </p:txBody>
        </p:sp>
      </p:grpSp>
      <p:grpSp>
        <p:nvGrpSpPr>
          <p:cNvPr id="59" name="Group 52">
            <a:extLst>
              <a:ext uri="{FF2B5EF4-FFF2-40B4-BE49-F238E27FC236}">
                <a16:creationId xmlns:a16="http://schemas.microsoft.com/office/drawing/2014/main" id="{2D4D3E98-3B46-05FE-DB83-A469099948D8}"/>
              </a:ext>
            </a:extLst>
          </p:cNvPr>
          <p:cNvGrpSpPr>
            <a:grpSpLocks/>
          </p:cNvGrpSpPr>
          <p:nvPr/>
        </p:nvGrpSpPr>
        <p:grpSpPr bwMode="auto">
          <a:xfrm>
            <a:off x="6693694" y="4422854"/>
            <a:ext cx="3108325" cy="2260600"/>
            <a:chOff x="2906" y="2785"/>
            <a:chExt cx="1958" cy="1424"/>
          </a:xfrm>
        </p:grpSpPr>
        <p:sp>
          <p:nvSpPr>
            <p:cNvPr id="60" name="Text Box 35">
              <a:extLst>
                <a:ext uri="{FF2B5EF4-FFF2-40B4-BE49-F238E27FC236}">
                  <a16:creationId xmlns:a16="http://schemas.microsoft.com/office/drawing/2014/main" id="{7E71DC66-DDA3-D442-C9FE-E19120931E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6" y="2785"/>
              <a:ext cx="195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l" eaLnBrk="1" hangingPunct="1"/>
              <a:r>
                <a:rPr lang="en-US" altLang="zh-CN" b="1" i="0" dirty="0">
                  <a:latin typeface="宋体" charset="-122"/>
                </a:rPr>
                <a:t>② </a:t>
              </a:r>
              <a:r>
                <a:rPr lang="zh-CN" altLang="en-US" b="1" i="0" dirty="0">
                  <a:latin typeface="宋体" charset="-122"/>
                </a:rPr>
                <a:t>直线为特殊位置时</a:t>
              </a:r>
              <a:endParaRPr lang="zh-CN" altLang="en-US" b="1" i="0" dirty="0">
                <a:latin typeface="Times New Roman" charset="0"/>
              </a:endParaRPr>
            </a:p>
          </p:txBody>
        </p:sp>
        <p:grpSp>
          <p:nvGrpSpPr>
            <p:cNvPr id="61" name="Group 50">
              <a:extLst>
                <a:ext uri="{FF2B5EF4-FFF2-40B4-BE49-F238E27FC236}">
                  <a16:creationId xmlns:a16="http://schemas.microsoft.com/office/drawing/2014/main" id="{F4BF82F1-9879-31F6-7168-851B283ADA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7" y="3023"/>
              <a:ext cx="865" cy="1186"/>
              <a:chOff x="3250" y="2747"/>
              <a:chExt cx="865" cy="1186"/>
            </a:xfrm>
          </p:grpSpPr>
          <p:sp>
            <p:nvSpPr>
              <p:cNvPr id="62" name="Text Box 27">
                <a:extLst>
                  <a:ext uri="{FF2B5EF4-FFF2-40B4-BE49-F238E27FC236}">
                    <a16:creationId xmlns:a16="http://schemas.microsoft.com/office/drawing/2014/main" id="{66B6EFA1-8FB8-5790-965D-B7667D9811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0" y="3700"/>
                <a:ext cx="191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i="1"/>
                  <a:t>b</a:t>
                </a:r>
                <a:endParaRPr lang="en-US" altLang="zh-CN" b="1" i="1">
                  <a:latin typeface="Times New Roman" charset="0"/>
                </a:endParaRPr>
              </a:p>
            </p:txBody>
          </p:sp>
          <p:sp>
            <p:nvSpPr>
              <p:cNvPr id="63" name="Text Box 26">
                <a:extLst>
                  <a:ext uri="{FF2B5EF4-FFF2-40B4-BE49-F238E27FC236}">
                    <a16:creationId xmlns:a16="http://schemas.microsoft.com/office/drawing/2014/main" id="{32F92304-032B-FAF2-40B7-F7469C25BA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7" y="3341"/>
                <a:ext cx="191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i="1" dirty="0"/>
                  <a:t>a</a:t>
                </a:r>
                <a:endParaRPr lang="en-US" altLang="zh-CN" b="1" i="1" dirty="0">
                  <a:latin typeface="Times New Roman" charset="0"/>
                </a:endParaRPr>
              </a:p>
            </p:txBody>
          </p:sp>
          <p:sp>
            <p:nvSpPr>
              <p:cNvPr id="64" name="Text Box 30">
                <a:extLst>
                  <a:ext uri="{FF2B5EF4-FFF2-40B4-BE49-F238E27FC236}">
                    <a16:creationId xmlns:a16="http://schemas.microsoft.com/office/drawing/2014/main" id="{999562D8-0A45-9387-8371-A23A4BDF50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3" y="3175"/>
                <a:ext cx="22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i="1"/>
                  <a:t>b</a:t>
                </a:r>
                <a:r>
                  <a:rPr lang="en-US" altLang="zh-CN" b="1" i="1">
                    <a:latin typeface="Times New Roman" charset="0"/>
                    <a:sym typeface="Symbol" charset="2"/>
                  </a:rPr>
                  <a:t></a:t>
                </a:r>
              </a:p>
            </p:txBody>
          </p:sp>
          <p:sp>
            <p:nvSpPr>
              <p:cNvPr id="65" name="Line 23">
                <a:extLst>
                  <a:ext uri="{FF2B5EF4-FFF2-40B4-BE49-F238E27FC236}">
                    <a16:creationId xmlns:a16="http://schemas.microsoft.com/office/drawing/2014/main" id="{82A3977A-9041-D0AA-B0DC-A9C490E6D7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8" y="2954"/>
                <a:ext cx="0" cy="312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6" name="Line 24">
                <a:extLst>
                  <a:ext uri="{FF2B5EF4-FFF2-40B4-BE49-F238E27FC236}">
                    <a16:creationId xmlns:a16="http://schemas.microsoft.com/office/drawing/2014/main" id="{D4BBAF56-D5B9-9B49-EFBC-6DFA74A1EC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8" y="3266"/>
                <a:ext cx="0" cy="26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7" name="Line 25">
                <a:extLst>
                  <a:ext uri="{FF2B5EF4-FFF2-40B4-BE49-F238E27FC236}">
                    <a16:creationId xmlns:a16="http://schemas.microsoft.com/office/drawing/2014/main" id="{1E6501A9-FF57-C2DB-6B06-6554C2A806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8" y="3528"/>
                <a:ext cx="0" cy="268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8" name="Text Box 28">
                <a:extLst>
                  <a:ext uri="{FF2B5EF4-FFF2-40B4-BE49-F238E27FC236}">
                    <a16:creationId xmlns:a16="http://schemas.microsoft.com/office/drawing/2014/main" id="{79B8E1DF-21BB-D7B5-D545-0E3321A4C9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79" y="3483"/>
                <a:ext cx="18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i="1"/>
                  <a:t>k</a:t>
                </a:r>
                <a:endParaRPr lang="en-US" altLang="zh-CN" sz="2800" b="1" i="1">
                  <a:latin typeface="Times New Roman" charset="0"/>
                </a:endParaRPr>
              </a:p>
            </p:txBody>
          </p:sp>
          <p:sp>
            <p:nvSpPr>
              <p:cNvPr id="69" name="Text Box 29">
                <a:extLst>
                  <a:ext uri="{FF2B5EF4-FFF2-40B4-BE49-F238E27FC236}">
                    <a16:creationId xmlns:a16="http://schemas.microsoft.com/office/drawing/2014/main" id="{69DC1F9C-10D5-F7E8-EF17-A8C6E30EAB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62" y="2747"/>
                <a:ext cx="22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i="1" dirty="0">
                    <a:sym typeface="EuroRoman" charset="0"/>
                  </a:rPr>
                  <a:t>a</a:t>
                </a:r>
                <a:r>
                  <a:rPr lang="en-US" altLang="zh-CN" b="1" i="1" dirty="0">
                    <a:latin typeface="Times New Roman" charset="0"/>
                    <a:sym typeface="Symbol" charset="2"/>
                  </a:rPr>
                  <a:t></a:t>
                </a:r>
              </a:p>
            </p:txBody>
          </p:sp>
          <p:sp>
            <p:nvSpPr>
              <p:cNvPr id="70" name="Text Box 31">
                <a:extLst>
                  <a:ext uri="{FF2B5EF4-FFF2-40B4-BE49-F238E27FC236}">
                    <a16:creationId xmlns:a16="http://schemas.microsoft.com/office/drawing/2014/main" id="{12FFCC73-DAAF-6BD7-9272-56BDC857B7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50" y="3001"/>
                <a:ext cx="28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eaLnBrk="1" hangingPunct="1"/>
                <a:r>
                  <a:rPr lang="en-US" altLang="zh-CN" i="1"/>
                  <a:t>k</a:t>
                </a:r>
                <a:r>
                  <a:rPr lang="en-US" altLang="zh-CN" b="1" i="1">
                    <a:latin typeface="Times New Roman" charset="0"/>
                    <a:sym typeface="Symbol" charset="2"/>
                  </a:rPr>
                  <a:t></a:t>
                </a:r>
              </a:p>
            </p:txBody>
          </p:sp>
          <p:sp>
            <p:nvSpPr>
              <p:cNvPr id="71" name="Text Box 33">
                <a:extLst>
                  <a:ext uri="{FF2B5EF4-FFF2-40B4-BE49-F238E27FC236}">
                    <a16:creationId xmlns:a16="http://schemas.microsoft.com/office/drawing/2014/main" id="{A8981162-0A9B-22E4-4FFF-6CD0B703BD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98" y="3515"/>
                <a:ext cx="197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sz="1000" b="1" i="0">
                    <a:latin typeface="Times New Roman" charset="0"/>
                  </a:rPr>
                  <a:t>●</a:t>
                </a:r>
                <a:endParaRPr lang="en-US" altLang="zh-CN" sz="1800" b="1" i="0">
                  <a:latin typeface="Times New Roman" charset="0"/>
                </a:endParaRPr>
              </a:p>
            </p:txBody>
          </p:sp>
          <p:sp>
            <p:nvSpPr>
              <p:cNvPr id="72" name="Text Box 34">
                <a:extLst>
                  <a:ext uri="{FF2B5EF4-FFF2-40B4-BE49-F238E27FC236}">
                    <a16:creationId xmlns:a16="http://schemas.microsoft.com/office/drawing/2014/main" id="{970DCAAC-EFF7-3681-AA37-3EFEAECE14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97" y="3079"/>
                <a:ext cx="197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sz="1000" b="1" i="0">
                    <a:latin typeface="Times New Roman" charset="0"/>
                  </a:rPr>
                  <a:t>●</a:t>
                </a:r>
              </a:p>
            </p:txBody>
          </p:sp>
          <p:sp>
            <p:nvSpPr>
              <p:cNvPr id="73" name="Line 36">
                <a:extLst>
                  <a:ext uri="{FF2B5EF4-FFF2-40B4-BE49-F238E27FC236}">
                    <a16:creationId xmlns:a16="http://schemas.microsoft.com/office/drawing/2014/main" id="{94A3CD57-E5E5-DB16-4DEC-000626EA9B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7" y="3385"/>
                <a:ext cx="81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74" name="Text Box 39">
            <a:extLst>
              <a:ext uri="{FF2B5EF4-FFF2-40B4-BE49-F238E27FC236}">
                <a16:creationId xmlns:a16="http://schemas.microsoft.com/office/drawing/2014/main" id="{2B59A8B1-CC86-F9CB-5565-8E60E2CD8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6733" y="1828221"/>
            <a:ext cx="87423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>
              <a:lnSpc>
                <a:spcPct val="90000"/>
              </a:lnSpc>
            </a:pPr>
            <a:r>
              <a:rPr lang="en-US" altLang="zh-CN" sz="2000" b="1" i="0" dirty="0">
                <a:latin typeface="DengXian" charset="-122"/>
                <a:ea typeface="DengXian" charset="-122"/>
                <a:cs typeface="DengXian" charset="-122"/>
              </a:rPr>
              <a:t>★ </a:t>
            </a:r>
            <a:r>
              <a:rPr lang="zh-CN" altLang="en-US" sz="2000" b="1" i="0" dirty="0">
                <a:latin typeface="DengXian" charset="-122"/>
                <a:ea typeface="DengXian" charset="-122"/>
                <a:cs typeface="DengXian" charset="-122"/>
              </a:rPr>
              <a:t>点、直线、平面的投影特性，尤其是</a:t>
            </a:r>
            <a:r>
              <a:rPr lang="zh-CN" altLang="en-US" sz="2000" b="1" i="0" dirty="0">
                <a:solidFill>
                  <a:srgbClr val="FF3300"/>
                </a:solidFill>
                <a:latin typeface="DengXian" charset="-122"/>
                <a:ea typeface="DengXian" charset="-122"/>
                <a:cs typeface="DengXian" charset="-122"/>
              </a:rPr>
              <a:t>特殊位置直线与平面的投影特性</a:t>
            </a:r>
            <a:r>
              <a:rPr lang="zh-CN" altLang="en-US" sz="2000" b="1" i="0" dirty="0">
                <a:latin typeface="DengXian" charset="-122"/>
                <a:ea typeface="DengXian" charset="-122"/>
                <a:cs typeface="DengXian" charset="-122"/>
              </a:rPr>
              <a:t>。</a:t>
            </a:r>
          </a:p>
        </p:txBody>
      </p:sp>
      <p:sp>
        <p:nvSpPr>
          <p:cNvPr id="75" name="Text Box 40">
            <a:extLst>
              <a:ext uri="{FF2B5EF4-FFF2-40B4-BE49-F238E27FC236}">
                <a16:creationId xmlns:a16="http://schemas.microsoft.com/office/drawing/2014/main" id="{39D3A188-3650-A65B-117E-0D44A1FAD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2998" y="1290760"/>
            <a:ext cx="198002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i="0" dirty="0">
                <a:latin typeface="DengXian" charset="-122"/>
                <a:ea typeface="DengXian" charset="-122"/>
                <a:cs typeface="DengXian" charset="-122"/>
              </a:rPr>
              <a:t>重点掌握：</a:t>
            </a:r>
          </a:p>
        </p:txBody>
      </p:sp>
      <p:sp>
        <p:nvSpPr>
          <p:cNvPr id="76" name="Text Box 41">
            <a:extLst>
              <a:ext uri="{FF2B5EF4-FFF2-40B4-BE49-F238E27FC236}">
                <a16:creationId xmlns:a16="http://schemas.microsoft.com/office/drawing/2014/main" id="{72B13F6E-C886-EE1E-FB20-D5816B3C1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7970" y="2280034"/>
            <a:ext cx="87772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>
              <a:lnSpc>
                <a:spcPct val="90000"/>
              </a:lnSpc>
            </a:pPr>
            <a:r>
              <a:rPr lang="en-US" altLang="zh-CN" sz="2000" b="1" i="0" dirty="0">
                <a:latin typeface="DengXian" charset="-122"/>
                <a:ea typeface="DengXian" charset="-122"/>
                <a:cs typeface="DengXian" charset="-122"/>
              </a:rPr>
              <a:t>★ </a:t>
            </a:r>
            <a:r>
              <a:rPr lang="zh-CN" altLang="en-US" sz="2000" b="1" i="0" dirty="0">
                <a:latin typeface="DengXian" charset="-122"/>
                <a:ea typeface="DengXian" charset="-122"/>
                <a:cs typeface="DengXian" charset="-122"/>
              </a:rPr>
              <a:t>点、直线、平面的</a:t>
            </a:r>
            <a:r>
              <a:rPr lang="zh-CN" altLang="en-US" sz="2000" b="1" i="0" dirty="0">
                <a:solidFill>
                  <a:srgbClr val="FF3300"/>
                </a:solidFill>
                <a:latin typeface="DengXian" charset="-122"/>
                <a:ea typeface="DengXian" charset="-122"/>
                <a:cs typeface="DengXian" charset="-122"/>
              </a:rPr>
              <a:t>相对位置的判断方法及投影特性</a:t>
            </a:r>
            <a:r>
              <a:rPr lang="zh-CN" altLang="en-US" sz="2000" b="1" i="0" dirty="0">
                <a:latin typeface="DengXian" charset="-122"/>
                <a:ea typeface="DengXian" charset="-122"/>
                <a:cs typeface="DengXian" charset="-122"/>
              </a:rPr>
              <a:t>。</a:t>
            </a:r>
          </a:p>
        </p:txBody>
      </p:sp>
      <p:sp>
        <p:nvSpPr>
          <p:cNvPr id="77" name="Text Box 42">
            <a:extLst>
              <a:ext uri="{FF2B5EF4-FFF2-40B4-BE49-F238E27FC236}">
                <a16:creationId xmlns:a16="http://schemas.microsoft.com/office/drawing/2014/main" id="{F49742DA-362C-54A5-9E56-8B675EAD1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817" y="2673887"/>
            <a:ext cx="23391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400" b="1" i="0" dirty="0">
                <a:solidFill>
                  <a:srgbClr val="3366CC"/>
                </a:solidFill>
                <a:latin typeface="DengXian" charset="-122"/>
                <a:ea typeface="DengXian" charset="-122"/>
                <a:cs typeface="DengXian" charset="-122"/>
              </a:rPr>
              <a:t>一、直线上的点</a:t>
            </a:r>
          </a:p>
        </p:txBody>
      </p:sp>
      <p:sp>
        <p:nvSpPr>
          <p:cNvPr id="78" name="Text Box 43">
            <a:extLst>
              <a:ext uri="{FF2B5EF4-FFF2-40B4-BE49-F238E27FC236}">
                <a16:creationId xmlns:a16="http://schemas.microsoft.com/office/drawing/2014/main" id="{1AB96175-627F-0467-7A11-7246023E6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7579" y="3102916"/>
            <a:ext cx="41617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zh-CN" sz="2000" b="1" i="0" dirty="0">
                <a:latin typeface="DengXian" charset="-122"/>
                <a:ea typeface="DengXian" charset="-122"/>
                <a:cs typeface="DengXian" charset="-122"/>
              </a:rPr>
              <a:t>⒈ </a:t>
            </a:r>
            <a:r>
              <a:rPr lang="zh-CN" altLang="en-US" sz="2000" b="1" i="0" dirty="0">
                <a:latin typeface="DengXian" charset="-122"/>
                <a:ea typeface="DengXian" charset="-122"/>
                <a:cs typeface="DengXian" charset="-122"/>
              </a:rPr>
              <a:t>点的投影在直线的同名投影上。</a:t>
            </a:r>
          </a:p>
        </p:txBody>
      </p:sp>
      <p:sp>
        <p:nvSpPr>
          <p:cNvPr id="79" name="Text Box 44">
            <a:extLst>
              <a:ext uri="{FF2B5EF4-FFF2-40B4-BE49-F238E27FC236}">
                <a16:creationId xmlns:a16="http://schemas.microsoft.com/office/drawing/2014/main" id="{21B5723D-BB81-2D21-FDAD-5C23CBD91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7579" y="3549003"/>
            <a:ext cx="635777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1" hangingPunct="1"/>
            <a:r>
              <a:rPr lang="en-US" altLang="zh-CN" sz="2000" b="1" i="0" dirty="0">
                <a:latin typeface="DengXian" charset="-122"/>
                <a:ea typeface="DengXian" charset="-122"/>
                <a:cs typeface="DengXian" charset="-122"/>
              </a:rPr>
              <a:t>⒉ </a:t>
            </a:r>
            <a:r>
              <a:rPr lang="zh-CN" altLang="en-US" sz="2000" b="1" i="0" dirty="0">
                <a:latin typeface="DengXian" charset="-122"/>
                <a:ea typeface="DengXian" charset="-122"/>
                <a:cs typeface="DengXian" charset="-122"/>
              </a:rPr>
              <a:t>点的投影必分线段的投影成定比</a:t>
            </a:r>
            <a:r>
              <a:rPr lang="en-US" altLang="zh-CN" sz="2000" b="1" i="0" dirty="0">
                <a:latin typeface="DengXian" charset="-122"/>
                <a:ea typeface="DengXian" charset="-122"/>
                <a:cs typeface="DengXian" charset="-122"/>
              </a:rPr>
              <a:t>——</a:t>
            </a:r>
            <a:r>
              <a:rPr lang="zh-CN" altLang="en-US" sz="2000" b="1" i="0" dirty="0">
                <a:latin typeface="DengXian" charset="-122"/>
                <a:ea typeface="DengXian" charset="-122"/>
                <a:cs typeface="DengXian" charset="-122"/>
              </a:rPr>
              <a:t>定比定理。</a:t>
            </a:r>
          </a:p>
        </p:txBody>
      </p:sp>
      <p:sp>
        <p:nvSpPr>
          <p:cNvPr id="80" name="Text Box 45">
            <a:extLst>
              <a:ext uri="{FF2B5EF4-FFF2-40B4-BE49-F238E27FC236}">
                <a16:creationId xmlns:a16="http://schemas.microsoft.com/office/drawing/2014/main" id="{7494EE24-8483-3676-66B4-A1972201A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5802" y="3966591"/>
            <a:ext cx="55610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en-US" altLang="zh-CN" sz="2000" b="1" i="0">
                <a:latin typeface="DengXian" charset="-122"/>
                <a:ea typeface="DengXian" charset="-122"/>
                <a:cs typeface="DengXian" charset="-122"/>
              </a:rPr>
              <a:t>⒊ </a:t>
            </a:r>
            <a:r>
              <a:rPr lang="zh-CN" altLang="en-US" sz="2000" b="1" i="0">
                <a:latin typeface="DengXian" charset="-122"/>
                <a:ea typeface="DengXian" charset="-122"/>
                <a:cs typeface="DengXian" charset="-122"/>
              </a:rPr>
              <a:t>判断方法     </a:t>
            </a:r>
          </a:p>
        </p:txBody>
      </p:sp>
      <p:sp>
        <p:nvSpPr>
          <p:cNvPr id="81" name="Title 4">
            <a:extLst>
              <a:ext uri="{FF2B5EF4-FFF2-40B4-BE49-F238E27FC236}">
                <a16:creationId xmlns:a16="http://schemas.microsoft.com/office/drawing/2014/main" id="{0A14A4F3-A4CD-0A5F-41BD-B3215EC5CF5C}"/>
              </a:ext>
            </a:extLst>
          </p:cNvPr>
          <p:cNvSpPr txBox="1">
            <a:spLocks/>
          </p:cNvSpPr>
          <p:nvPr/>
        </p:nvSpPr>
        <p:spPr>
          <a:xfrm>
            <a:off x="628650" y="365127"/>
            <a:ext cx="7886700" cy="626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/>
              <a:t>小  结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038502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utoUpdateAnimBg="0"/>
      <p:bldP spid="75" grpId="0" autoUpdateAnimBg="0"/>
      <p:bldP spid="76" grpId="0" autoUpdateAnimBg="0"/>
      <p:bldP spid="77" grpId="0" autoUpdateAnimBg="0"/>
      <p:bldP spid="78" grpId="0" autoUpdateAnimBg="0"/>
      <p:bldP spid="79" grpId="0" autoUpdateAnimBg="0"/>
      <p:bldP spid="80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91AD2EE-B8C5-D1C6-420E-B86F92A86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92EAD-7F39-9846-8097-8F8D87BFCE45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67E3640-3808-A57B-5E18-697452ACE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384E7B-8A55-9352-8C61-B584D2C0E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40</a:t>
            </a:fld>
            <a:endParaRPr 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7CF723E8-E90F-927B-BE4B-A65CF7656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213" y="724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endParaRPr lang="en-US" altLang="en-US" b="1" i="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0F5EAA28-1465-EE62-265C-F12B6F022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540184"/>
            <a:ext cx="32624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8100">
                <a:pattFill prst="pct75">
                  <a:fgClr>
                    <a:srgbClr val="FF5050"/>
                  </a:fgClr>
                  <a:bgClr>
                    <a:srgbClr val="FFFF00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zh-CN" altLang="en-US" sz="2400" b="1" i="0" dirty="0">
                <a:solidFill>
                  <a:srgbClr val="3366CC"/>
                </a:solidFill>
                <a:latin typeface="DengXian" charset="-122"/>
                <a:ea typeface="DengXian" charset="-122"/>
                <a:cs typeface="DengXian" charset="-122"/>
              </a:rPr>
              <a:t>二、两直线的相对位置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EC9FB98B-9E55-49C1-A5F0-DA7B96276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1037" y="1093666"/>
            <a:ext cx="102463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zh-CN" sz="2000" b="1" i="0" dirty="0">
                <a:latin typeface="DengXian" charset="-122"/>
                <a:ea typeface="DengXian" charset="-122"/>
                <a:cs typeface="DengXian" charset="-122"/>
              </a:rPr>
              <a:t>⒈ </a:t>
            </a:r>
            <a:r>
              <a:rPr lang="zh-CN" altLang="en-US" sz="2000" b="1" i="0" dirty="0">
                <a:latin typeface="DengXian" charset="-122"/>
                <a:ea typeface="DengXian" charset="-122"/>
                <a:cs typeface="DengXian" charset="-122"/>
              </a:rPr>
              <a:t>平行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59FE5343-5F67-13BF-5F0A-9B1552CC5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2906" y="1589518"/>
            <a:ext cx="38369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zh-CN" altLang="en-US" b="1" i="0" dirty="0">
                <a:latin typeface="DengXian" charset="-122"/>
                <a:ea typeface="DengXian" charset="-122"/>
                <a:cs typeface="DengXian" charset="-122"/>
              </a:rPr>
              <a:t>同名投影互相平行。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8FCB9F66-487F-ED27-AF91-56AE60FB7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2060" y="5141772"/>
            <a:ext cx="473863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b="1" i="0" dirty="0">
                <a:latin typeface="DengXian" charset="-122"/>
                <a:ea typeface="DengXian" charset="-122"/>
                <a:cs typeface="DengXian" charset="-122"/>
              </a:rPr>
              <a:t>    </a:t>
            </a:r>
            <a:r>
              <a:rPr lang="zh-CN" altLang="en-US" b="1" i="0" dirty="0">
                <a:latin typeface="DengXian" charset="-122"/>
                <a:ea typeface="DengXian" charset="-122"/>
                <a:cs typeface="DengXian" charset="-122"/>
              </a:rPr>
              <a:t>对于一般位置直线，只要有两个同名投影互相平行，空间两直线就平行。</a:t>
            </a:r>
          </a:p>
        </p:txBody>
      </p:sp>
      <p:grpSp>
        <p:nvGrpSpPr>
          <p:cNvPr id="10" name="Group 7">
            <a:extLst>
              <a:ext uri="{FF2B5EF4-FFF2-40B4-BE49-F238E27FC236}">
                <a16:creationId xmlns:a16="http://schemas.microsoft.com/office/drawing/2014/main" id="{D4183F24-6269-2B86-D1A1-DAC7CB482B9D}"/>
              </a:ext>
            </a:extLst>
          </p:cNvPr>
          <p:cNvGrpSpPr>
            <a:grpSpLocks/>
          </p:cNvGrpSpPr>
          <p:nvPr/>
        </p:nvGrpSpPr>
        <p:grpSpPr bwMode="auto">
          <a:xfrm>
            <a:off x="1989930" y="2242373"/>
            <a:ext cx="3182937" cy="2407472"/>
            <a:chOff x="507" y="1281"/>
            <a:chExt cx="1817" cy="1312"/>
          </a:xfrm>
        </p:grpSpPr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D4CAA9A1-5514-6E0D-9D7C-EE80C74DA7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" y="2029"/>
              <a:ext cx="178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374844F7-1099-13EE-FBB0-97A75268BB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0" y="1458"/>
              <a:ext cx="501" cy="361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20D7142F-B048-45B4-EA3A-BC5707C716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3" y="1611"/>
              <a:ext cx="502" cy="361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7B1D8C5C-0F05-9580-EA72-B62A0F309B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1819"/>
              <a:ext cx="0" cy="4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95EAE372-F223-A24A-B639-A54B07C2EB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1" y="1458"/>
              <a:ext cx="0" cy="9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5FB4A794-4D4A-23BD-EB67-A084115607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3" y="1972"/>
              <a:ext cx="0" cy="2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CFE95275-97A2-7514-865A-BB24CA8E62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2223"/>
              <a:ext cx="501" cy="210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B4A37FD8-1B19-3858-267C-A3E4FE21A4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3" y="2227"/>
              <a:ext cx="502" cy="210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CB1E8506-0671-AA7B-BC0A-745F738D6D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75" y="1603"/>
              <a:ext cx="0" cy="83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20" name="Text Box 17">
              <a:extLst>
                <a:ext uri="{FF2B5EF4-FFF2-40B4-BE49-F238E27FC236}">
                  <a16:creationId xmlns:a16="http://schemas.microsoft.com/office/drawing/2014/main" id="{20AD5052-390D-F574-4ACD-1E2AC8B70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" y="2135"/>
              <a:ext cx="171" cy="2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l" eaLnBrk="1" hangingPunct="1"/>
              <a:r>
                <a:rPr lang="en-US" altLang="zh-CN" i="1">
                  <a:latin typeface="Times New Roman" panose="02020603050405020304" pitchFamily="18" charset="0"/>
                  <a:ea typeface="DengXian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1" name="Text Box 18">
              <a:extLst>
                <a:ext uri="{FF2B5EF4-FFF2-40B4-BE49-F238E27FC236}">
                  <a16:creationId xmlns:a16="http://schemas.microsoft.com/office/drawing/2014/main" id="{C4763768-8BE6-1943-0B4A-01629E7B80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391"/>
              <a:ext cx="171" cy="2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l" eaLnBrk="1" hangingPunct="1"/>
              <a:r>
                <a:rPr lang="en-US" altLang="zh-CN" i="1">
                  <a:latin typeface="Times New Roman" panose="02020603050405020304" pitchFamily="18" charset="0"/>
                  <a:ea typeface="DengXian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2" name="Text Box 19">
              <a:extLst>
                <a:ext uri="{FF2B5EF4-FFF2-40B4-BE49-F238E27FC236}">
                  <a16:creationId xmlns:a16="http://schemas.microsoft.com/office/drawing/2014/main" id="{6973CF51-32D3-8643-0624-F23701B25C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1" y="2182"/>
              <a:ext cx="165" cy="2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Times New Roman" panose="02020603050405020304" pitchFamily="18" charset="0"/>
                  <a:ea typeface="DengXian" charset="-122"/>
                  <a:cs typeface="Times New Roman" panose="02020603050405020304" pitchFamily="18" charset="0"/>
                </a:rPr>
                <a:t>c</a:t>
              </a:r>
              <a:endParaRPr lang="en-US" altLang="zh-CN" sz="2000" i="1"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Text Box 20">
              <a:extLst>
                <a:ext uri="{FF2B5EF4-FFF2-40B4-BE49-F238E27FC236}">
                  <a16:creationId xmlns:a16="http://schemas.microsoft.com/office/drawing/2014/main" id="{C29F7F17-251D-07E3-531D-9D2AFC660C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7" y="2392"/>
              <a:ext cx="171" cy="2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Times New Roman" panose="02020603050405020304" pitchFamily="18" charset="0"/>
                  <a:ea typeface="DengXian" charset="-122"/>
                  <a:cs typeface="Times New Roman" panose="02020603050405020304" pitchFamily="18" charset="0"/>
                </a:rPr>
                <a:t>d</a:t>
              </a:r>
              <a:endParaRPr lang="en-US" altLang="zh-CN" sz="2000" i="1"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Text Box 21">
              <a:extLst>
                <a:ext uri="{FF2B5EF4-FFF2-40B4-BE49-F238E27FC236}">
                  <a16:creationId xmlns:a16="http://schemas.microsoft.com/office/drawing/2014/main" id="{2DFB8DB7-D56C-E0E6-3309-90804520F3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9" y="1766"/>
              <a:ext cx="198" cy="2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Times New Roman" panose="02020603050405020304" pitchFamily="18" charset="0"/>
                  <a:ea typeface="DengXian" charset="-122"/>
                  <a:cs typeface="Times New Roman" panose="02020603050405020304" pitchFamily="18" charset="0"/>
                  <a:sym typeface="EuroRoman" charset="0"/>
                </a:rPr>
                <a:t>c</a:t>
              </a:r>
              <a:r>
                <a:rPr lang="en-US" altLang="zh-CN" b="1" i="1">
                  <a:latin typeface="Times New Roman" panose="02020603050405020304" pitchFamily="18" charset="0"/>
                  <a:ea typeface="DengXian" charset="-122"/>
                  <a:cs typeface="Times New Roman" panose="02020603050405020304" pitchFamily="18" charset="0"/>
                  <a:sym typeface="Symbol" charset="2"/>
                </a:rPr>
                <a:t></a:t>
              </a:r>
            </a:p>
          </p:txBody>
        </p:sp>
        <p:sp>
          <p:nvSpPr>
            <p:cNvPr id="25" name="Text Box 22">
              <a:extLst>
                <a:ext uri="{FF2B5EF4-FFF2-40B4-BE49-F238E27FC236}">
                  <a16:creationId xmlns:a16="http://schemas.microsoft.com/office/drawing/2014/main" id="{8ADE45EB-08A0-9F8E-6C05-22E0D260B5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2" y="1689"/>
              <a:ext cx="204" cy="2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>
                  <a:latin typeface="Times New Roman" panose="02020603050405020304" pitchFamily="18" charset="0"/>
                  <a:ea typeface="DengXian" charset="-122"/>
                  <a:cs typeface="Times New Roman" panose="02020603050405020304" pitchFamily="18" charset="0"/>
                  <a:sym typeface="EuroRoman" charset="0"/>
                </a:rPr>
                <a:t>a</a:t>
              </a:r>
              <a:r>
                <a:rPr lang="en-US" altLang="zh-CN" b="1" i="1" dirty="0">
                  <a:latin typeface="Times New Roman" panose="02020603050405020304" pitchFamily="18" charset="0"/>
                  <a:ea typeface="DengXian" charset="-122"/>
                  <a:cs typeface="Times New Roman" panose="02020603050405020304" pitchFamily="18" charset="0"/>
                  <a:sym typeface="Symbol" charset="2"/>
                </a:rPr>
                <a:t></a:t>
              </a:r>
            </a:p>
          </p:txBody>
        </p:sp>
        <p:sp>
          <p:nvSpPr>
            <p:cNvPr id="26" name="Text Box 23">
              <a:extLst>
                <a:ext uri="{FF2B5EF4-FFF2-40B4-BE49-F238E27FC236}">
                  <a16:creationId xmlns:a16="http://schemas.microsoft.com/office/drawing/2014/main" id="{EC070805-D426-7BA2-D9CD-98F0C8198A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4" y="1291"/>
              <a:ext cx="204" cy="2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>
                  <a:latin typeface="Times New Roman" panose="02020603050405020304" pitchFamily="18" charset="0"/>
                  <a:ea typeface="DengXian" charset="-122"/>
                  <a:cs typeface="Times New Roman" panose="02020603050405020304" pitchFamily="18" charset="0"/>
                </a:rPr>
                <a:t>b</a:t>
              </a:r>
              <a:r>
                <a:rPr lang="en-US" altLang="zh-CN" b="1" i="1" dirty="0">
                  <a:latin typeface="Times New Roman" panose="02020603050405020304" pitchFamily="18" charset="0"/>
                  <a:ea typeface="DengXian" charset="-122"/>
                  <a:cs typeface="Times New Roman" panose="02020603050405020304" pitchFamily="18" charset="0"/>
                  <a:sym typeface="Symbol" charset="2"/>
                </a:rPr>
                <a:t></a:t>
              </a:r>
            </a:p>
          </p:txBody>
        </p:sp>
        <p:sp>
          <p:nvSpPr>
            <p:cNvPr id="27" name="Text Box 24">
              <a:extLst>
                <a:ext uri="{FF2B5EF4-FFF2-40B4-BE49-F238E27FC236}">
                  <a16:creationId xmlns:a16="http://schemas.microsoft.com/office/drawing/2014/main" id="{96D9C29B-BEF7-5FF9-E20B-D822DE532B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9" y="1410"/>
              <a:ext cx="516" cy="2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Times New Roman" panose="02020603050405020304" pitchFamily="18" charset="0"/>
                  <a:ea typeface="DengXian" charset="-122"/>
                  <a:cs typeface="Times New Roman" panose="02020603050405020304" pitchFamily="18" charset="0"/>
                  <a:sym typeface="EuroRoman" charset="0"/>
                </a:rPr>
                <a:t>d</a:t>
              </a:r>
              <a:r>
                <a:rPr lang="en-US" altLang="zh-CN" b="1" i="1">
                  <a:latin typeface="Times New Roman" panose="02020603050405020304" pitchFamily="18" charset="0"/>
                  <a:ea typeface="DengXian" charset="-122"/>
                  <a:cs typeface="Times New Roman" panose="02020603050405020304" pitchFamily="18" charset="0"/>
                  <a:sym typeface="Symbol" charset="2"/>
                </a:rPr>
                <a:t></a:t>
              </a:r>
            </a:p>
          </p:txBody>
        </p:sp>
        <p:sp>
          <p:nvSpPr>
            <p:cNvPr id="28" name="Text Box 25">
              <a:extLst>
                <a:ext uri="{FF2B5EF4-FFF2-40B4-BE49-F238E27FC236}">
                  <a16:creationId xmlns:a16="http://schemas.microsoft.com/office/drawing/2014/main" id="{695DF270-B084-E238-ACD7-29DFF149AF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" y="1281"/>
              <a:ext cx="353" cy="2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b="1" i="0">
                  <a:latin typeface="DengXian" charset="-122"/>
                  <a:ea typeface="DengXian" charset="-122"/>
                  <a:cs typeface="DengXian" charset="-122"/>
                </a:rPr>
                <a:t>①</a:t>
              </a:r>
              <a:endParaRPr lang="en-US" altLang="zh-CN" sz="3200" b="1" i="0">
                <a:latin typeface="DengXian" charset="-122"/>
                <a:ea typeface="DengXian" charset="-122"/>
                <a:cs typeface="DengXian" charset="-122"/>
              </a:endParaRPr>
            </a:p>
          </p:txBody>
        </p:sp>
      </p:grpSp>
      <p:sp>
        <p:nvSpPr>
          <p:cNvPr id="29" name="Text Box 26">
            <a:extLst>
              <a:ext uri="{FF2B5EF4-FFF2-40B4-BE49-F238E27FC236}">
                <a16:creationId xmlns:a16="http://schemas.microsoft.com/office/drawing/2014/main" id="{421C8333-C25B-1AEA-B2DD-9D47CD5A2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1316" y="5095175"/>
            <a:ext cx="456862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b="1" i="0" dirty="0">
                <a:latin typeface="DengXian" charset="-122"/>
                <a:ea typeface="DengXian" charset="-122"/>
                <a:cs typeface="DengXian" charset="-122"/>
              </a:rPr>
              <a:t>    </a:t>
            </a:r>
            <a:r>
              <a:rPr lang="zh-CN" altLang="en-US" b="1" i="0" dirty="0">
                <a:latin typeface="DengXian" charset="-122"/>
                <a:ea typeface="DengXian" charset="-122"/>
                <a:cs typeface="DengXian" charset="-122"/>
              </a:rPr>
              <a:t>对于特殊位置直线，有两个同名投影互相平行，空间直线不一定平行。</a:t>
            </a:r>
          </a:p>
        </p:txBody>
      </p:sp>
      <p:grpSp>
        <p:nvGrpSpPr>
          <p:cNvPr id="30" name="Group 27">
            <a:extLst>
              <a:ext uri="{FF2B5EF4-FFF2-40B4-BE49-F238E27FC236}">
                <a16:creationId xmlns:a16="http://schemas.microsoft.com/office/drawing/2014/main" id="{F98C887C-E57F-69DD-E217-345F97C3C5CC}"/>
              </a:ext>
            </a:extLst>
          </p:cNvPr>
          <p:cNvGrpSpPr>
            <a:grpSpLocks/>
          </p:cNvGrpSpPr>
          <p:nvPr/>
        </p:nvGrpSpPr>
        <p:grpSpPr bwMode="auto">
          <a:xfrm>
            <a:off x="7380067" y="1936088"/>
            <a:ext cx="2001837" cy="2874963"/>
            <a:chOff x="3287" y="943"/>
            <a:chExt cx="1261" cy="1811"/>
          </a:xfrm>
        </p:grpSpPr>
        <p:sp>
          <p:nvSpPr>
            <p:cNvPr id="31" name="Text Box 28">
              <a:extLst>
                <a:ext uri="{FF2B5EF4-FFF2-40B4-BE49-F238E27FC236}">
                  <a16:creationId xmlns:a16="http://schemas.microsoft.com/office/drawing/2014/main" id="{CBA16F9E-B87F-E50A-540C-412A57AD5B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4" y="1937"/>
              <a:ext cx="18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Times New Roman" panose="02020603050405020304" pitchFamily="18" charset="0"/>
                  <a:ea typeface="DengXian" charset="-122"/>
                  <a:cs typeface="Times New Roman" panose="02020603050405020304" pitchFamily="18" charset="0"/>
                </a:rPr>
                <a:t>c</a:t>
              </a:r>
              <a:endParaRPr lang="en-US" altLang="zh-CN" b="1" i="1"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Line 29">
              <a:extLst>
                <a:ext uri="{FF2B5EF4-FFF2-40B4-BE49-F238E27FC236}">
                  <a16:creationId xmlns:a16="http://schemas.microsoft.com/office/drawing/2014/main" id="{3F66A933-74C8-5190-E7F5-975DF25E93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5" y="2261"/>
              <a:ext cx="0" cy="42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33" name="Line 30">
              <a:extLst>
                <a:ext uri="{FF2B5EF4-FFF2-40B4-BE49-F238E27FC236}">
                  <a16:creationId xmlns:a16="http://schemas.microsoft.com/office/drawing/2014/main" id="{92E71CDD-5774-1163-DB54-3077C5852C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9" y="1934"/>
              <a:ext cx="91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34" name="Line 31">
              <a:extLst>
                <a:ext uri="{FF2B5EF4-FFF2-40B4-BE49-F238E27FC236}">
                  <a16:creationId xmlns:a16="http://schemas.microsoft.com/office/drawing/2014/main" id="{3AF4608C-6A27-5D56-91E9-F06E018096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0" y="1104"/>
              <a:ext cx="0" cy="584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35" name="Line 32">
              <a:extLst>
                <a:ext uri="{FF2B5EF4-FFF2-40B4-BE49-F238E27FC236}">
                  <a16:creationId xmlns:a16="http://schemas.microsoft.com/office/drawing/2014/main" id="{CE573B41-7F8B-7E11-02FB-5AB244D9EB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0" y="1688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36" name="Line 33">
              <a:extLst>
                <a:ext uri="{FF2B5EF4-FFF2-40B4-BE49-F238E27FC236}">
                  <a16:creationId xmlns:a16="http://schemas.microsoft.com/office/drawing/2014/main" id="{84BCACA8-2A55-ED4D-B1C0-19319541EF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0" y="2090"/>
              <a:ext cx="0" cy="454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37" name="Line 34">
              <a:extLst>
                <a:ext uri="{FF2B5EF4-FFF2-40B4-BE49-F238E27FC236}">
                  <a16:creationId xmlns:a16="http://schemas.microsoft.com/office/drawing/2014/main" id="{C2FBDD61-46F8-D7C6-03F8-A553E2E490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5" y="1351"/>
              <a:ext cx="0" cy="42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38" name="Line 35">
              <a:extLst>
                <a:ext uri="{FF2B5EF4-FFF2-40B4-BE49-F238E27FC236}">
                  <a16:creationId xmlns:a16="http://schemas.microsoft.com/office/drawing/2014/main" id="{C2C78002-21E9-0AA4-D2DD-E183CAA0B5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5" y="1779"/>
              <a:ext cx="0" cy="49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39" name="Text Box 36">
              <a:extLst>
                <a:ext uri="{FF2B5EF4-FFF2-40B4-BE49-F238E27FC236}">
                  <a16:creationId xmlns:a16="http://schemas.microsoft.com/office/drawing/2014/main" id="{68B3C6F2-0ECF-5435-67F2-0B569D46F2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0" y="2159"/>
              <a:ext cx="18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>
                  <a:latin typeface="Times New Roman" panose="02020603050405020304" pitchFamily="18" charset="0"/>
                  <a:ea typeface="DengXian" charset="-122"/>
                  <a:cs typeface="Times New Roman" panose="02020603050405020304" pitchFamily="18" charset="0"/>
                </a:rPr>
                <a:t>b</a:t>
              </a:r>
              <a:endParaRPr lang="en-US" altLang="zh-CN" b="1" i="1" dirty="0"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</a:endParaRPr>
            </a:p>
          </p:txBody>
        </p:sp>
        <p:sp>
          <p:nvSpPr>
            <p:cNvPr id="40" name="Text Box 37">
              <a:extLst>
                <a:ext uri="{FF2B5EF4-FFF2-40B4-BE49-F238E27FC236}">
                  <a16:creationId xmlns:a16="http://schemas.microsoft.com/office/drawing/2014/main" id="{D8EB753F-3172-36CA-74F4-49294ACE1B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2" y="2441"/>
              <a:ext cx="18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>
                  <a:latin typeface="Times New Roman" panose="02020603050405020304" pitchFamily="18" charset="0"/>
                  <a:ea typeface="DengXian" charset="-12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1" name="Text Box 38">
              <a:extLst>
                <a:ext uri="{FF2B5EF4-FFF2-40B4-BE49-F238E27FC236}">
                  <a16:creationId xmlns:a16="http://schemas.microsoft.com/office/drawing/2014/main" id="{5CF4B681-5D1B-FB84-E7A7-EBFD724811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5" y="1570"/>
              <a:ext cx="41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i="1" dirty="0">
                  <a:latin typeface="Times New Roman" panose="02020603050405020304" pitchFamily="18" charset="0"/>
                  <a:ea typeface="DengXian" charset="-122"/>
                  <a:cs typeface="Times New Roman" panose="02020603050405020304" pitchFamily="18" charset="0"/>
                  <a:sym typeface="EuroRoman" charset="0"/>
                </a:rPr>
                <a:t>d</a:t>
              </a:r>
              <a:r>
                <a:rPr lang="en-US" altLang="zh-CN" b="1" i="1" dirty="0">
                  <a:latin typeface="Times New Roman" panose="02020603050405020304" pitchFamily="18" charset="0"/>
                  <a:ea typeface="DengXian" charset="-122"/>
                  <a:cs typeface="Times New Roman" panose="02020603050405020304" pitchFamily="18" charset="0"/>
                  <a:sym typeface="Symbol" charset="2"/>
                </a:rPr>
                <a:t></a:t>
              </a:r>
              <a:endParaRPr lang="en-US" altLang="zh-CN" sz="2000" b="1" i="1" dirty="0"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39">
              <a:extLst>
                <a:ext uri="{FF2B5EF4-FFF2-40B4-BE49-F238E27FC236}">
                  <a16:creationId xmlns:a16="http://schemas.microsoft.com/office/drawing/2014/main" id="{ED8F907C-3EB0-2611-2C4A-38B6C73959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0" y="1689"/>
              <a:ext cx="22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Times New Roman" panose="02020603050405020304" pitchFamily="18" charset="0"/>
                  <a:ea typeface="DengXian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>
                  <a:latin typeface="Times New Roman" panose="02020603050405020304" pitchFamily="18" charset="0"/>
                  <a:ea typeface="DengXian" charset="-122"/>
                  <a:cs typeface="Times New Roman" panose="02020603050405020304" pitchFamily="18" charset="0"/>
                  <a:sym typeface="Symbol" charset="2"/>
                </a:rPr>
                <a:t></a:t>
              </a:r>
            </a:p>
          </p:txBody>
        </p:sp>
        <p:sp>
          <p:nvSpPr>
            <p:cNvPr id="43" name="Text Box 40">
              <a:extLst>
                <a:ext uri="{FF2B5EF4-FFF2-40B4-BE49-F238E27FC236}">
                  <a16:creationId xmlns:a16="http://schemas.microsoft.com/office/drawing/2014/main" id="{439C9464-8D14-44ED-7523-77FFF78B3A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8" y="1231"/>
              <a:ext cx="23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>
                  <a:latin typeface="Times New Roman" panose="02020603050405020304" pitchFamily="18" charset="0"/>
                  <a:ea typeface="DengXian" charset="-122"/>
                  <a:cs typeface="Times New Roman" panose="02020603050405020304" pitchFamily="18" charset="0"/>
                  <a:sym typeface="EuroRoman" charset="0"/>
                </a:rPr>
                <a:t>a</a:t>
              </a:r>
              <a:r>
                <a:rPr lang="en-US" altLang="zh-CN" b="1" i="1" dirty="0">
                  <a:latin typeface="Times New Roman" panose="02020603050405020304" pitchFamily="18" charset="0"/>
                  <a:ea typeface="DengXian" charset="-122"/>
                  <a:cs typeface="Times New Roman" panose="02020603050405020304" pitchFamily="18" charset="0"/>
                  <a:sym typeface="Symbol" charset="2"/>
                </a:rPr>
                <a:t></a:t>
              </a:r>
            </a:p>
          </p:txBody>
        </p:sp>
        <p:sp>
          <p:nvSpPr>
            <p:cNvPr id="44" name="Text Box 41">
              <a:extLst>
                <a:ext uri="{FF2B5EF4-FFF2-40B4-BE49-F238E27FC236}">
                  <a16:creationId xmlns:a16="http://schemas.microsoft.com/office/drawing/2014/main" id="{566E8F62-502A-66A1-EAEE-150782361D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4" y="943"/>
              <a:ext cx="21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>
                  <a:latin typeface="Times New Roman" panose="02020603050405020304" pitchFamily="18" charset="0"/>
                  <a:ea typeface="DengXian" charset="-122"/>
                  <a:cs typeface="Times New Roman" panose="02020603050405020304" pitchFamily="18" charset="0"/>
                  <a:sym typeface="EuroRoman" charset="0"/>
                </a:rPr>
                <a:t>c</a:t>
              </a:r>
              <a:r>
                <a:rPr lang="en-US" altLang="zh-CN" b="1" i="1" dirty="0">
                  <a:latin typeface="Times New Roman" panose="02020603050405020304" pitchFamily="18" charset="0"/>
                  <a:ea typeface="DengXian" charset="-122"/>
                  <a:cs typeface="Times New Roman" panose="02020603050405020304" pitchFamily="18" charset="0"/>
                  <a:sym typeface="Symbol" charset="2"/>
                </a:rPr>
                <a:t></a:t>
              </a:r>
            </a:p>
          </p:txBody>
        </p:sp>
        <p:sp>
          <p:nvSpPr>
            <p:cNvPr id="45" name="Text Box 42">
              <a:extLst>
                <a:ext uri="{FF2B5EF4-FFF2-40B4-BE49-F238E27FC236}">
                  <a16:creationId xmlns:a16="http://schemas.microsoft.com/office/drawing/2014/main" id="{0A4F9770-D23C-22A5-2818-73EE2821DF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7" y="1003"/>
              <a:ext cx="26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b="1" i="0">
                  <a:latin typeface="DengXian" charset="-122"/>
                  <a:ea typeface="DengXian" charset="-122"/>
                  <a:cs typeface="DengXian" charset="-122"/>
                </a:rPr>
                <a:t>②</a:t>
              </a:r>
            </a:p>
          </p:txBody>
        </p:sp>
        <p:sp>
          <p:nvSpPr>
            <p:cNvPr id="46" name="Text Box 43">
              <a:extLst>
                <a:ext uri="{FF2B5EF4-FFF2-40B4-BE49-F238E27FC236}">
                  <a16:creationId xmlns:a16="http://schemas.microsoft.com/office/drawing/2014/main" id="{0629FBEE-71C2-33B4-73DB-E333ECBE21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6" y="2521"/>
              <a:ext cx="18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>
                  <a:latin typeface="Times New Roman" panose="02020603050405020304" pitchFamily="18" charset="0"/>
                  <a:ea typeface="DengXian" charset="-122"/>
                  <a:cs typeface="Times New Roman" panose="02020603050405020304" pitchFamily="18" charset="0"/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8878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75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75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/>
      <p:bldP spid="8" grpId="0" autoUpdateAnimBg="0"/>
      <p:bldP spid="9" grpId="0" build="p" autoUpdateAnimBg="0"/>
      <p:bldP spid="29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915354A-1E47-E13A-2AA9-BABE3BAAA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7A3C9-1755-DC45-AAD8-4FD1DFFC131C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FBB3ED2-0105-07E5-D361-B36E99544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C35D88-CEA4-AA98-CBD3-3F74B50FC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41</a:t>
            </a:fld>
            <a:endParaRPr 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493993F4-7FB3-0E00-D31F-180EAC1CC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181" y="722116"/>
            <a:ext cx="102463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zh-CN" sz="2000" b="1" i="0" dirty="0">
                <a:latin typeface="DengXian" charset="-122"/>
                <a:ea typeface="DengXian" charset="-122"/>
                <a:cs typeface="DengXian" charset="-122"/>
              </a:rPr>
              <a:t>⒉ </a:t>
            </a:r>
            <a:r>
              <a:rPr lang="zh-CN" altLang="en-US" sz="2000" b="1" i="0" dirty="0">
                <a:latin typeface="DengXian" charset="-122"/>
                <a:ea typeface="DengXian" charset="-122"/>
                <a:cs typeface="DengXian" charset="-122"/>
              </a:rPr>
              <a:t>相交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D0E0B3B4-1618-ACE1-48DB-C0ADFC631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936" y="1866232"/>
            <a:ext cx="205056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zh-CN" sz="2000" b="1" i="0">
                <a:latin typeface="DengXian" charset="-122"/>
                <a:ea typeface="DengXian" charset="-122"/>
                <a:cs typeface="DengXian" charset="-122"/>
              </a:rPr>
              <a:t>⒊ </a:t>
            </a:r>
            <a:r>
              <a:rPr lang="zh-CN" altLang="en-US" sz="2000" b="1" i="0">
                <a:latin typeface="DengXian" charset="-122"/>
                <a:ea typeface="DengXian" charset="-122"/>
                <a:cs typeface="DengXian" charset="-122"/>
              </a:rPr>
              <a:t>交叉（异面）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0AC3D851-402D-C994-3271-56E3BB5DD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231" y="1328541"/>
            <a:ext cx="75565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en-US" altLang="zh-CN" b="1" i="0" dirty="0">
                <a:latin typeface="DengXian" charset="-122"/>
                <a:ea typeface="DengXian" charset="-122"/>
                <a:cs typeface="DengXian" charset="-122"/>
              </a:rPr>
              <a:t>    </a:t>
            </a:r>
            <a:r>
              <a:rPr lang="zh-CN" altLang="en-US" b="1" i="0" dirty="0">
                <a:latin typeface="DengXian" charset="-122"/>
                <a:ea typeface="DengXian" charset="-122"/>
                <a:cs typeface="DengXian" charset="-122"/>
              </a:rPr>
              <a:t>同名投影相交，交点是两直线的共有点，且符合空间一个点的投影规律。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3EFDCB77-938D-D6AB-D009-A6CFB0EBF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244" y="2486488"/>
            <a:ext cx="104707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1" hangingPunct="1"/>
            <a:r>
              <a:rPr lang="en-US" altLang="zh-CN" b="1" i="0" dirty="0">
                <a:latin typeface="DengXian" charset="-122"/>
                <a:ea typeface="DengXian" charset="-122"/>
                <a:cs typeface="DengXian" charset="-122"/>
              </a:rPr>
              <a:t>    </a:t>
            </a:r>
            <a:r>
              <a:rPr lang="zh-CN" altLang="en-US" b="1" i="0" dirty="0">
                <a:latin typeface="DengXian" charset="-122"/>
                <a:ea typeface="DengXian" charset="-122"/>
                <a:cs typeface="DengXian" charset="-122"/>
              </a:rPr>
              <a:t>同名投影可能相交，但“交点”不符合空间一个点的投影规律。“交点”是两直线上一对重影点的投影。</a:t>
            </a:r>
          </a:p>
        </p:txBody>
      </p:sp>
      <p:grpSp>
        <p:nvGrpSpPr>
          <p:cNvPr id="9" name="Group 6">
            <a:extLst>
              <a:ext uri="{FF2B5EF4-FFF2-40B4-BE49-F238E27FC236}">
                <a16:creationId xmlns:a16="http://schemas.microsoft.com/office/drawing/2014/main" id="{164C2E4F-4F58-5819-3F36-85629F356DF1}"/>
              </a:ext>
            </a:extLst>
          </p:cNvPr>
          <p:cNvGrpSpPr>
            <a:grpSpLocks/>
          </p:cNvGrpSpPr>
          <p:nvPr/>
        </p:nvGrpSpPr>
        <p:grpSpPr bwMode="auto">
          <a:xfrm>
            <a:off x="2392990" y="3226409"/>
            <a:ext cx="2852738" cy="2393950"/>
            <a:chOff x="1278" y="1643"/>
            <a:chExt cx="1797" cy="150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91E7A048-193A-423C-EABA-A72D432786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8" y="2710"/>
              <a:ext cx="805" cy="289"/>
            </a:xfrm>
            <a:custGeom>
              <a:avLst/>
              <a:gdLst>
                <a:gd name="T0" fmla="*/ 0 w 1369"/>
                <a:gd name="T1" fmla="*/ 577 h 577"/>
                <a:gd name="T2" fmla="*/ 1369 w 1369"/>
                <a:gd name="T3" fmla="*/ 0 h 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69" h="577">
                  <a:moveTo>
                    <a:pt x="0" y="577"/>
                  </a:moveTo>
                  <a:lnTo>
                    <a:pt x="1369" y="0"/>
                  </a:lnTo>
                </a:path>
              </a:pathLst>
            </a:custGeom>
            <a:noFill/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5F62A96B-EF7E-7E51-E9DE-892F483C68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1" y="2923"/>
              <a:ext cx="197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b="1" i="0">
                  <a:latin typeface="Times New Roman" charset="0"/>
                </a:rPr>
                <a:t>●</a:t>
              </a:r>
              <a:endParaRPr lang="en-US" altLang="zh-CN" sz="2000" b="1" i="0">
                <a:latin typeface="Times New Roman" charset="0"/>
              </a:endParaRPr>
            </a:p>
          </p:txBody>
        </p:sp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090E2774-32AB-4D06-F7F8-911EDED4FC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6" y="2003"/>
              <a:ext cx="197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b="1" i="0">
                  <a:latin typeface="Times New Roman" charset="0"/>
                </a:rPr>
                <a:t>●</a:t>
              </a:r>
              <a:endParaRPr lang="en-US" altLang="zh-CN" sz="1000" b="1" i="0">
                <a:solidFill>
                  <a:srgbClr val="0000FF"/>
                </a:solidFill>
                <a:latin typeface="Times New Roman" charset="0"/>
              </a:endParaRPr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4E606FEE-AE82-D42C-28FE-35F2968EAF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96" y="1876"/>
              <a:ext cx="0" cy="10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6FEC5E25-21FC-EAB2-2E86-F5D1D0B460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5" y="2918"/>
              <a:ext cx="17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3B40002C-E5C7-83EA-8747-E7D0528463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4" y="2471"/>
              <a:ext cx="178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4B96E409-2712-3D6F-E880-9E9E9E896D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93" y="1864"/>
              <a:ext cx="1103" cy="429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9D4164C6-B47A-3340-A2B3-0C2C3964C6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3" y="2293"/>
              <a:ext cx="0" cy="4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DC222D2C-4907-8BBC-F483-3204805D32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3" y="2774"/>
              <a:ext cx="1103" cy="171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9" name="Text Box 16">
              <a:extLst>
                <a:ext uri="{FF2B5EF4-FFF2-40B4-BE49-F238E27FC236}">
                  <a16:creationId xmlns:a16="http://schemas.microsoft.com/office/drawing/2014/main" id="{727D539D-BB14-D280-7DC9-E13696A929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2" y="2639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20" name="Text Box 17">
              <a:extLst>
                <a:ext uri="{FF2B5EF4-FFF2-40B4-BE49-F238E27FC236}">
                  <a16:creationId xmlns:a16="http://schemas.microsoft.com/office/drawing/2014/main" id="{20BB5A26-0285-4BE5-2E7E-D2988343F9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4" y="2853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21" name="Text Box 18">
              <a:extLst>
                <a:ext uri="{FF2B5EF4-FFF2-40B4-BE49-F238E27FC236}">
                  <a16:creationId xmlns:a16="http://schemas.microsoft.com/office/drawing/2014/main" id="{88D788C7-A4B4-E761-433D-93C4444728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7" y="1645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ym typeface="EuroRoman" charset="0"/>
                </a:rPr>
                <a:t>b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2" name="Text Box 19">
              <a:extLst>
                <a:ext uri="{FF2B5EF4-FFF2-40B4-BE49-F238E27FC236}">
                  <a16:creationId xmlns:a16="http://schemas.microsoft.com/office/drawing/2014/main" id="{3CE40638-033B-7CA8-D38F-6BDA39DCB7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3" y="2132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>
                  <a:sym typeface="EuroRoman" charset="0"/>
                </a:rPr>
                <a:t>a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3" name="Text Box 20">
              <a:extLst>
                <a:ext uri="{FF2B5EF4-FFF2-40B4-BE49-F238E27FC236}">
                  <a16:creationId xmlns:a16="http://schemas.microsoft.com/office/drawing/2014/main" id="{C3658F34-8EA0-C8A8-9D81-DA57867977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5" y="1943"/>
              <a:ext cx="21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ym typeface="EuroRoman" charset="0"/>
                </a:rPr>
                <a:t>c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9BD932E0-CC37-0B80-58F3-B428AA05E2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4" y="2079"/>
              <a:ext cx="0" cy="9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FCDBEB6D-7148-B976-B988-DBC82D61B8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4" y="2710"/>
              <a:ext cx="809" cy="28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" name="Text Box 23">
              <a:extLst>
                <a:ext uri="{FF2B5EF4-FFF2-40B4-BE49-F238E27FC236}">
                  <a16:creationId xmlns:a16="http://schemas.microsoft.com/office/drawing/2014/main" id="{C459C585-D2B5-5DAD-4A8E-BACD45FE7D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7" y="2062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d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7" name="Text Box 24">
              <a:extLst>
                <a:ext uri="{FF2B5EF4-FFF2-40B4-BE49-F238E27FC236}">
                  <a16:creationId xmlns:a16="http://schemas.microsoft.com/office/drawing/2014/main" id="{4E6EAB2E-7F33-9F0B-FC99-D75A04F076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4" y="1851"/>
              <a:ext cx="21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ym typeface="EuroRoman" charset="0"/>
                </a:rPr>
                <a:t>k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692D0349-027F-4CF5-9E51-7C4398224A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4" y="2079"/>
              <a:ext cx="80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9" name="Text Box 26">
              <a:extLst>
                <a:ext uri="{FF2B5EF4-FFF2-40B4-BE49-F238E27FC236}">
                  <a16:creationId xmlns:a16="http://schemas.microsoft.com/office/drawing/2014/main" id="{BC0EBCD3-9353-6DA9-2E99-38E83BD02A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6" y="2847"/>
              <a:ext cx="18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k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C7A1DC13-B184-2A2F-A822-807FA44EFE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1" y="2079"/>
              <a:ext cx="0" cy="7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1" name="Text Box 28">
              <a:extLst>
                <a:ext uri="{FF2B5EF4-FFF2-40B4-BE49-F238E27FC236}">
                  <a16:creationId xmlns:a16="http://schemas.microsoft.com/office/drawing/2014/main" id="{2E217AE2-063E-B72F-B98F-372FE3BEC9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7" y="2516"/>
              <a:ext cx="12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i="1"/>
                <a:t>d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32" name="Line 29">
              <a:extLst>
                <a:ext uri="{FF2B5EF4-FFF2-40B4-BE49-F238E27FC236}">
                  <a16:creationId xmlns:a16="http://schemas.microsoft.com/office/drawing/2014/main" id="{667C7AB0-D0F8-970E-37A4-20EA05C834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3" y="2079"/>
              <a:ext cx="0" cy="6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3" name="Text Box 30">
              <a:extLst>
                <a:ext uri="{FF2B5EF4-FFF2-40B4-BE49-F238E27FC236}">
                  <a16:creationId xmlns:a16="http://schemas.microsoft.com/office/drawing/2014/main" id="{5E4F0730-A733-262D-9B8B-680FDC6DF5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8" y="1643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b="1" i="0">
                  <a:latin typeface="Times New Roman" charset="0"/>
                </a:rPr>
                <a:t>①</a:t>
              </a:r>
            </a:p>
          </p:txBody>
        </p:sp>
      </p:grpSp>
      <p:grpSp>
        <p:nvGrpSpPr>
          <p:cNvPr id="34" name="Group 31">
            <a:extLst>
              <a:ext uri="{FF2B5EF4-FFF2-40B4-BE49-F238E27FC236}">
                <a16:creationId xmlns:a16="http://schemas.microsoft.com/office/drawing/2014/main" id="{393D5D9F-85E4-9090-F91D-D260AF6F4038}"/>
              </a:ext>
            </a:extLst>
          </p:cNvPr>
          <p:cNvGrpSpPr>
            <a:grpSpLocks/>
          </p:cNvGrpSpPr>
          <p:nvPr/>
        </p:nvGrpSpPr>
        <p:grpSpPr bwMode="auto">
          <a:xfrm>
            <a:off x="6622090" y="3054957"/>
            <a:ext cx="2390775" cy="2951163"/>
            <a:chOff x="2742" y="1307"/>
            <a:chExt cx="1506" cy="1859"/>
          </a:xfrm>
        </p:grpSpPr>
        <p:sp>
          <p:nvSpPr>
            <p:cNvPr id="35" name="Line 32">
              <a:extLst>
                <a:ext uri="{FF2B5EF4-FFF2-40B4-BE49-F238E27FC236}">
                  <a16:creationId xmlns:a16="http://schemas.microsoft.com/office/drawing/2014/main" id="{2BA995E7-53A1-7B5A-6208-09D3923889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6" y="2408"/>
              <a:ext cx="14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" name="Line 33">
              <a:extLst>
                <a:ext uri="{FF2B5EF4-FFF2-40B4-BE49-F238E27FC236}">
                  <a16:creationId xmlns:a16="http://schemas.microsoft.com/office/drawing/2014/main" id="{3526A57C-C5A5-901E-F988-2ABBCFE923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5" y="1515"/>
              <a:ext cx="0" cy="619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7" name="Line 34">
              <a:extLst>
                <a:ext uri="{FF2B5EF4-FFF2-40B4-BE49-F238E27FC236}">
                  <a16:creationId xmlns:a16="http://schemas.microsoft.com/office/drawing/2014/main" id="{9CD658B1-093D-6565-E5C6-33A59E5B10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5" y="2134"/>
              <a:ext cx="0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8" name="Line 35">
              <a:extLst>
                <a:ext uri="{FF2B5EF4-FFF2-40B4-BE49-F238E27FC236}">
                  <a16:creationId xmlns:a16="http://schemas.microsoft.com/office/drawing/2014/main" id="{8D3677E2-2884-1E31-FA6E-C74F47DD5B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5" y="2566"/>
              <a:ext cx="0" cy="49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9" name="Line 36">
              <a:extLst>
                <a:ext uri="{FF2B5EF4-FFF2-40B4-BE49-F238E27FC236}">
                  <a16:creationId xmlns:a16="http://schemas.microsoft.com/office/drawing/2014/main" id="{105DB1A0-73BE-AF3F-4485-F8DE353BFC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9" y="1652"/>
              <a:ext cx="661" cy="36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0" name="Line 37">
              <a:extLst>
                <a:ext uri="{FF2B5EF4-FFF2-40B4-BE49-F238E27FC236}">
                  <a16:creationId xmlns:a16="http://schemas.microsoft.com/office/drawing/2014/main" id="{E995EAF9-F9C0-BBC1-7B57-7669CD7A06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9" y="2566"/>
              <a:ext cx="661" cy="30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5BAB9C96-8F9D-6E3D-03C5-99AAA3D3EC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9" y="2019"/>
              <a:ext cx="0" cy="5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" name="Line 39">
              <a:extLst>
                <a:ext uri="{FF2B5EF4-FFF2-40B4-BE49-F238E27FC236}">
                  <a16:creationId xmlns:a16="http://schemas.microsoft.com/office/drawing/2014/main" id="{803E53CA-7DFE-16C0-6923-46E29707E1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0" y="1652"/>
              <a:ext cx="0" cy="12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43" name="Group 40">
              <a:extLst>
                <a:ext uri="{FF2B5EF4-FFF2-40B4-BE49-F238E27FC236}">
                  <a16:creationId xmlns:a16="http://schemas.microsoft.com/office/drawing/2014/main" id="{D17EFA85-B865-36E2-BC5D-771C4AF9E0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0" y="1307"/>
              <a:ext cx="216" cy="288"/>
              <a:chOff x="3390" y="1307"/>
              <a:chExt cx="216" cy="288"/>
            </a:xfrm>
          </p:grpSpPr>
          <p:sp>
            <p:nvSpPr>
              <p:cNvPr id="58" name="Text Box 41">
                <a:extLst>
                  <a:ext uri="{FF2B5EF4-FFF2-40B4-BE49-F238E27FC236}">
                    <a16:creationId xmlns:a16="http://schemas.microsoft.com/office/drawing/2014/main" id="{B480F1A9-81FA-2E3A-C446-F99B8C0622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90" y="1307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/>
                  <a:t>c</a:t>
                </a:r>
                <a:endParaRPr lang="en-US" altLang="zh-CN" b="1" i="0">
                  <a:latin typeface="Times New Roman" charset="0"/>
                </a:endParaRPr>
              </a:p>
            </p:txBody>
          </p:sp>
          <p:sp>
            <p:nvSpPr>
              <p:cNvPr id="59" name="Text Box 42">
                <a:extLst>
                  <a:ext uri="{FF2B5EF4-FFF2-40B4-BE49-F238E27FC236}">
                    <a16:creationId xmlns:a16="http://schemas.microsoft.com/office/drawing/2014/main" id="{0893FCD5-21C1-535A-BBB5-34968E3942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7" y="1334"/>
                <a:ext cx="149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i="1">
                    <a:latin typeface="Times New Roman" charset="0"/>
                  </a:rPr>
                  <a:t>′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F8E03FA3-3C6E-12DE-0F3A-825FD812E4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5" y="1882"/>
              <a:ext cx="383" cy="288"/>
              <a:chOff x="2845" y="1882"/>
              <a:chExt cx="383" cy="288"/>
            </a:xfrm>
          </p:grpSpPr>
          <p:sp>
            <p:nvSpPr>
              <p:cNvPr id="56" name="Text Box 44">
                <a:extLst>
                  <a:ext uri="{FF2B5EF4-FFF2-40B4-BE49-F238E27FC236}">
                    <a16:creationId xmlns:a16="http://schemas.microsoft.com/office/drawing/2014/main" id="{CA1829EE-D563-22D5-9285-B27ADF3529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8" y="1882"/>
                <a:ext cx="31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b="1" i="0">
                    <a:latin typeface="Times New Roman" charset="0"/>
                  </a:rPr>
                  <a:t>′</a:t>
                </a:r>
              </a:p>
            </p:txBody>
          </p:sp>
          <p:sp>
            <p:nvSpPr>
              <p:cNvPr id="57" name="Text Box 45">
                <a:extLst>
                  <a:ext uri="{FF2B5EF4-FFF2-40B4-BE49-F238E27FC236}">
                    <a16:creationId xmlns:a16="http://schemas.microsoft.com/office/drawing/2014/main" id="{6C288E98-A7C9-44BA-9796-B96738BA60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5" y="1920"/>
                <a:ext cx="193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i="1"/>
                  <a:t>a</a:t>
                </a:r>
                <a:endParaRPr lang="en-US" altLang="zh-CN" i="1">
                  <a:latin typeface="Times New Roman" charset="0"/>
                </a:endParaRPr>
              </a:p>
            </p:txBody>
          </p:sp>
        </p:grpSp>
        <p:grpSp>
          <p:nvGrpSpPr>
            <p:cNvPr id="45" name="Group 46">
              <a:extLst>
                <a:ext uri="{FF2B5EF4-FFF2-40B4-BE49-F238E27FC236}">
                  <a16:creationId xmlns:a16="http://schemas.microsoft.com/office/drawing/2014/main" id="{C3B3CB65-3168-4E72-76DD-059B8C73A9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19" y="1456"/>
              <a:ext cx="373" cy="288"/>
              <a:chOff x="3719" y="1456"/>
              <a:chExt cx="373" cy="288"/>
            </a:xfrm>
          </p:grpSpPr>
          <p:sp>
            <p:nvSpPr>
              <p:cNvPr id="54" name="Text Box 47">
                <a:extLst>
                  <a:ext uri="{FF2B5EF4-FFF2-40B4-BE49-F238E27FC236}">
                    <a16:creationId xmlns:a16="http://schemas.microsoft.com/office/drawing/2014/main" id="{64BB27E9-E931-AACE-81C1-070A1892A4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2" y="1456"/>
                <a:ext cx="31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b="1" i="0">
                    <a:latin typeface="Times New Roman" charset="0"/>
                  </a:rPr>
                  <a:t>′</a:t>
                </a:r>
              </a:p>
            </p:txBody>
          </p:sp>
          <p:sp>
            <p:nvSpPr>
              <p:cNvPr id="55" name="Text Box 48">
                <a:extLst>
                  <a:ext uri="{FF2B5EF4-FFF2-40B4-BE49-F238E27FC236}">
                    <a16:creationId xmlns:a16="http://schemas.microsoft.com/office/drawing/2014/main" id="{C5815DEF-2B5B-2DB3-B3FC-F7FA062518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19" y="1498"/>
                <a:ext cx="194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i="1"/>
                  <a:t>b</a:t>
                </a:r>
                <a:endParaRPr lang="en-US" altLang="zh-CN" i="1">
                  <a:latin typeface="Times New Roman" charset="0"/>
                </a:endParaRPr>
              </a:p>
            </p:txBody>
          </p:sp>
        </p:grpSp>
        <p:grpSp>
          <p:nvGrpSpPr>
            <p:cNvPr id="46" name="Group 49">
              <a:extLst>
                <a:ext uri="{FF2B5EF4-FFF2-40B4-BE49-F238E27FC236}">
                  <a16:creationId xmlns:a16="http://schemas.microsoft.com/office/drawing/2014/main" id="{416ECE14-E5A7-F6A0-AD5E-ADAF35A458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95" y="2008"/>
              <a:ext cx="242" cy="262"/>
              <a:chOff x="3395" y="2008"/>
              <a:chExt cx="242" cy="262"/>
            </a:xfrm>
          </p:grpSpPr>
          <p:sp>
            <p:nvSpPr>
              <p:cNvPr id="52" name="Text Box 50">
                <a:extLst>
                  <a:ext uri="{FF2B5EF4-FFF2-40B4-BE49-F238E27FC236}">
                    <a16:creationId xmlns:a16="http://schemas.microsoft.com/office/drawing/2014/main" id="{74853556-1B7A-834D-B4A0-803139F41D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95" y="2037"/>
                <a:ext cx="193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i="1" dirty="0"/>
                  <a:t>d</a:t>
                </a:r>
                <a:endParaRPr lang="en-US" altLang="zh-CN" i="1" dirty="0">
                  <a:latin typeface="Times New Roman" charset="0"/>
                </a:endParaRPr>
              </a:p>
            </p:txBody>
          </p:sp>
          <p:sp>
            <p:nvSpPr>
              <p:cNvPr id="53" name="Text Box 51">
                <a:extLst>
                  <a:ext uri="{FF2B5EF4-FFF2-40B4-BE49-F238E27FC236}">
                    <a16:creationId xmlns:a16="http://schemas.microsoft.com/office/drawing/2014/main" id="{0DE06C6D-5C3C-573C-274C-195D739815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88" y="2008"/>
                <a:ext cx="149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i="1">
                    <a:latin typeface="Times New Roman" charset="0"/>
                  </a:rPr>
                  <a:t>′</a:t>
                </a:r>
              </a:p>
            </p:txBody>
          </p:sp>
        </p:grpSp>
        <p:sp>
          <p:nvSpPr>
            <p:cNvPr id="47" name="Text Box 52">
              <a:extLst>
                <a:ext uri="{FF2B5EF4-FFF2-40B4-BE49-F238E27FC236}">
                  <a16:creationId xmlns:a16="http://schemas.microsoft.com/office/drawing/2014/main" id="{27A1556F-6BD1-1308-B45E-371A1A7ED0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5" y="2451"/>
              <a:ext cx="19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endParaRPr lang="en-US" altLang="zh-CN" sz="2800" i="1">
                <a:latin typeface="Times New Roman" charset="0"/>
              </a:endParaRPr>
            </a:p>
          </p:txBody>
        </p:sp>
        <p:sp>
          <p:nvSpPr>
            <p:cNvPr id="48" name="Text Box 53">
              <a:extLst>
                <a:ext uri="{FF2B5EF4-FFF2-40B4-BE49-F238E27FC236}">
                  <a16:creationId xmlns:a16="http://schemas.microsoft.com/office/drawing/2014/main" id="{9BB6AB24-D240-AA3F-90A0-0695E2F792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9" y="2769"/>
              <a:ext cx="19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</a:p>
          </p:txBody>
        </p:sp>
        <p:sp>
          <p:nvSpPr>
            <p:cNvPr id="49" name="Text Box 54">
              <a:extLst>
                <a:ext uri="{FF2B5EF4-FFF2-40B4-BE49-F238E27FC236}">
                  <a16:creationId xmlns:a16="http://schemas.microsoft.com/office/drawing/2014/main" id="{A5A5D1E9-43F9-828B-FC85-433C6BFFA8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4" y="2933"/>
              <a:ext cx="17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endParaRPr lang="en-US" altLang="zh-CN" sz="2800" i="1">
                <a:latin typeface="Times New Roman" charset="0"/>
              </a:endParaRPr>
            </a:p>
          </p:txBody>
        </p:sp>
        <p:sp>
          <p:nvSpPr>
            <p:cNvPr id="50" name="Text Box 55">
              <a:extLst>
                <a:ext uri="{FF2B5EF4-FFF2-40B4-BE49-F238E27FC236}">
                  <a16:creationId xmlns:a16="http://schemas.microsoft.com/office/drawing/2014/main" id="{66E81583-9FE0-B23B-6645-BBE8B224E5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5" y="2444"/>
              <a:ext cx="19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d</a:t>
              </a:r>
              <a:endParaRPr lang="en-US" altLang="zh-CN" sz="2800" i="1">
                <a:latin typeface="Times New Roman" charset="0"/>
              </a:endParaRPr>
            </a:p>
          </p:txBody>
        </p:sp>
        <p:sp>
          <p:nvSpPr>
            <p:cNvPr id="51" name="Text Box 56">
              <a:extLst>
                <a:ext uri="{FF2B5EF4-FFF2-40B4-BE49-F238E27FC236}">
                  <a16:creationId xmlns:a16="http://schemas.microsoft.com/office/drawing/2014/main" id="{4DD4C962-8730-7EC1-CD8D-2CE02ECDC1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2" y="1307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b="1" i="0">
                  <a:latin typeface="Times New Roman" charset="0"/>
                </a:rPr>
                <a:t>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6317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7" grpId="0" autoUpdateAnimBg="0"/>
      <p:bldP spid="8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2F2940-EFD8-07F8-20B1-5DF619FAD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C20EC-F9DA-E14C-B6AC-E59829995500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6B3E895-FF6F-2D5F-6340-2963AC329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094A20-B0BB-4928-1B2C-21F6DAE9A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42</a:t>
            </a:fld>
            <a:endParaRPr 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585B620E-B588-1541-1DDD-76D79740A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729" y="524878"/>
            <a:ext cx="35702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8100">
                <a:pattFill prst="pct75">
                  <a:fgClr>
                    <a:srgbClr val="FF5050"/>
                  </a:fgClr>
                  <a:bgClr>
                    <a:srgbClr val="FFFF00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zh-CN" altLang="en-US" sz="2400" b="1" i="0" dirty="0">
                <a:solidFill>
                  <a:srgbClr val="3366CC"/>
                </a:solidFill>
                <a:latin typeface="Times New Roman" charset="0"/>
              </a:rPr>
              <a:t>三、点与平面的相对位置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B6EEF552-02E0-69AA-F1C2-2F452CF9C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9763" y="1275693"/>
            <a:ext cx="198002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000" b="1" i="0" dirty="0"/>
              <a:t>面上取点的方法</a:t>
            </a: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70E258F0-BF6F-EDE2-78E9-2C52DCBAC1B1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2149190"/>
            <a:ext cx="2897188" cy="3113088"/>
            <a:chOff x="742" y="1742"/>
            <a:chExt cx="1825" cy="1961"/>
          </a:xfrm>
        </p:grpSpPr>
        <p:sp>
          <p:nvSpPr>
            <p:cNvPr id="8" name="Text Box 5">
              <a:extLst>
                <a:ext uri="{FF2B5EF4-FFF2-40B4-BE49-F238E27FC236}">
                  <a16:creationId xmlns:a16="http://schemas.microsoft.com/office/drawing/2014/main" id="{8AF251B5-1579-BB66-11F6-EC332B3584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7" y="3182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E72A45F5-181C-45D4-DD1D-19D2322BE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6" y="2434"/>
              <a:ext cx="1249" cy="234"/>
            </a:xfrm>
            <a:custGeom>
              <a:avLst/>
              <a:gdLst>
                <a:gd name="T0" fmla="*/ 0 w 1249"/>
                <a:gd name="T1" fmla="*/ 234 h 234"/>
                <a:gd name="T2" fmla="*/ 1249 w 1249"/>
                <a:gd name="T3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49" h="234">
                  <a:moveTo>
                    <a:pt x="0" y="234"/>
                  </a:moveTo>
                  <a:lnTo>
                    <a:pt x="1249" y="0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9744CC10-3890-4C51-9F35-33C922843B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28" y="1906"/>
              <a:ext cx="729" cy="75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32DE4A6D-B44E-529C-1551-9A02BAD86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7" y="1906"/>
              <a:ext cx="532" cy="522"/>
            </a:xfrm>
            <a:custGeom>
              <a:avLst/>
              <a:gdLst>
                <a:gd name="T0" fmla="*/ 0 w 532"/>
                <a:gd name="T1" fmla="*/ 0 h 522"/>
                <a:gd name="T2" fmla="*/ 532 w 532"/>
                <a:gd name="T3" fmla="*/ 522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32" h="522">
                  <a:moveTo>
                    <a:pt x="0" y="0"/>
                  </a:moveTo>
                  <a:lnTo>
                    <a:pt x="532" y="522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522239E2-F4BF-98C4-0343-2BE3334E17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5" y="2434"/>
              <a:ext cx="0" cy="11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3907E28B-4153-DFB9-59D2-9FC927C273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" y="3072"/>
              <a:ext cx="1257" cy="514"/>
            </a:xfrm>
            <a:custGeom>
              <a:avLst/>
              <a:gdLst>
                <a:gd name="T0" fmla="*/ 0 w 1257"/>
                <a:gd name="T1" fmla="*/ 0 h 514"/>
                <a:gd name="T2" fmla="*/ 1257 w 1257"/>
                <a:gd name="T3" fmla="*/ 514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57" h="514">
                  <a:moveTo>
                    <a:pt x="0" y="0"/>
                  </a:moveTo>
                  <a:lnTo>
                    <a:pt x="1257" y="514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D143EA26-171F-2A63-B1E4-F344DD309D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8" y="2942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15" name="Text Box 12">
              <a:extLst>
                <a:ext uri="{FF2B5EF4-FFF2-40B4-BE49-F238E27FC236}">
                  <a16:creationId xmlns:a16="http://schemas.microsoft.com/office/drawing/2014/main" id="{742696F4-0039-E096-47B5-0D5D888949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6" y="3470"/>
              <a:ext cx="17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c</a:t>
              </a:r>
              <a:endParaRPr lang="en-US" altLang="zh-CN" sz="2000" b="1" i="1">
                <a:latin typeface="Italic" charset="0"/>
              </a:endParaRPr>
            </a:p>
          </p:txBody>
        </p:sp>
        <p:sp>
          <p:nvSpPr>
            <p:cNvPr id="16" name="Text Box 13">
              <a:extLst>
                <a:ext uri="{FF2B5EF4-FFF2-40B4-BE49-F238E27FC236}">
                  <a16:creationId xmlns:a16="http://schemas.microsoft.com/office/drawing/2014/main" id="{9C4BFF55-FD5F-6575-C787-8B6CFDCD15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" y="2510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/>
                <a:t>a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7" name="Text Box 14">
              <a:extLst>
                <a:ext uri="{FF2B5EF4-FFF2-40B4-BE49-F238E27FC236}">
                  <a16:creationId xmlns:a16="http://schemas.microsoft.com/office/drawing/2014/main" id="{3301EB5E-5F06-7145-B0FD-5B2FE89D65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7" y="2222"/>
              <a:ext cx="21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k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45CAEE14-4A2A-A184-10D3-7299442FCB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5" y="1742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/>
                <a:t>b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3A619C6C-9D1F-EEC6-1456-00A109C29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7" y="2242"/>
              <a:ext cx="213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200" b="1" i="0">
                  <a:solidFill>
                    <a:srgbClr val="FF0000"/>
                  </a:solidFill>
                  <a:latin typeface="Times New Roman" charset="0"/>
                </a:rPr>
                <a:t>●</a:t>
              </a:r>
              <a:endParaRPr lang="en-US" altLang="zh-CN" sz="1200" b="1" i="0">
                <a:latin typeface="Times New Roman" charset="0"/>
              </a:endParaRPr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7144FD6D-7B16-D7A3-682A-5A025DCA77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8" y="2818"/>
              <a:ext cx="165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A54C50A5-B8EB-B73F-83A0-4CB10A6948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" y="2662"/>
              <a:ext cx="0" cy="4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91C3F4EB-ED00-0D17-48E2-6C5D622462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7" y="1906"/>
              <a:ext cx="0" cy="14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Text Box 20">
              <a:extLst>
                <a:ext uri="{FF2B5EF4-FFF2-40B4-BE49-F238E27FC236}">
                  <a16:creationId xmlns:a16="http://schemas.microsoft.com/office/drawing/2014/main" id="{486C309E-6C20-5C0B-98F2-FA1A50527C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" y="1858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b="1" i="0">
                  <a:latin typeface="Times New Roman" charset="0"/>
                </a:rPr>
                <a:t>①</a:t>
              </a:r>
            </a:p>
          </p:txBody>
        </p:sp>
        <p:sp>
          <p:nvSpPr>
            <p:cNvPr id="24" name="Text Box 21">
              <a:extLst>
                <a:ext uri="{FF2B5EF4-FFF2-40B4-BE49-F238E27FC236}">
                  <a16:creationId xmlns:a16="http://schemas.microsoft.com/office/drawing/2014/main" id="{9FF9C797-18F9-A572-BAC3-8BB395E73E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5" y="2222"/>
              <a:ext cx="21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/>
                <a:t>c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</p:grpSp>
      <p:sp>
        <p:nvSpPr>
          <p:cNvPr id="25" name="Text Box 22">
            <a:extLst>
              <a:ext uri="{FF2B5EF4-FFF2-40B4-BE49-F238E27FC236}">
                <a16:creationId xmlns:a16="http://schemas.microsoft.com/office/drawing/2014/main" id="{F49BF1B9-A24C-9FE8-B4E2-7DE57CA8D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3775" y="5209890"/>
            <a:ext cx="3263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b="1" i="0">
                <a:latin typeface="Times New Roman" charset="0"/>
              </a:rPr>
              <a:t>利用平面的积聚性求解</a:t>
            </a:r>
          </a:p>
        </p:txBody>
      </p:sp>
      <p:sp>
        <p:nvSpPr>
          <p:cNvPr id="26" name="Text Box 23">
            <a:extLst>
              <a:ext uri="{FF2B5EF4-FFF2-40B4-BE49-F238E27FC236}">
                <a16:creationId xmlns:a16="http://schemas.microsoft.com/office/drawing/2014/main" id="{F48DA4BC-52B6-4797-9A07-8259244B9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3938" y="5209890"/>
            <a:ext cx="3571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b="1" i="0">
                <a:latin typeface="Times New Roman" charset="0"/>
              </a:rPr>
              <a:t>通过在面内作辅助线求解</a:t>
            </a:r>
          </a:p>
        </p:txBody>
      </p:sp>
      <p:grpSp>
        <p:nvGrpSpPr>
          <p:cNvPr id="27" name="Group 24">
            <a:extLst>
              <a:ext uri="{FF2B5EF4-FFF2-40B4-BE49-F238E27FC236}">
                <a16:creationId xmlns:a16="http://schemas.microsoft.com/office/drawing/2014/main" id="{D4620238-A1C1-3D74-9912-F98FBA8AF5A3}"/>
              </a:ext>
            </a:extLst>
          </p:cNvPr>
          <p:cNvGrpSpPr>
            <a:grpSpLocks/>
          </p:cNvGrpSpPr>
          <p:nvPr/>
        </p:nvGrpSpPr>
        <p:grpSpPr bwMode="auto">
          <a:xfrm>
            <a:off x="6307139" y="2130140"/>
            <a:ext cx="2611438" cy="3113088"/>
            <a:chOff x="3323" y="1730"/>
            <a:chExt cx="1645" cy="1961"/>
          </a:xfrm>
        </p:grpSpPr>
        <p:sp>
          <p:nvSpPr>
            <p:cNvPr id="28" name="Text Box 25">
              <a:extLst>
                <a:ext uri="{FF2B5EF4-FFF2-40B4-BE49-F238E27FC236}">
                  <a16:creationId xmlns:a16="http://schemas.microsoft.com/office/drawing/2014/main" id="{D8E6C48E-BB3D-6CAD-ACDC-C336AB154F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4" y="1750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b="1" i="0">
                  <a:latin typeface="Times New Roman" charset="0"/>
                </a:rPr>
                <a:t>②</a:t>
              </a:r>
            </a:p>
          </p:txBody>
        </p:sp>
        <p:sp>
          <p:nvSpPr>
            <p:cNvPr id="29" name="Text Box 26">
              <a:extLst>
                <a:ext uri="{FF2B5EF4-FFF2-40B4-BE49-F238E27FC236}">
                  <a16:creationId xmlns:a16="http://schemas.microsoft.com/office/drawing/2014/main" id="{CCC9049E-69CA-BF7C-D4C7-F521B777A8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0" y="2182"/>
              <a:ext cx="213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200" b="1" i="0">
                  <a:solidFill>
                    <a:schemeClr val="accent2"/>
                  </a:solidFill>
                  <a:latin typeface="Times New Roman" charset="0"/>
                </a:rPr>
                <a:t>●</a:t>
              </a:r>
              <a:endParaRPr lang="en-US" altLang="zh-CN" b="1" i="0">
                <a:latin typeface="Times New Roman" charset="0"/>
              </a:endParaRPr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AD27B27C-5B98-AC6C-8E34-D30AB693EE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3" y="2806"/>
              <a:ext cx="164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77AA9470-9667-87C5-DE28-FA75B7B804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5" y="2416"/>
              <a:ext cx="1144" cy="266"/>
            </a:xfrm>
            <a:custGeom>
              <a:avLst/>
              <a:gdLst>
                <a:gd name="T0" fmla="*/ 0 w 1144"/>
                <a:gd name="T1" fmla="*/ 266 h 266"/>
                <a:gd name="T2" fmla="*/ 1144 w 1144"/>
                <a:gd name="T3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44" h="266">
                  <a:moveTo>
                    <a:pt x="0" y="266"/>
                  </a:moveTo>
                  <a:lnTo>
                    <a:pt x="1144" y="0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07D7ADD1-4BE8-C23A-0B99-D7B27D3AF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5" y="1942"/>
              <a:ext cx="624" cy="742"/>
            </a:xfrm>
            <a:custGeom>
              <a:avLst/>
              <a:gdLst>
                <a:gd name="T0" fmla="*/ 0 w 624"/>
                <a:gd name="T1" fmla="*/ 742 h 742"/>
                <a:gd name="T2" fmla="*/ 624 w 624"/>
                <a:gd name="T3" fmla="*/ 0 h 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4" h="742">
                  <a:moveTo>
                    <a:pt x="0" y="742"/>
                  </a:moveTo>
                  <a:lnTo>
                    <a:pt x="624" y="0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F4797387-FDBE-DA6D-F615-0CED47733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9" y="1942"/>
              <a:ext cx="534" cy="474"/>
            </a:xfrm>
            <a:custGeom>
              <a:avLst/>
              <a:gdLst>
                <a:gd name="T0" fmla="*/ 0 w 534"/>
                <a:gd name="T1" fmla="*/ 0 h 474"/>
                <a:gd name="T2" fmla="*/ 534 w 534"/>
                <a:gd name="T3" fmla="*/ 474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34" h="474">
                  <a:moveTo>
                    <a:pt x="0" y="0"/>
                  </a:moveTo>
                  <a:lnTo>
                    <a:pt x="534" y="474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31">
              <a:extLst>
                <a:ext uri="{FF2B5EF4-FFF2-40B4-BE49-F238E27FC236}">
                  <a16:creationId xmlns:a16="http://schemas.microsoft.com/office/drawing/2014/main" id="{E6344759-4372-D45B-A30F-6C5C457995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9" y="1942"/>
              <a:ext cx="0" cy="10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32">
              <a:extLst>
                <a:ext uri="{FF2B5EF4-FFF2-40B4-BE49-F238E27FC236}">
                  <a16:creationId xmlns:a16="http://schemas.microsoft.com/office/drawing/2014/main" id="{BE22DE80-DC5E-DAA3-EB82-E98576E073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5" y="2662"/>
              <a:ext cx="0" cy="6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Line 33">
              <a:extLst>
                <a:ext uri="{FF2B5EF4-FFF2-40B4-BE49-F238E27FC236}">
                  <a16:creationId xmlns:a16="http://schemas.microsoft.com/office/drawing/2014/main" id="{B4322CB2-11CE-5F95-C9DC-DEC770776C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85" y="2998"/>
              <a:ext cx="624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Freeform 34">
              <a:extLst>
                <a:ext uri="{FF2B5EF4-FFF2-40B4-BE49-F238E27FC236}">
                  <a16:creationId xmlns:a16="http://schemas.microsoft.com/office/drawing/2014/main" id="{C5BE9C34-0984-6583-0238-26F6A242C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9" y="2998"/>
              <a:ext cx="534" cy="533"/>
            </a:xfrm>
            <a:custGeom>
              <a:avLst/>
              <a:gdLst>
                <a:gd name="T0" fmla="*/ 0 w 534"/>
                <a:gd name="T1" fmla="*/ 0 h 533"/>
                <a:gd name="T2" fmla="*/ 534 w 534"/>
                <a:gd name="T3" fmla="*/ 533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34" h="533">
                  <a:moveTo>
                    <a:pt x="0" y="0"/>
                  </a:moveTo>
                  <a:lnTo>
                    <a:pt x="534" y="533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Line 35">
              <a:extLst>
                <a:ext uri="{FF2B5EF4-FFF2-40B4-BE49-F238E27FC236}">
                  <a16:creationId xmlns:a16="http://schemas.microsoft.com/office/drawing/2014/main" id="{ED7B4CE8-F59B-B85F-55E9-C7130A976D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85" y="3286"/>
              <a:ext cx="115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Text Box 36">
              <a:extLst>
                <a:ext uri="{FF2B5EF4-FFF2-40B4-BE49-F238E27FC236}">
                  <a16:creationId xmlns:a16="http://schemas.microsoft.com/office/drawing/2014/main" id="{2A8A99E2-BCEF-0AE7-E447-8B31545148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0" y="3170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40" name="Text Box 37">
              <a:extLst>
                <a:ext uri="{FF2B5EF4-FFF2-40B4-BE49-F238E27FC236}">
                  <a16:creationId xmlns:a16="http://schemas.microsoft.com/office/drawing/2014/main" id="{52C1CF6A-A925-1D9F-0174-90DBC97BAD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6" y="2798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41" name="Text Box 38">
              <a:extLst>
                <a:ext uri="{FF2B5EF4-FFF2-40B4-BE49-F238E27FC236}">
                  <a16:creationId xmlns:a16="http://schemas.microsoft.com/office/drawing/2014/main" id="{D6D86595-6C21-9C66-7BFD-8FC0ABBDCA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9" y="3458"/>
              <a:ext cx="17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42" name="Text Box 39">
              <a:extLst>
                <a:ext uri="{FF2B5EF4-FFF2-40B4-BE49-F238E27FC236}">
                  <a16:creationId xmlns:a16="http://schemas.microsoft.com/office/drawing/2014/main" id="{775983E1-21DF-13E0-10CA-AFE08996FC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2" y="2546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/>
                <a:t>a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43" name="Text Box 40">
              <a:extLst>
                <a:ext uri="{FF2B5EF4-FFF2-40B4-BE49-F238E27FC236}">
                  <a16:creationId xmlns:a16="http://schemas.microsoft.com/office/drawing/2014/main" id="{B0D00ABD-D1A0-0271-B60B-82BC9F0AFE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9" y="1730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44" name="Text Box 41">
              <a:extLst>
                <a:ext uri="{FF2B5EF4-FFF2-40B4-BE49-F238E27FC236}">
                  <a16:creationId xmlns:a16="http://schemas.microsoft.com/office/drawing/2014/main" id="{362FDF3A-305F-C6BA-AD6A-1390A5BEDF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8" y="2246"/>
              <a:ext cx="21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k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45" name="Text Box 42">
              <a:extLst>
                <a:ext uri="{FF2B5EF4-FFF2-40B4-BE49-F238E27FC236}">
                  <a16:creationId xmlns:a16="http://schemas.microsoft.com/office/drawing/2014/main" id="{F3BE665C-9471-D5AE-F74C-FEB13C0D26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0" y="2306"/>
              <a:ext cx="21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46" name="Line 43">
              <a:extLst>
                <a:ext uri="{FF2B5EF4-FFF2-40B4-BE49-F238E27FC236}">
                  <a16:creationId xmlns:a16="http://schemas.microsoft.com/office/drawing/2014/main" id="{2B3903E7-BDA0-E72D-5576-C325288B4B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9" y="2417"/>
              <a:ext cx="0" cy="11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28883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25" grpId="0" autoUpdateAnimBg="0"/>
      <p:bldP spid="26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9E0F5B1-06E5-42C8-AEF3-4A1F2B3A7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87BD4-B238-E243-AB70-5F703CAA9978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6DA51E-5339-D767-EC1A-A03488793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C0A2E6-9DC1-0EC6-D45E-6BFC6E4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43</a:t>
            </a:fld>
            <a:endParaRPr 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EE146E24-C672-AD17-9C67-F82D129C2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563" y="714624"/>
            <a:ext cx="38779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 b="1" i="0">
                <a:solidFill>
                  <a:srgbClr val="3366CC"/>
                </a:solidFill>
              </a:rPr>
              <a:t>四、直线与平面的相对位置</a:t>
            </a:r>
            <a:endParaRPr lang="zh-CN" altLang="en-US" sz="2400" b="1">
              <a:solidFill>
                <a:srgbClr val="3366CC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30C198E-2063-C090-92FD-63287D856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686" y="1388617"/>
            <a:ext cx="6567487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2000" b="1" i="0" dirty="0">
                <a:latin typeface="宋体" charset="-122"/>
              </a:rPr>
              <a:t>⒈ </a:t>
            </a:r>
            <a:r>
              <a:rPr lang="zh-CN" altLang="en-US" sz="2400" b="1" i="0" dirty="0">
                <a:latin typeface="宋体" charset="-122"/>
              </a:rPr>
              <a:t>直线与平面平行</a:t>
            </a:r>
            <a:endParaRPr lang="zh-CN" altLang="en-US" sz="2000" b="1" i="0" dirty="0">
              <a:latin typeface="宋体" charset="-122"/>
            </a:endParaRPr>
          </a:p>
          <a:p>
            <a:pPr algn="l" eaLnBrk="1" hangingPunct="1"/>
            <a:r>
              <a:rPr lang="zh-CN" altLang="en-US" sz="2000" b="1" i="0" dirty="0">
                <a:latin typeface="宋体" charset="-122"/>
              </a:rPr>
              <a:t>     直线平行于</a:t>
            </a:r>
            <a:r>
              <a:rPr lang="zh-CN" altLang="en-US" sz="2000" b="1" i="0" dirty="0">
                <a:solidFill>
                  <a:srgbClr val="FF3300"/>
                </a:solidFill>
                <a:latin typeface="宋体" charset="-122"/>
              </a:rPr>
              <a:t>平面内</a:t>
            </a:r>
            <a:r>
              <a:rPr lang="zh-CN" altLang="en-US" sz="2000" b="1" i="0" dirty="0">
                <a:latin typeface="宋体" charset="-122"/>
              </a:rPr>
              <a:t>的一条直线。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8FBDC307-4A43-4E94-B84D-C3A243592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738" y="2468812"/>
            <a:ext cx="27238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2400" b="1" i="0" dirty="0">
                <a:latin typeface="Times New Roman" charset="0"/>
              </a:rPr>
              <a:t>⒉ </a:t>
            </a:r>
            <a:r>
              <a:rPr lang="zh-CN" altLang="en-US" sz="2400" b="1" i="0" dirty="0">
                <a:latin typeface="Times New Roman" charset="0"/>
              </a:rPr>
              <a:t>直线与平面相交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8471FE53-FF7F-7A7B-B348-B5A57C92A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7392" y="4432301"/>
            <a:ext cx="633416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2000" b="1" i="0" dirty="0">
                <a:latin typeface="宋体" charset="-122"/>
              </a:rPr>
              <a:t>⑵ </a:t>
            </a:r>
            <a:r>
              <a:rPr lang="zh-CN" altLang="en-US" sz="2000" b="1" i="0" dirty="0">
                <a:latin typeface="宋体" charset="-122"/>
              </a:rPr>
              <a:t>投影面垂直线与一般位置平面求交点，利用交点的共有性和直线的积聚性，采取</a:t>
            </a:r>
            <a:r>
              <a:rPr lang="zh-CN" altLang="en-US" sz="2000" b="1" i="0" dirty="0">
                <a:solidFill>
                  <a:srgbClr val="C00000"/>
                </a:solidFill>
                <a:latin typeface="宋体" charset="-122"/>
              </a:rPr>
              <a:t>平面上取点</a:t>
            </a:r>
            <a:r>
              <a:rPr lang="zh-CN" altLang="en-US" sz="2000" b="1" i="0" dirty="0">
                <a:latin typeface="宋体" charset="-122"/>
              </a:rPr>
              <a:t>的方法求解。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33C05E65-2559-AB74-E131-BFEBD3C60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3872" y="3273807"/>
            <a:ext cx="638026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2000" b="1" i="0" dirty="0">
                <a:latin typeface="宋体" charset="-122"/>
              </a:rPr>
              <a:t>⑴ </a:t>
            </a:r>
            <a:r>
              <a:rPr lang="zh-CN" altLang="en-US" sz="2000" b="1" i="0" dirty="0">
                <a:latin typeface="宋体" charset="-122"/>
              </a:rPr>
              <a:t>一般位置直线与特殊位置平面求交点，利用交点的共有性和平面的积聚性，采用</a:t>
            </a:r>
            <a:r>
              <a:rPr lang="zh-CN" altLang="en-US" sz="2000" b="1" i="0" dirty="0">
                <a:solidFill>
                  <a:srgbClr val="C00000"/>
                </a:solidFill>
                <a:latin typeface="宋体" charset="-122"/>
              </a:rPr>
              <a:t>直线上取点</a:t>
            </a:r>
            <a:r>
              <a:rPr lang="zh-CN" altLang="en-US" sz="2000" b="1" i="0" dirty="0">
                <a:latin typeface="宋体" charset="-122"/>
              </a:rPr>
              <a:t>的方法求解。</a:t>
            </a:r>
          </a:p>
        </p:txBody>
      </p:sp>
      <p:grpSp>
        <p:nvGrpSpPr>
          <p:cNvPr id="10" name="Group 7">
            <a:extLst>
              <a:ext uri="{FF2B5EF4-FFF2-40B4-BE49-F238E27FC236}">
                <a16:creationId xmlns:a16="http://schemas.microsoft.com/office/drawing/2014/main" id="{49DFA879-176B-3099-2821-E683EB744855}"/>
              </a:ext>
            </a:extLst>
          </p:cNvPr>
          <p:cNvGrpSpPr>
            <a:grpSpLocks/>
          </p:cNvGrpSpPr>
          <p:nvPr/>
        </p:nvGrpSpPr>
        <p:grpSpPr bwMode="auto">
          <a:xfrm>
            <a:off x="8650842" y="1460499"/>
            <a:ext cx="1838325" cy="1965326"/>
            <a:chOff x="3796" y="1088"/>
            <a:chExt cx="1158" cy="1238"/>
          </a:xfrm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4D22A104-7576-3796-31C7-329590C64D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73" y="1274"/>
              <a:ext cx="980" cy="926"/>
              <a:chOff x="3873" y="1274"/>
              <a:chExt cx="980" cy="926"/>
            </a:xfrm>
          </p:grpSpPr>
          <p:sp>
            <p:nvSpPr>
              <p:cNvPr id="22" name="Line 9">
                <a:extLst>
                  <a:ext uri="{FF2B5EF4-FFF2-40B4-BE49-F238E27FC236}">
                    <a16:creationId xmlns:a16="http://schemas.microsoft.com/office/drawing/2014/main" id="{C6D83809-216F-F86D-45FB-F7192A9D01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3" y="1757"/>
                <a:ext cx="9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3" name="Line 10">
                <a:extLst>
                  <a:ext uri="{FF2B5EF4-FFF2-40B4-BE49-F238E27FC236}">
                    <a16:creationId xmlns:a16="http://schemas.microsoft.com/office/drawing/2014/main" id="{3402B8BD-953A-51F0-FD84-D6785EC6CE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1" y="1576"/>
                <a:ext cx="646" cy="101"/>
              </a:xfrm>
              <a:prstGeom prst="line">
                <a:avLst/>
              </a:prstGeom>
              <a:noFill/>
              <a:ln w="38100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" name="Line 11">
                <a:extLst>
                  <a:ext uri="{FF2B5EF4-FFF2-40B4-BE49-F238E27FC236}">
                    <a16:creationId xmlns:a16="http://schemas.microsoft.com/office/drawing/2014/main" id="{43AB7772-1534-5B87-ED14-6976375009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91" y="1274"/>
                <a:ext cx="294" cy="302"/>
              </a:xfrm>
              <a:prstGeom prst="line">
                <a:avLst/>
              </a:prstGeom>
              <a:noFill/>
              <a:ln w="38100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" name="Line 12">
                <a:extLst>
                  <a:ext uri="{FF2B5EF4-FFF2-40B4-BE49-F238E27FC236}">
                    <a16:creationId xmlns:a16="http://schemas.microsoft.com/office/drawing/2014/main" id="{1C7C5C0F-486C-54FF-C086-617B7F7A91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5" y="1274"/>
                <a:ext cx="352" cy="403"/>
              </a:xfrm>
              <a:prstGeom prst="line">
                <a:avLst/>
              </a:prstGeom>
              <a:noFill/>
              <a:ln w="38100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" name="Line 13">
                <a:extLst>
                  <a:ext uri="{FF2B5EF4-FFF2-40B4-BE49-F238E27FC236}">
                    <a16:creationId xmlns:a16="http://schemas.microsoft.com/office/drawing/2014/main" id="{013594B7-DD90-C67A-1477-3FB00B0A8A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1" y="1576"/>
                <a:ext cx="0" cy="60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7" name="Line 14">
                <a:extLst>
                  <a:ext uri="{FF2B5EF4-FFF2-40B4-BE49-F238E27FC236}">
                    <a16:creationId xmlns:a16="http://schemas.microsoft.com/office/drawing/2014/main" id="{0D3F4722-9CB3-B85E-FBD1-262649C075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37" y="1677"/>
                <a:ext cx="0" cy="26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8" name="Line 15">
                <a:extLst>
                  <a:ext uri="{FF2B5EF4-FFF2-40B4-BE49-F238E27FC236}">
                    <a16:creationId xmlns:a16="http://schemas.microsoft.com/office/drawing/2014/main" id="{8B64642A-71D0-739D-C145-DE3177EC30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91" y="1938"/>
                <a:ext cx="646" cy="242"/>
              </a:xfrm>
              <a:prstGeom prst="line">
                <a:avLst/>
              </a:prstGeom>
              <a:noFill/>
              <a:ln w="38100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9" name="Line 16">
                <a:extLst>
                  <a:ext uri="{FF2B5EF4-FFF2-40B4-BE49-F238E27FC236}">
                    <a16:creationId xmlns:a16="http://schemas.microsoft.com/office/drawing/2014/main" id="{57A4E0BD-0AC1-BECC-0579-4459B732D8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5" y="1274"/>
                <a:ext cx="0" cy="80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0" name="Line 17">
                <a:extLst>
                  <a:ext uri="{FF2B5EF4-FFF2-40B4-BE49-F238E27FC236}">
                    <a16:creationId xmlns:a16="http://schemas.microsoft.com/office/drawing/2014/main" id="{42874EE4-FB0A-5FDD-C9D3-4581E22867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9" y="1918"/>
                <a:ext cx="646" cy="28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1" name="Line 18">
                <a:extLst>
                  <a:ext uri="{FF2B5EF4-FFF2-40B4-BE49-F238E27FC236}">
                    <a16:creationId xmlns:a16="http://schemas.microsoft.com/office/drawing/2014/main" id="{B7BA4843-C211-098D-9B7C-F1AE0F15CB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89" y="1677"/>
                <a:ext cx="0" cy="24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" name="Line 19">
                <a:extLst>
                  <a:ext uri="{FF2B5EF4-FFF2-40B4-BE49-F238E27FC236}">
                    <a16:creationId xmlns:a16="http://schemas.microsoft.com/office/drawing/2014/main" id="{5C51A751-DBE1-3DA4-B35F-B734889B02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35" y="1314"/>
                <a:ext cx="0" cy="88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3" name="Line 20">
                <a:extLst>
                  <a:ext uri="{FF2B5EF4-FFF2-40B4-BE49-F238E27FC236}">
                    <a16:creationId xmlns:a16="http://schemas.microsoft.com/office/drawing/2014/main" id="{CC096805-1F3B-EAB3-5AB0-47366EDDFD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89" y="1314"/>
                <a:ext cx="646" cy="363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4" name="Freeform 21">
                <a:extLst>
                  <a:ext uri="{FF2B5EF4-FFF2-40B4-BE49-F238E27FC236}">
                    <a16:creationId xmlns:a16="http://schemas.microsoft.com/office/drawing/2014/main" id="{B809C23E-3134-1D06-A100-3D23D156AA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1" y="1314"/>
                <a:ext cx="274" cy="158"/>
              </a:xfrm>
              <a:custGeom>
                <a:avLst/>
                <a:gdLst>
                  <a:gd name="T0" fmla="*/ 0 w 672"/>
                  <a:gd name="T1" fmla="*/ 375 h 375"/>
                  <a:gd name="T2" fmla="*/ 672 w 672"/>
                  <a:gd name="T3" fmla="*/ 0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72" h="375">
                    <a:moveTo>
                      <a:pt x="0" y="375"/>
                    </a:moveTo>
                    <a:lnTo>
                      <a:pt x="672" y="0"/>
                    </a:ln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5" name="Freeform 22">
                <a:extLst>
                  <a:ext uri="{FF2B5EF4-FFF2-40B4-BE49-F238E27FC236}">
                    <a16:creationId xmlns:a16="http://schemas.microsoft.com/office/drawing/2014/main" id="{BB8386FB-F59F-6BF7-C11A-9BBA3CABC9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9" y="1608"/>
                <a:ext cx="130" cy="69"/>
              </a:xfrm>
              <a:custGeom>
                <a:avLst/>
                <a:gdLst>
                  <a:gd name="T0" fmla="*/ 0 w 319"/>
                  <a:gd name="T1" fmla="*/ 164 h 164"/>
                  <a:gd name="T2" fmla="*/ 319 w 319"/>
                  <a:gd name="T3" fmla="*/ 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19" h="164">
                    <a:moveTo>
                      <a:pt x="0" y="164"/>
                    </a:moveTo>
                    <a:lnTo>
                      <a:pt x="319" y="0"/>
                    </a:ln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2" name="Text Box 23">
              <a:extLst>
                <a:ext uri="{FF2B5EF4-FFF2-40B4-BE49-F238E27FC236}">
                  <a16:creationId xmlns:a16="http://schemas.microsoft.com/office/drawing/2014/main" id="{AF1B56EC-E22E-4056-F2F0-2E97C7E9C5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8" y="2053"/>
              <a:ext cx="19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/>
                <a:t>a</a:t>
              </a:r>
              <a:endParaRPr lang="en-US" altLang="zh-CN" sz="2000" b="1" i="1">
                <a:latin typeface="Times New Roman" charset="0"/>
              </a:endParaRPr>
            </a:p>
          </p:txBody>
        </p:sp>
        <p:sp>
          <p:nvSpPr>
            <p:cNvPr id="13" name="Text Box 24">
              <a:extLst>
                <a:ext uri="{FF2B5EF4-FFF2-40B4-BE49-F238E27FC236}">
                  <a16:creationId xmlns:a16="http://schemas.microsoft.com/office/drawing/2014/main" id="{74494541-40E2-5DB5-D2F1-458C3871ED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6" y="2038"/>
              <a:ext cx="19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/>
                <a:t>b</a:t>
              </a:r>
              <a:endParaRPr lang="en-US" altLang="zh-CN" sz="2000" b="1" i="1">
                <a:latin typeface="Times New Roman" charset="0"/>
              </a:endParaRPr>
            </a:p>
          </p:txBody>
        </p:sp>
        <p:sp>
          <p:nvSpPr>
            <p:cNvPr id="14" name="Text Box 25">
              <a:extLst>
                <a:ext uri="{FF2B5EF4-FFF2-40B4-BE49-F238E27FC236}">
                  <a16:creationId xmlns:a16="http://schemas.microsoft.com/office/drawing/2014/main" id="{CB0E7C52-1260-12CA-1D85-FB7A56C173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1" y="1832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/>
                <a:t>c</a:t>
              </a:r>
              <a:endParaRPr lang="en-US" altLang="zh-CN" sz="2000" b="1" i="1">
                <a:latin typeface="Times New Roman" charset="0"/>
              </a:endParaRPr>
            </a:p>
          </p:txBody>
        </p:sp>
        <p:sp>
          <p:nvSpPr>
            <p:cNvPr id="15" name="Text Box 26">
              <a:extLst>
                <a:ext uri="{FF2B5EF4-FFF2-40B4-BE49-F238E27FC236}">
                  <a16:creationId xmlns:a16="http://schemas.microsoft.com/office/drawing/2014/main" id="{10DB0886-BC09-0519-98FA-246BC79F46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9" y="1846"/>
              <a:ext cx="24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/>
                <a:t>m</a:t>
              </a:r>
              <a:endParaRPr lang="en-US" altLang="zh-CN" sz="2000" b="1" i="1">
                <a:latin typeface="Times New Roman" charset="0"/>
              </a:endParaRPr>
            </a:p>
          </p:txBody>
        </p:sp>
        <p:sp>
          <p:nvSpPr>
            <p:cNvPr id="16" name="Text Box 27">
              <a:extLst>
                <a:ext uri="{FF2B5EF4-FFF2-40B4-BE49-F238E27FC236}">
                  <a16:creationId xmlns:a16="http://schemas.microsoft.com/office/drawing/2014/main" id="{DD908A1B-C179-531D-C1EE-BE82648FE0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5" y="2074"/>
              <a:ext cx="19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/>
                <a:t>n</a:t>
              </a:r>
              <a:endParaRPr lang="en-US" altLang="zh-CN" sz="2000" b="1" i="1">
                <a:latin typeface="Times New Roman" charset="0"/>
              </a:endParaRPr>
            </a:p>
          </p:txBody>
        </p:sp>
        <p:sp>
          <p:nvSpPr>
            <p:cNvPr id="17" name="Text Box 28">
              <a:extLst>
                <a:ext uri="{FF2B5EF4-FFF2-40B4-BE49-F238E27FC236}">
                  <a16:creationId xmlns:a16="http://schemas.microsoft.com/office/drawing/2014/main" id="{ACCCEE5D-66B3-A40B-07EC-02C96F262B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4" y="1454"/>
              <a:ext cx="22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/>
                <a:t>c</a:t>
              </a:r>
              <a:r>
                <a:rPr lang="en-US" altLang="zh-CN" sz="2000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8" name="Text Box 29">
              <a:extLst>
                <a:ext uri="{FF2B5EF4-FFF2-40B4-BE49-F238E27FC236}">
                  <a16:creationId xmlns:a16="http://schemas.microsoft.com/office/drawing/2014/main" id="{7C17494B-13FD-AF81-3D18-D8FDB67B30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" y="1169"/>
              <a:ext cx="24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/>
                <a:t>n</a:t>
              </a:r>
              <a:r>
                <a:rPr lang="en-US" altLang="zh-CN" sz="2000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9" name="Text Box 30">
              <a:extLst>
                <a:ext uri="{FF2B5EF4-FFF2-40B4-BE49-F238E27FC236}">
                  <a16:creationId xmlns:a16="http://schemas.microsoft.com/office/drawing/2014/main" id="{98CCA65A-D16E-51E6-5793-BACDB15949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0" y="1088"/>
              <a:ext cx="24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 dirty="0"/>
                <a:t>b</a:t>
              </a:r>
              <a:r>
                <a:rPr lang="en-US" altLang="zh-CN" sz="2000" b="1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0" name="Text Box 31">
              <a:extLst>
                <a:ext uri="{FF2B5EF4-FFF2-40B4-BE49-F238E27FC236}">
                  <a16:creationId xmlns:a16="http://schemas.microsoft.com/office/drawing/2014/main" id="{0B62A47B-EEB6-50AD-8488-93E5D12176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6" y="1430"/>
              <a:ext cx="24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/>
                <a:t>a</a:t>
              </a:r>
              <a:r>
                <a:rPr lang="en-US" altLang="zh-CN" sz="2000" i="1">
                  <a:sym typeface="Symbol" charset="2"/>
                </a:rPr>
                <a:t></a:t>
              </a:r>
              <a:endParaRPr lang="en-US" altLang="zh-CN" sz="2000" b="1" i="1">
                <a:latin typeface="Times New Roman" charset="0"/>
                <a:sym typeface="Symbol" charset="2"/>
              </a:endParaRPr>
            </a:p>
          </p:txBody>
        </p:sp>
        <p:sp>
          <p:nvSpPr>
            <p:cNvPr id="21" name="Text Box 32">
              <a:extLst>
                <a:ext uri="{FF2B5EF4-FFF2-40B4-BE49-F238E27FC236}">
                  <a16:creationId xmlns:a16="http://schemas.microsoft.com/office/drawing/2014/main" id="{014C7FD6-954B-76D4-5807-CF9D6D2C32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4" y="1560"/>
              <a:ext cx="28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/>
                <a:t>m</a:t>
              </a:r>
              <a:r>
                <a:rPr lang="en-US" altLang="zh-CN" sz="2000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</p:grpSp>
      <p:grpSp>
        <p:nvGrpSpPr>
          <p:cNvPr id="36" name="Group 33">
            <a:extLst>
              <a:ext uri="{FF2B5EF4-FFF2-40B4-BE49-F238E27FC236}">
                <a16:creationId xmlns:a16="http://schemas.microsoft.com/office/drawing/2014/main" id="{6A9A7028-67E5-2F79-ABC6-DD2FF0C0FEB7}"/>
              </a:ext>
            </a:extLst>
          </p:cNvPr>
          <p:cNvGrpSpPr>
            <a:grpSpLocks/>
          </p:cNvGrpSpPr>
          <p:nvPr/>
        </p:nvGrpSpPr>
        <p:grpSpPr bwMode="auto">
          <a:xfrm>
            <a:off x="8646042" y="3429000"/>
            <a:ext cx="1885938" cy="2249489"/>
            <a:chOff x="3938" y="2526"/>
            <a:chExt cx="1188" cy="1417"/>
          </a:xfrm>
        </p:grpSpPr>
        <p:sp>
          <p:nvSpPr>
            <p:cNvPr id="37" name="Line 34">
              <a:extLst>
                <a:ext uri="{FF2B5EF4-FFF2-40B4-BE49-F238E27FC236}">
                  <a16:creationId xmlns:a16="http://schemas.microsoft.com/office/drawing/2014/main" id="{932AC366-B938-B099-6E67-39D1E97BA8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3" y="3081"/>
              <a:ext cx="0" cy="63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8" name="Line 35">
              <a:extLst>
                <a:ext uri="{FF2B5EF4-FFF2-40B4-BE49-F238E27FC236}">
                  <a16:creationId xmlns:a16="http://schemas.microsoft.com/office/drawing/2014/main" id="{7DEC339B-D33A-CDAE-1905-8C8230FCB1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3258"/>
              <a:ext cx="0" cy="37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9" name="Text Box 36">
              <a:extLst>
                <a:ext uri="{FF2B5EF4-FFF2-40B4-BE49-F238E27FC236}">
                  <a16:creationId xmlns:a16="http://schemas.microsoft.com/office/drawing/2014/main" id="{8491884C-1F44-9B2B-9FFD-0CBF2343C5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2" y="3564"/>
              <a:ext cx="6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000" i="1"/>
                <a:t>m</a:t>
              </a:r>
              <a:r>
                <a:rPr kumimoji="0" lang="en-US" altLang="zh-CN" sz="2000" b="1" i="1">
                  <a:latin typeface="Times New Roman" charset="0"/>
                </a:rPr>
                <a:t>(</a:t>
              </a:r>
              <a:r>
                <a:rPr lang="en-US" altLang="zh-CN" sz="2000" i="1"/>
                <a:t>n</a:t>
              </a:r>
              <a:r>
                <a:rPr kumimoji="0" lang="en-US" altLang="zh-CN" sz="2000" b="1" i="1">
                  <a:latin typeface="Times New Roman" charset="0"/>
                </a:rPr>
                <a:t>)</a:t>
              </a:r>
            </a:p>
          </p:txBody>
        </p:sp>
        <p:sp>
          <p:nvSpPr>
            <p:cNvPr id="40" name="Text Box 37">
              <a:extLst>
                <a:ext uri="{FF2B5EF4-FFF2-40B4-BE49-F238E27FC236}">
                  <a16:creationId xmlns:a16="http://schemas.microsoft.com/office/drawing/2014/main" id="{E9E1F035-B0C5-338E-2867-2BCA8DE6B7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0" y="3328"/>
              <a:ext cx="19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/>
                <a:t>b</a:t>
              </a:r>
              <a:endParaRPr kumimoji="0" lang="en-US" altLang="zh-CN" sz="2000" b="1" i="1">
                <a:latin typeface="Times New Roman" charset="0"/>
              </a:endParaRPr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3BB2B169-E160-446D-1557-DA045ED18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3461"/>
              <a:ext cx="459" cy="253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" name="Text Box 39">
              <a:extLst>
                <a:ext uri="{FF2B5EF4-FFF2-40B4-BE49-F238E27FC236}">
                  <a16:creationId xmlns:a16="http://schemas.microsoft.com/office/drawing/2014/main" id="{E68238A9-BD25-380B-4BF6-30BA929EA3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7" y="3562"/>
              <a:ext cx="189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kumimoji="0" lang="en-US" altLang="zh-CN" sz="900" b="1" i="0">
                  <a:solidFill>
                    <a:srgbClr val="FF00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43" name="Freeform 40">
              <a:extLst>
                <a:ext uri="{FF2B5EF4-FFF2-40B4-BE49-F238E27FC236}">
                  <a16:creationId xmlns:a16="http://schemas.microsoft.com/office/drawing/2014/main" id="{D621EFD1-CE2D-0FA3-BC81-FF8FA3C97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2" y="3385"/>
              <a:ext cx="1049" cy="1"/>
            </a:xfrm>
            <a:custGeom>
              <a:avLst/>
              <a:gdLst>
                <a:gd name="T0" fmla="*/ 0 w 1751"/>
                <a:gd name="T1" fmla="*/ 0 h 1"/>
                <a:gd name="T2" fmla="*/ 1751 w 175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51" h="1">
                  <a:moveTo>
                    <a:pt x="0" y="0"/>
                  </a:moveTo>
                  <a:lnTo>
                    <a:pt x="1751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4" name="Line 41">
              <a:extLst>
                <a:ext uri="{FF2B5EF4-FFF2-40B4-BE49-F238E27FC236}">
                  <a16:creationId xmlns:a16="http://schemas.microsoft.com/office/drawing/2014/main" id="{C8B7C0D3-9396-DAED-22BB-5B87E9294A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7" y="3081"/>
              <a:ext cx="776" cy="101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5" name="Line 42">
              <a:extLst>
                <a:ext uri="{FF2B5EF4-FFF2-40B4-BE49-F238E27FC236}">
                  <a16:creationId xmlns:a16="http://schemas.microsoft.com/office/drawing/2014/main" id="{C09749EC-34CA-6D00-45BA-821370354C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7" y="2752"/>
              <a:ext cx="317" cy="430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6" name="Freeform 43">
              <a:extLst>
                <a:ext uri="{FF2B5EF4-FFF2-40B4-BE49-F238E27FC236}">
                  <a16:creationId xmlns:a16="http://schemas.microsoft.com/office/drawing/2014/main" id="{99633CA7-3B2F-58A6-AA81-348CDD75F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" y="2752"/>
              <a:ext cx="457" cy="333"/>
            </a:xfrm>
            <a:custGeom>
              <a:avLst/>
              <a:gdLst>
                <a:gd name="T0" fmla="*/ 0 w 763"/>
                <a:gd name="T1" fmla="*/ 0 h 632"/>
                <a:gd name="T2" fmla="*/ 763 w 763"/>
                <a:gd name="T3" fmla="*/ 632 h 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3" h="632">
                  <a:moveTo>
                    <a:pt x="0" y="0"/>
                  </a:moveTo>
                  <a:lnTo>
                    <a:pt x="763" y="632"/>
                  </a:lnTo>
                </a:path>
              </a:pathLst>
            </a:custGeom>
            <a:noFill/>
            <a:ln w="3810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7" name="Line 44">
              <a:extLst>
                <a:ext uri="{FF2B5EF4-FFF2-40B4-BE49-F238E27FC236}">
                  <a16:creationId xmlns:a16="http://schemas.microsoft.com/office/drawing/2014/main" id="{EBD743AB-876C-7CDA-E778-D22B79A511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7" y="3182"/>
              <a:ext cx="0" cy="65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8" name="Line 45">
              <a:extLst>
                <a:ext uri="{FF2B5EF4-FFF2-40B4-BE49-F238E27FC236}">
                  <a16:creationId xmlns:a16="http://schemas.microsoft.com/office/drawing/2014/main" id="{2914257E-7438-23E2-0FD3-C72B669823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752"/>
              <a:ext cx="0" cy="7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9" name="Line 46">
              <a:extLst>
                <a:ext uri="{FF2B5EF4-FFF2-40B4-BE49-F238E27FC236}">
                  <a16:creationId xmlns:a16="http://schemas.microsoft.com/office/drawing/2014/main" id="{864B00C5-439D-3CE2-161E-C99A9B3242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7" y="3461"/>
              <a:ext cx="317" cy="380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" name="Line 47">
              <a:extLst>
                <a:ext uri="{FF2B5EF4-FFF2-40B4-BE49-F238E27FC236}">
                  <a16:creationId xmlns:a16="http://schemas.microsoft.com/office/drawing/2014/main" id="{6D44572A-7C64-87A2-FC62-7E8CA17CCA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7" y="3714"/>
              <a:ext cx="776" cy="127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1" name="Line 48">
              <a:extLst>
                <a:ext uri="{FF2B5EF4-FFF2-40B4-BE49-F238E27FC236}">
                  <a16:creationId xmlns:a16="http://schemas.microsoft.com/office/drawing/2014/main" id="{333B1B7A-4E90-DD56-0B04-DFF5938509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702"/>
              <a:ext cx="0" cy="15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" name="Line 49">
              <a:extLst>
                <a:ext uri="{FF2B5EF4-FFF2-40B4-BE49-F238E27FC236}">
                  <a16:creationId xmlns:a16="http://schemas.microsoft.com/office/drawing/2014/main" id="{B85D7FF0-60E0-FCBB-9DB0-DF59CE500D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3132"/>
              <a:ext cx="0" cy="12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3" name="Text Box 50">
              <a:extLst>
                <a:ext uri="{FF2B5EF4-FFF2-40B4-BE49-F238E27FC236}">
                  <a16:creationId xmlns:a16="http://schemas.microsoft.com/office/drawing/2014/main" id="{3983D742-1DB7-5C6F-3B03-64785DAEE3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6" y="2526"/>
              <a:ext cx="28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/>
                <a:t>m</a:t>
              </a:r>
              <a:r>
                <a:rPr lang="en-US" altLang="zh-CN" sz="2000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54" name="Text Box 51">
              <a:extLst>
                <a:ext uri="{FF2B5EF4-FFF2-40B4-BE49-F238E27FC236}">
                  <a16:creationId xmlns:a16="http://schemas.microsoft.com/office/drawing/2014/main" id="{650E0FB7-D398-91A1-4DC4-D578C8E773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5" y="3135"/>
              <a:ext cx="24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/>
                <a:t>n</a:t>
              </a:r>
              <a:r>
                <a:rPr lang="en-US" altLang="zh-CN" sz="2000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55" name="Text Box 52">
              <a:extLst>
                <a:ext uri="{FF2B5EF4-FFF2-40B4-BE49-F238E27FC236}">
                  <a16:creationId xmlns:a16="http://schemas.microsoft.com/office/drawing/2014/main" id="{A5CAE8AD-00F0-5A3B-9AC2-C526D74AEF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9" y="2931"/>
              <a:ext cx="22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 dirty="0"/>
                <a:t>c</a:t>
              </a:r>
              <a:r>
                <a:rPr lang="en-US" altLang="zh-CN" sz="2000" b="1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56" name="Text Box 53">
              <a:extLst>
                <a:ext uri="{FF2B5EF4-FFF2-40B4-BE49-F238E27FC236}">
                  <a16:creationId xmlns:a16="http://schemas.microsoft.com/office/drawing/2014/main" id="{47CC668D-28FA-00FD-09D5-79A6785A53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1" y="2599"/>
              <a:ext cx="24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/>
                <a:t>b</a:t>
              </a:r>
              <a:r>
                <a:rPr lang="en-US" altLang="zh-CN" sz="2000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57" name="Text Box 54">
              <a:extLst>
                <a:ext uri="{FF2B5EF4-FFF2-40B4-BE49-F238E27FC236}">
                  <a16:creationId xmlns:a16="http://schemas.microsoft.com/office/drawing/2014/main" id="{4BAD2F43-8172-ED95-582F-6162AB405F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8" y="3032"/>
              <a:ext cx="24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 dirty="0"/>
                <a:t>a</a:t>
              </a:r>
              <a:r>
                <a:rPr lang="en-US" altLang="zh-CN" sz="2000" b="1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58" name="Text Box 55">
              <a:extLst>
                <a:ext uri="{FF2B5EF4-FFF2-40B4-BE49-F238E27FC236}">
                  <a16:creationId xmlns:a16="http://schemas.microsoft.com/office/drawing/2014/main" id="{2656BBB4-D3C2-628A-C480-AC4C91CF2F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4" y="3691"/>
              <a:ext cx="19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/>
                <a:t>a</a:t>
              </a:r>
              <a:endParaRPr kumimoji="0" lang="en-US" altLang="zh-CN" sz="2000" b="1" i="1">
                <a:latin typeface="Times New Roman" charset="0"/>
              </a:endParaRPr>
            </a:p>
          </p:txBody>
        </p:sp>
        <p:sp>
          <p:nvSpPr>
            <p:cNvPr id="59" name="Text Box 56">
              <a:extLst>
                <a:ext uri="{FF2B5EF4-FFF2-40B4-BE49-F238E27FC236}">
                  <a16:creationId xmlns:a16="http://schemas.microsoft.com/office/drawing/2014/main" id="{EB44039D-F9CF-AE06-6A78-D928B82B54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7" y="3589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/>
                <a:t>c</a:t>
              </a:r>
              <a:endParaRPr kumimoji="0" lang="en-US" altLang="zh-CN" sz="2000" b="1" i="1">
                <a:latin typeface="Times New Roman" charset="0"/>
              </a:endParaRPr>
            </a:p>
          </p:txBody>
        </p:sp>
        <p:sp>
          <p:nvSpPr>
            <p:cNvPr id="60" name="Line 57">
              <a:extLst>
                <a:ext uri="{FF2B5EF4-FFF2-40B4-BE49-F238E27FC236}">
                  <a16:creationId xmlns:a16="http://schemas.microsoft.com/office/drawing/2014/main" id="{25217C55-73D3-65E4-0C30-0CB96B0457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850"/>
              <a:ext cx="0" cy="282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8246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75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8" grpId="0" autoUpdateAnimBg="0"/>
      <p:bldP spid="9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14365B3-0EC5-86FE-FF01-94000AF90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14EBD-5A58-4942-A54A-45B56A9B4980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9C02F1-F036-FC77-B512-0A0B5F57F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424C45-3D21-5510-9E62-150890628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44</a:t>
            </a:fld>
            <a:endParaRPr lang="en-US"/>
          </a:p>
        </p:txBody>
      </p:sp>
      <p:sp>
        <p:nvSpPr>
          <p:cNvPr id="5" name="Text Box 63">
            <a:extLst>
              <a:ext uri="{FF2B5EF4-FFF2-40B4-BE49-F238E27FC236}">
                <a16:creationId xmlns:a16="http://schemas.microsoft.com/office/drawing/2014/main" id="{CC8981B3-A8A7-07D0-CC7C-164DBAD56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403" y="626050"/>
            <a:ext cx="32624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 b="1" i="0">
                <a:solidFill>
                  <a:srgbClr val="3366CC"/>
                </a:solidFill>
              </a:rPr>
              <a:t>五、两平面的相对位置</a:t>
            </a:r>
          </a:p>
        </p:txBody>
      </p:sp>
      <p:sp>
        <p:nvSpPr>
          <p:cNvPr id="6" name="Text Box 64">
            <a:extLst>
              <a:ext uri="{FF2B5EF4-FFF2-40B4-BE49-F238E27FC236}">
                <a16:creationId xmlns:a16="http://schemas.microsoft.com/office/drawing/2014/main" id="{A4CDABFC-392E-77D5-11EE-40F230BA9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3064" y="1442749"/>
            <a:ext cx="21002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2400" b="1" i="0" dirty="0"/>
              <a:t>⒈ </a:t>
            </a:r>
            <a:r>
              <a:rPr lang="zh-CN" altLang="en-US" sz="2400" b="1" i="0" dirty="0"/>
              <a:t>两平面平行</a:t>
            </a:r>
            <a:endParaRPr lang="zh-CN" altLang="en-US" sz="2400" b="1" dirty="0"/>
          </a:p>
        </p:txBody>
      </p:sp>
      <p:sp>
        <p:nvSpPr>
          <p:cNvPr id="7" name="Text Box 66">
            <a:extLst>
              <a:ext uri="{FF2B5EF4-FFF2-40B4-BE49-F238E27FC236}">
                <a16:creationId xmlns:a16="http://schemas.microsoft.com/office/drawing/2014/main" id="{20E135AC-CA7E-CCCA-B983-6CBE5EEC1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6876" y="2413337"/>
            <a:ext cx="468391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2000" b="1" i="0" dirty="0">
                <a:latin typeface="宋体" charset="-122"/>
              </a:rPr>
              <a:t>⑴ </a:t>
            </a:r>
            <a:r>
              <a:rPr lang="zh-CN" altLang="en-US" sz="2000" b="1" i="0" dirty="0">
                <a:latin typeface="宋体" charset="-122"/>
              </a:rPr>
              <a:t>若一平面上的</a:t>
            </a:r>
            <a:r>
              <a:rPr lang="zh-CN" altLang="en-US" sz="2000" b="1" i="0" dirty="0">
                <a:solidFill>
                  <a:srgbClr val="FF0000"/>
                </a:solidFill>
                <a:latin typeface="宋体" charset="-122"/>
              </a:rPr>
              <a:t>两相交直线</a:t>
            </a:r>
            <a:r>
              <a:rPr lang="zh-CN" altLang="en-US" sz="2000" b="1" i="0" dirty="0">
                <a:latin typeface="宋体" charset="-122"/>
              </a:rPr>
              <a:t>分别平行于另一平面上的</a:t>
            </a:r>
            <a:r>
              <a:rPr lang="zh-CN" altLang="en-US" sz="2000" b="1" i="0" dirty="0">
                <a:solidFill>
                  <a:srgbClr val="FF0000"/>
                </a:solidFill>
                <a:latin typeface="宋体" charset="-122"/>
              </a:rPr>
              <a:t>两相交直线</a:t>
            </a:r>
            <a:r>
              <a:rPr lang="zh-CN" altLang="en-US" sz="2000" b="1" i="0" dirty="0">
                <a:latin typeface="宋体" charset="-122"/>
              </a:rPr>
              <a:t>，则这两平面相互平行。</a:t>
            </a:r>
          </a:p>
        </p:txBody>
      </p:sp>
      <p:sp>
        <p:nvSpPr>
          <p:cNvPr id="8" name="Text Box 67">
            <a:extLst>
              <a:ext uri="{FF2B5EF4-FFF2-40B4-BE49-F238E27FC236}">
                <a16:creationId xmlns:a16="http://schemas.microsoft.com/office/drawing/2014/main" id="{26E9D556-9657-B6C5-695C-3E95DF78F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6876" y="4491286"/>
            <a:ext cx="487135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2000" b="1" i="0" dirty="0">
                <a:latin typeface="宋体" charset="-122"/>
              </a:rPr>
              <a:t>⑵ </a:t>
            </a:r>
            <a:r>
              <a:rPr lang="zh-CN" altLang="en-US" sz="2000" b="1" i="0" dirty="0">
                <a:latin typeface="宋体" charset="-122"/>
              </a:rPr>
              <a:t>若两</a:t>
            </a:r>
            <a:r>
              <a:rPr lang="zh-CN" altLang="en-US" sz="2000" b="1" i="0" dirty="0">
                <a:solidFill>
                  <a:srgbClr val="FF0000"/>
                </a:solidFill>
                <a:latin typeface="宋体" charset="-122"/>
              </a:rPr>
              <a:t>投影面垂直面</a:t>
            </a:r>
            <a:r>
              <a:rPr lang="zh-CN" altLang="en-US" sz="2000" b="1" i="0" dirty="0">
                <a:latin typeface="宋体" charset="-122"/>
              </a:rPr>
              <a:t>相互平行，则它们</a:t>
            </a:r>
            <a:r>
              <a:rPr lang="zh-CN" altLang="en-US" sz="2000" b="1" i="0" dirty="0">
                <a:solidFill>
                  <a:srgbClr val="FF0000"/>
                </a:solidFill>
                <a:latin typeface="宋体" charset="-122"/>
              </a:rPr>
              <a:t>具有积聚性</a:t>
            </a:r>
            <a:r>
              <a:rPr lang="zh-CN" altLang="en-US" sz="2000" b="1" i="0" dirty="0">
                <a:latin typeface="宋体" charset="-122"/>
              </a:rPr>
              <a:t>的那组投影必相互平行。</a:t>
            </a:r>
          </a:p>
        </p:txBody>
      </p:sp>
      <p:grpSp>
        <p:nvGrpSpPr>
          <p:cNvPr id="9" name="Group 68">
            <a:extLst>
              <a:ext uri="{FF2B5EF4-FFF2-40B4-BE49-F238E27FC236}">
                <a16:creationId xmlns:a16="http://schemas.microsoft.com/office/drawing/2014/main" id="{EE32CBC6-2554-D43B-A530-3F812A7B446A}"/>
              </a:ext>
            </a:extLst>
          </p:cNvPr>
          <p:cNvGrpSpPr>
            <a:grpSpLocks/>
          </p:cNvGrpSpPr>
          <p:nvPr/>
        </p:nvGrpSpPr>
        <p:grpSpPr bwMode="auto">
          <a:xfrm>
            <a:off x="6783719" y="1056659"/>
            <a:ext cx="3376612" cy="2767013"/>
            <a:chOff x="3046" y="407"/>
            <a:chExt cx="2127" cy="1743"/>
          </a:xfrm>
        </p:grpSpPr>
        <p:sp>
          <p:nvSpPr>
            <p:cNvPr id="10" name="Line 69">
              <a:extLst>
                <a:ext uri="{FF2B5EF4-FFF2-40B4-BE49-F238E27FC236}">
                  <a16:creationId xmlns:a16="http://schemas.microsoft.com/office/drawing/2014/main" id="{22EEE052-4B45-9BA6-2BF9-120B5D25E7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2" y="1315"/>
              <a:ext cx="199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1" name="Line 70">
              <a:extLst>
                <a:ext uri="{FF2B5EF4-FFF2-40B4-BE49-F238E27FC236}">
                  <a16:creationId xmlns:a16="http://schemas.microsoft.com/office/drawing/2014/main" id="{E57EB582-59F2-716B-3C7F-01BD2A4B7A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8" y="677"/>
              <a:ext cx="398" cy="479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2" name="Line 71">
              <a:extLst>
                <a:ext uri="{FF2B5EF4-FFF2-40B4-BE49-F238E27FC236}">
                  <a16:creationId xmlns:a16="http://schemas.microsoft.com/office/drawing/2014/main" id="{BC335881-5FF7-F68A-14A5-311378D6C8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8" y="956"/>
              <a:ext cx="664" cy="2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3" name="Line 72">
              <a:extLst>
                <a:ext uri="{FF2B5EF4-FFF2-40B4-BE49-F238E27FC236}">
                  <a16:creationId xmlns:a16="http://schemas.microsoft.com/office/drawing/2014/main" id="{856D68E0-818F-E8BB-254B-396BDDFB57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8" y="1156"/>
              <a:ext cx="0" cy="6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" name="Line 73">
              <a:extLst>
                <a:ext uri="{FF2B5EF4-FFF2-40B4-BE49-F238E27FC236}">
                  <a16:creationId xmlns:a16="http://schemas.microsoft.com/office/drawing/2014/main" id="{5AB7BB2C-861E-2B9E-4DF4-5459DA740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2" y="956"/>
              <a:ext cx="0" cy="5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Line 74">
              <a:extLst>
                <a:ext uri="{FF2B5EF4-FFF2-40B4-BE49-F238E27FC236}">
                  <a16:creationId xmlns:a16="http://schemas.microsoft.com/office/drawing/2014/main" id="{AF7A4A36-CCD4-0C2B-925E-90DBD4D3F8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8" y="1475"/>
              <a:ext cx="664" cy="31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6" name="Line 75">
              <a:extLst>
                <a:ext uri="{FF2B5EF4-FFF2-40B4-BE49-F238E27FC236}">
                  <a16:creationId xmlns:a16="http://schemas.microsoft.com/office/drawing/2014/main" id="{232E375A-D8CF-F9EB-9182-BD85429B69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6" y="677"/>
              <a:ext cx="0" cy="1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7" name="Line 76">
              <a:extLst>
                <a:ext uri="{FF2B5EF4-FFF2-40B4-BE49-F238E27FC236}">
                  <a16:creationId xmlns:a16="http://schemas.microsoft.com/office/drawing/2014/main" id="{33D744FD-0FD8-EFDF-2FA0-C098FBEB5E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8" y="1793"/>
              <a:ext cx="398" cy="16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8" name="Line 77">
              <a:extLst>
                <a:ext uri="{FF2B5EF4-FFF2-40B4-BE49-F238E27FC236}">
                  <a16:creationId xmlns:a16="http://schemas.microsoft.com/office/drawing/2014/main" id="{E84B8432-AA7E-D68C-7B35-73D7149500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1" y="956"/>
              <a:ext cx="0" cy="8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9" name="Freeform 78">
              <a:extLst>
                <a:ext uri="{FF2B5EF4-FFF2-40B4-BE49-F238E27FC236}">
                  <a16:creationId xmlns:a16="http://schemas.microsoft.com/office/drawing/2014/main" id="{C6332157-B83D-1CCF-193C-BF844AA4C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1" y="579"/>
              <a:ext cx="319" cy="377"/>
            </a:xfrm>
            <a:custGeom>
              <a:avLst/>
              <a:gdLst>
                <a:gd name="T0" fmla="*/ 0 w 346"/>
                <a:gd name="T1" fmla="*/ 455 h 455"/>
                <a:gd name="T2" fmla="*/ 346 w 346"/>
                <a:gd name="T3" fmla="*/ 0 h 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46" h="455">
                  <a:moveTo>
                    <a:pt x="0" y="455"/>
                  </a:moveTo>
                  <a:lnTo>
                    <a:pt x="346" y="0"/>
                  </a:lnTo>
                </a:path>
              </a:pathLst>
            </a:custGeom>
            <a:solidFill>
              <a:srgbClr val="0066FF"/>
            </a:solidFill>
            <a:ln w="3810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" name="Freeform 79">
              <a:extLst>
                <a:ext uri="{FF2B5EF4-FFF2-40B4-BE49-F238E27FC236}">
                  <a16:creationId xmlns:a16="http://schemas.microsoft.com/office/drawing/2014/main" id="{179DBA6B-ED70-BEDE-61DA-84BEC735D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1" y="1793"/>
              <a:ext cx="319" cy="122"/>
            </a:xfrm>
            <a:custGeom>
              <a:avLst/>
              <a:gdLst>
                <a:gd name="T0" fmla="*/ 0 w 346"/>
                <a:gd name="T1" fmla="*/ 0 h 147"/>
                <a:gd name="T2" fmla="*/ 346 w 346"/>
                <a:gd name="T3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46" h="147">
                  <a:moveTo>
                    <a:pt x="0" y="0"/>
                  </a:moveTo>
                  <a:lnTo>
                    <a:pt x="346" y="147"/>
                  </a:lnTo>
                </a:path>
              </a:pathLst>
            </a:custGeom>
            <a:noFill/>
            <a:ln w="3810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" name="Line 80">
              <a:extLst>
                <a:ext uri="{FF2B5EF4-FFF2-40B4-BE49-F238E27FC236}">
                  <a16:creationId xmlns:a16="http://schemas.microsoft.com/office/drawing/2014/main" id="{C3DAC3AE-A4E7-E1F2-0169-130FF1AC5A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1" y="598"/>
              <a:ext cx="0" cy="13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2" name="Line 81">
              <a:extLst>
                <a:ext uri="{FF2B5EF4-FFF2-40B4-BE49-F238E27FC236}">
                  <a16:creationId xmlns:a16="http://schemas.microsoft.com/office/drawing/2014/main" id="{6BC5C74A-E3E0-F4F0-6ADB-FC4182ED99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31" y="757"/>
              <a:ext cx="664" cy="199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Freeform 82">
              <a:extLst>
                <a:ext uri="{FF2B5EF4-FFF2-40B4-BE49-F238E27FC236}">
                  <a16:creationId xmlns:a16="http://schemas.microsoft.com/office/drawing/2014/main" id="{CA223A93-16D4-9034-0486-B8556C5EEC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1" y="1470"/>
              <a:ext cx="670" cy="323"/>
            </a:xfrm>
            <a:custGeom>
              <a:avLst/>
              <a:gdLst>
                <a:gd name="T0" fmla="*/ 0 w 727"/>
                <a:gd name="T1" fmla="*/ 390 h 390"/>
                <a:gd name="T2" fmla="*/ 727 w 727"/>
                <a:gd name="T3" fmla="*/ 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7" h="390">
                  <a:moveTo>
                    <a:pt x="0" y="390"/>
                  </a:moveTo>
                  <a:lnTo>
                    <a:pt x="727" y="0"/>
                  </a:lnTo>
                </a:path>
              </a:pathLst>
            </a:custGeom>
            <a:noFill/>
            <a:ln w="3810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" name="Line 83">
              <a:extLst>
                <a:ext uri="{FF2B5EF4-FFF2-40B4-BE49-F238E27FC236}">
                  <a16:creationId xmlns:a16="http://schemas.microsoft.com/office/drawing/2014/main" id="{53BAE469-62AC-97B5-8F60-0F0B65711D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5" y="757"/>
              <a:ext cx="0" cy="71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5" name="Text Box 84">
              <a:extLst>
                <a:ext uri="{FF2B5EF4-FFF2-40B4-BE49-F238E27FC236}">
                  <a16:creationId xmlns:a16="http://schemas.microsoft.com/office/drawing/2014/main" id="{DBEC96AF-7671-FBE8-D751-7A46871AC3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7" y="801"/>
              <a:ext cx="21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6" name="Text Box 85">
              <a:extLst>
                <a:ext uri="{FF2B5EF4-FFF2-40B4-BE49-F238E27FC236}">
                  <a16:creationId xmlns:a16="http://schemas.microsoft.com/office/drawing/2014/main" id="{DBF2DC9C-DB3F-79E4-743C-FDB6F3D79F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6" y="508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f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7" name="Text Box 86">
              <a:extLst>
                <a:ext uri="{FF2B5EF4-FFF2-40B4-BE49-F238E27FC236}">
                  <a16:creationId xmlns:a16="http://schemas.microsoft.com/office/drawing/2014/main" id="{814F03F6-EAE9-0E41-AB1F-2F7F5F2DC9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8" y="502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8" name="Text Box 87">
              <a:extLst>
                <a:ext uri="{FF2B5EF4-FFF2-40B4-BE49-F238E27FC236}">
                  <a16:creationId xmlns:a16="http://schemas.microsoft.com/office/drawing/2014/main" id="{BF9658A1-2332-576B-3341-81B78C2B39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3" y="783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d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9" name="Text Box 88">
              <a:extLst>
                <a:ext uri="{FF2B5EF4-FFF2-40B4-BE49-F238E27FC236}">
                  <a16:creationId xmlns:a16="http://schemas.microsoft.com/office/drawing/2014/main" id="{176EBBAC-9749-30C9-FCD1-47C6AAD858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6" y="407"/>
              <a:ext cx="22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e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30" name="Text Box 89">
              <a:extLst>
                <a:ext uri="{FF2B5EF4-FFF2-40B4-BE49-F238E27FC236}">
                  <a16:creationId xmlns:a16="http://schemas.microsoft.com/office/drawing/2014/main" id="{6456C720-C0B2-B9C3-B122-C65B591573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6" y="1039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/>
                <a:t>a</a:t>
              </a:r>
              <a:r>
                <a:rPr lang="en-US" altLang="zh-CN" b="1" i="1" dirty="0">
                  <a:sym typeface="Symbol" charset="2"/>
                </a:rPr>
                <a:t></a:t>
              </a:r>
              <a:endParaRPr lang="en-US" altLang="zh-CN" b="1" i="1" dirty="0">
                <a:latin typeface="Times New Roman" charset="0"/>
                <a:sym typeface="Symbol" charset="2"/>
              </a:endParaRPr>
            </a:p>
          </p:txBody>
        </p:sp>
        <p:sp>
          <p:nvSpPr>
            <p:cNvPr id="31" name="Text Box 90">
              <a:extLst>
                <a:ext uri="{FF2B5EF4-FFF2-40B4-BE49-F238E27FC236}">
                  <a16:creationId xmlns:a16="http://schemas.microsoft.com/office/drawing/2014/main" id="{18B43105-83C2-C14C-5E62-6111CEA393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3" y="1718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32" name="Text Box 91">
              <a:extLst>
                <a:ext uri="{FF2B5EF4-FFF2-40B4-BE49-F238E27FC236}">
                  <a16:creationId xmlns:a16="http://schemas.microsoft.com/office/drawing/2014/main" id="{1F234D19-B8F5-1EE1-99E2-207F2BDB86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1" y="1917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33" name="Text Box 92">
              <a:extLst>
                <a:ext uri="{FF2B5EF4-FFF2-40B4-BE49-F238E27FC236}">
                  <a16:creationId xmlns:a16="http://schemas.microsoft.com/office/drawing/2014/main" id="{20FAC5BF-B7A1-694E-C823-02A8938F75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2" y="1400"/>
              <a:ext cx="17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34" name="Text Box 93">
              <a:extLst>
                <a:ext uri="{FF2B5EF4-FFF2-40B4-BE49-F238E27FC236}">
                  <a16:creationId xmlns:a16="http://schemas.microsoft.com/office/drawing/2014/main" id="{70984589-4DD9-B547-546F-F4EF84B845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3" y="1677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d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35" name="Text Box 94">
              <a:extLst>
                <a:ext uri="{FF2B5EF4-FFF2-40B4-BE49-F238E27FC236}">
                  <a16:creationId xmlns:a16="http://schemas.microsoft.com/office/drawing/2014/main" id="{AB27E3A2-1979-188C-B116-66C8136850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9" y="1837"/>
              <a:ext cx="18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e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36" name="Text Box 95">
              <a:extLst>
                <a:ext uri="{FF2B5EF4-FFF2-40B4-BE49-F238E27FC236}">
                  <a16:creationId xmlns:a16="http://schemas.microsoft.com/office/drawing/2014/main" id="{347BE10B-AC73-0588-3F65-A53C0314D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0" y="1419"/>
              <a:ext cx="16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f</a:t>
              </a:r>
              <a:endParaRPr lang="en-US" altLang="zh-CN" b="1" i="1">
                <a:latin typeface="Times New Roman" charset="0"/>
              </a:endParaRPr>
            </a:p>
          </p:txBody>
        </p:sp>
      </p:grpSp>
      <p:grpSp>
        <p:nvGrpSpPr>
          <p:cNvPr id="37" name="Group 96">
            <a:extLst>
              <a:ext uri="{FF2B5EF4-FFF2-40B4-BE49-F238E27FC236}">
                <a16:creationId xmlns:a16="http://schemas.microsoft.com/office/drawing/2014/main" id="{B4D5A469-24BD-49C1-616D-96BD11287BAC}"/>
              </a:ext>
            </a:extLst>
          </p:cNvPr>
          <p:cNvGrpSpPr>
            <a:grpSpLocks/>
          </p:cNvGrpSpPr>
          <p:nvPr/>
        </p:nvGrpSpPr>
        <p:grpSpPr bwMode="auto">
          <a:xfrm>
            <a:off x="6888494" y="3815735"/>
            <a:ext cx="3497262" cy="2614613"/>
            <a:chOff x="3112" y="2123"/>
            <a:chExt cx="2203" cy="1647"/>
          </a:xfrm>
        </p:grpSpPr>
        <p:sp>
          <p:nvSpPr>
            <p:cNvPr id="38" name="Line 97">
              <a:extLst>
                <a:ext uri="{FF2B5EF4-FFF2-40B4-BE49-F238E27FC236}">
                  <a16:creationId xmlns:a16="http://schemas.microsoft.com/office/drawing/2014/main" id="{56942652-DF0A-C40E-A3A2-2FCD64DA10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7" y="2950"/>
              <a:ext cx="0" cy="5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9" name="Freeform 98">
              <a:extLst>
                <a:ext uri="{FF2B5EF4-FFF2-40B4-BE49-F238E27FC236}">
                  <a16:creationId xmlns:a16="http://schemas.microsoft.com/office/drawing/2014/main" id="{2C21CAE4-9E16-88DF-4998-67CA9B85A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5" y="3214"/>
              <a:ext cx="824" cy="421"/>
            </a:xfrm>
            <a:custGeom>
              <a:avLst/>
              <a:gdLst>
                <a:gd name="T0" fmla="*/ 0 w 916"/>
                <a:gd name="T1" fmla="*/ 472 h 472"/>
                <a:gd name="T2" fmla="*/ 916 w 916"/>
                <a:gd name="T3" fmla="*/ 0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16" h="472">
                  <a:moveTo>
                    <a:pt x="0" y="472"/>
                  </a:moveTo>
                  <a:lnTo>
                    <a:pt x="916" y="0"/>
                  </a:lnTo>
                </a:path>
              </a:pathLst>
            </a:custGeom>
            <a:solidFill>
              <a:srgbClr val="0066FF"/>
            </a:solidFill>
            <a:ln w="3810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0" name="Text Box 99">
              <a:extLst>
                <a:ext uri="{FF2B5EF4-FFF2-40B4-BE49-F238E27FC236}">
                  <a16:creationId xmlns:a16="http://schemas.microsoft.com/office/drawing/2014/main" id="{7E762098-8A49-B849-3EFF-F8FBAD87F1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" y="2123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f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41" name="Text Box 100">
              <a:extLst>
                <a:ext uri="{FF2B5EF4-FFF2-40B4-BE49-F238E27FC236}">
                  <a16:creationId xmlns:a16="http://schemas.microsoft.com/office/drawing/2014/main" id="{D2103D5C-1E6D-C690-1BD5-91305972E7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2578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h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42" name="Line 101">
              <a:extLst>
                <a:ext uri="{FF2B5EF4-FFF2-40B4-BE49-F238E27FC236}">
                  <a16:creationId xmlns:a16="http://schemas.microsoft.com/office/drawing/2014/main" id="{2BEB5A8B-008A-EEF2-320C-1CE7D8895E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5" y="3035"/>
              <a:ext cx="20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3" name="Line 102">
              <a:extLst>
                <a:ext uri="{FF2B5EF4-FFF2-40B4-BE49-F238E27FC236}">
                  <a16:creationId xmlns:a16="http://schemas.microsoft.com/office/drawing/2014/main" id="{5A876ADF-A306-2485-5DE4-99AF2400EA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1" y="2393"/>
              <a:ext cx="518" cy="4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4" name="Line 103">
              <a:extLst>
                <a:ext uri="{FF2B5EF4-FFF2-40B4-BE49-F238E27FC236}">
                  <a16:creationId xmlns:a16="http://schemas.microsoft.com/office/drawing/2014/main" id="{4E134641-4424-C60F-B7E3-3FD71D3BB8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7" y="2479"/>
              <a:ext cx="517" cy="4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5" name="Line 104">
              <a:extLst>
                <a:ext uri="{FF2B5EF4-FFF2-40B4-BE49-F238E27FC236}">
                  <a16:creationId xmlns:a16="http://schemas.microsoft.com/office/drawing/2014/main" id="{9CDD17B8-617F-170C-6F21-4FF1EB5805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1" y="2864"/>
              <a:ext cx="0" cy="7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6" name="Line 105">
              <a:extLst>
                <a:ext uri="{FF2B5EF4-FFF2-40B4-BE49-F238E27FC236}">
                  <a16:creationId xmlns:a16="http://schemas.microsoft.com/office/drawing/2014/main" id="{DBB877CE-F3B8-7810-499A-F9EA1F7B3F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3" y="2350"/>
              <a:ext cx="561" cy="600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7" name="Line 106">
              <a:extLst>
                <a:ext uri="{FF2B5EF4-FFF2-40B4-BE49-F238E27FC236}">
                  <a16:creationId xmlns:a16="http://schemas.microsoft.com/office/drawing/2014/main" id="{536ECA5D-B57F-1F4A-5D5D-51E7960EE5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3" y="2778"/>
              <a:ext cx="820" cy="172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8" name="Line 107">
              <a:extLst>
                <a:ext uri="{FF2B5EF4-FFF2-40B4-BE49-F238E27FC236}">
                  <a16:creationId xmlns:a16="http://schemas.microsoft.com/office/drawing/2014/main" id="{4E32A0E9-114D-9A7E-99A3-C1F4E5D18E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4" y="2350"/>
              <a:ext cx="259" cy="428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9" name="Line 108">
              <a:extLst>
                <a:ext uri="{FF2B5EF4-FFF2-40B4-BE49-F238E27FC236}">
                  <a16:creationId xmlns:a16="http://schemas.microsoft.com/office/drawing/2014/main" id="{6BABB926-88C8-C20F-36EA-A1E997160B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3" y="2950"/>
              <a:ext cx="0" cy="6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" name="Line 109">
              <a:extLst>
                <a:ext uri="{FF2B5EF4-FFF2-40B4-BE49-F238E27FC236}">
                  <a16:creationId xmlns:a16="http://schemas.microsoft.com/office/drawing/2014/main" id="{B8D914C6-67EE-0EB4-80EE-9AB1A2E0B3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3" y="2778"/>
              <a:ext cx="0" cy="4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1" name="Text Box 110">
              <a:extLst>
                <a:ext uri="{FF2B5EF4-FFF2-40B4-BE49-F238E27FC236}">
                  <a16:creationId xmlns:a16="http://schemas.microsoft.com/office/drawing/2014/main" id="{E96E4EDE-9412-0A02-1944-E3F93139DA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2" y="3519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52" name="Text Box 111">
              <a:extLst>
                <a:ext uri="{FF2B5EF4-FFF2-40B4-BE49-F238E27FC236}">
                  <a16:creationId xmlns:a16="http://schemas.microsoft.com/office/drawing/2014/main" id="{3A648CDB-DFB4-6546-2C46-C7BCAEADC6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2" y="3366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53" name="Text Box 112">
              <a:extLst>
                <a:ext uri="{FF2B5EF4-FFF2-40B4-BE49-F238E27FC236}">
                  <a16:creationId xmlns:a16="http://schemas.microsoft.com/office/drawing/2014/main" id="{87FFD70F-006A-DCFA-68AB-186B4BD43E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1" y="3477"/>
              <a:ext cx="17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54" name="Text Box 113">
              <a:extLst>
                <a:ext uri="{FF2B5EF4-FFF2-40B4-BE49-F238E27FC236}">
                  <a16:creationId xmlns:a16="http://schemas.microsoft.com/office/drawing/2014/main" id="{3423DB6A-EC4F-0260-0A2F-00B62D4D6F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3218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d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55" name="Text Box 114">
              <a:extLst>
                <a:ext uri="{FF2B5EF4-FFF2-40B4-BE49-F238E27FC236}">
                  <a16:creationId xmlns:a16="http://schemas.microsoft.com/office/drawing/2014/main" id="{926B63AA-D702-CB07-79C6-9EE2BC8AF9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1" y="3537"/>
              <a:ext cx="18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e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56" name="Text Box 115">
              <a:extLst>
                <a:ext uri="{FF2B5EF4-FFF2-40B4-BE49-F238E27FC236}">
                  <a16:creationId xmlns:a16="http://schemas.microsoft.com/office/drawing/2014/main" id="{CB6245AE-61F2-65AA-69B1-7843EF7ADD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9" y="3323"/>
              <a:ext cx="16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f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57" name="Text Box 116">
              <a:extLst>
                <a:ext uri="{FF2B5EF4-FFF2-40B4-BE49-F238E27FC236}">
                  <a16:creationId xmlns:a16="http://schemas.microsoft.com/office/drawing/2014/main" id="{00E3E920-72E8-490B-DB4D-D1DB223DA2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5" y="3176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h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58" name="Text Box 117">
              <a:extLst>
                <a:ext uri="{FF2B5EF4-FFF2-40B4-BE49-F238E27FC236}">
                  <a16:creationId xmlns:a16="http://schemas.microsoft.com/office/drawing/2014/main" id="{B7C80021-6D2D-DD4D-B552-25E24261AE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7" y="2655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59" name="Text Box 118">
              <a:extLst>
                <a:ext uri="{FF2B5EF4-FFF2-40B4-BE49-F238E27FC236}">
                  <a16:creationId xmlns:a16="http://schemas.microsoft.com/office/drawing/2014/main" id="{9593139B-90CF-ACB1-54C3-4AC8B9E9A1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9" y="2224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/>
                <a:t>b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60" name="Text Box 119">
              <a:extLst>
                <a:ext uri="{FF2B5EF4-FFF2-40B4-BE49-F238E27FC236}">
                  <a16:creationId xmlns:a16="http://schemas.microsoft.com/office/drawing/2014/main" id="{9186B506-FDE0-F327-4DDC-D16C718176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6" y="2791"/>
              <a:ext cx="21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61" name="Text Box 120">
              <a:extLst>
                <a:ext uri="{FF2B5EF4-FFF2-40B4-BE49-F238E27FC236}">
                  <a16:creationId xmlns:a16="http://schemas.microsoft.com/office/drawing/2014/main" id="{CA92BA2F-A826-0D25-C7FA-131087683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7" y="2321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d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62" name="Text Box 121">
              <a:extLst>
                <a:ext uri="{FF2B5EF4-FFF2-40B4-BE49-F238E27FC236}">
                  <a16:creationId xmlns:a16="http://schemas.microsoft.com/office/drawing/2014/main" id="{F9BAFB32-3F83-EF35-6BF3-D2EFA516C0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8" y="2748"/>
              <a:ext cx="22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e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63" name="Line 122">
              <a:extLst>
                <a:ext uri="{FF2B5EF4-FFF2-40B4-BE49-F238E27FC236}">
                  <a16:creationId xmlns:a16="http://schemas.microsoft.com/office/drawing/2014/main" id="{8EF262E8-26B1-CCD9-D31F-B02AF08A68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1" y="3238"/>
              <a:ext cx="733" cy="38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4" name="Line 123">
              <a:extLst>
                <a:ext uri="{FF2B5EF4-FFF2-40B4-BE49-F238E27FC236}">
                  <a16:creationId xmlns:a16="http://schemas.microsoft.com/office/drawing/2014/main" id="{E2094405-3F8D-A61A-6554-BB609A7051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4" y="2479"/>
              <a:ext cx="0" cy="7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5" name="Line 124">
              <a:extLst>
                <a:ext uri="{FF2B5EF4-FFF2-40B4-BE49-F238E27FC236}">
                  <a16:creationId xmlns:a16="http://schemas.microsoft.com/office/drawing/2014/main" id="{326B3038-E0E9-D4B8-E5FF-73D8A43350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9" y="2393"/>
              <a:ext cx="0" cy="9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6" name="Line 125">
              <a:extLst>
                <a:ext uri="{FF2B5EF4-FFF2-40B4-BE49-F238E27FC236}">
                  <a16:creationId xmlns:a16="http://schemas.microsoft.com/office/drawing/2014/main" id="{04BE34F8-61C0-2E7A-D51F-651B478111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4" y="2350"/>
              <a:ext cx="0" cy="9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3307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8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F46E8FA-A124-E407-1056-ACB7CE957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5D320-D8AE-C949-968B-7EBDC9B7D05D}" type="datetime5">
              <a:rPr lang="en-US" altLang="zh-CN" smtClean="0"/>
              <a:t>26-Sep-25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DC5C122-5059-3815-A1B2-E2A9CC8C8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768F4D-1EE4-6600-A8C0-03CE1051D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45</a:t>
            </a:fld>
            <a:endParaRPr 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FFCA60AE-3DDB-D410-2E85-7C6E8F915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294" y="735954"/>
            <a:ext cx="21082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2400" b="1" i="0" dirty="0">
                <a:solidFill>
                  <a:schemeClr val="tx2"/>
                </a:solidFill>
                <a:latin typeface="Times New Roman" charset="0"/>
              </a:rPr>
              <a:t>⒉ </a:t>
            </a:r>
            <a:r>
              <a:rPr lang="zh-CN" altLang="en-US" sz="2400" b="1" i="0" dirty="0">
                <a:solidFill>
                  <a:schemeClr val="tx2"/>
                </a:solidFill>
                <a:latin typeface="Times New Roman" charset="0"/>
              </a:rPr>
              <a:t>两平面相交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66EA79CE-34B6-1AC2-36B4-C1AA8BAA0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476" y="1761034"/>
            <a:ext cx="573988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2000" b="1" i="0" dirty="0">
                <a:latin typeface="宋体" charset="-122"/>
              </a:rPr>
              <a:t>⑴ </a:t>
            </a:r>
            <a:r>
              <a:rPr lang="zh-CN" altLang="en-US" sz="2000" b="1" i="0" dirty="0">
                <a:latin typeface="宋体" charset="-122"/>
              </a:rPr>
              <a:t>两特殊位置平面相交，分析交线的空间位置，有时可找出两平面的一个共有点，根据交线的投影特性画出交线的投影。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4A787635-7792-F2CB-9701-9D8A00A99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313" y="4422943"/>
            <a:ext cx="561055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2000" b="1" i="0" dirty="0">
                <a:latin typeface="宋体" charset="-122"/>
              </a:rPr>
              <a:t>⑵ </a:t>
            </a:r>
            <a:r>
              <a:rPr lang="zh-CN" altLang="en-US" sz="2000" b="1" i="0" dirty="0">
                <a:latin typeface="宋体" charset="-122"/>
              </a:rPr>
              <a:t>一般位置平面与特殊位置平面相交，可利用特殊位置平面的积聚性找出两平面的两个共有点，求出交线。</a:t>
            </a:r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EEFD68E5-8852-B96D-E9C6-1A91FDEA262D}"/>
              </a:ext>
            </a:extLst>
          </p:cNvPr>
          <p:cNvGrpSpPr>
            <a:grpSpLocks/>
          </p:cNvGrpSpPr>
          <p:nvPr/>
        </p:nvGrpSpPr>
        <p:grpSpPr bwMode="auto">
          <a:xfrm>
            <a:off x="7192962" y="865187"/>
            <a:ext cx="2835275" cy="2563813"/>
            <a:chOff x="3459" y="416"/>
            <a:chExt cx="1786" cy="1615"/>
          </a:xfrm>
        </p:grpSpPr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F31D6556-58E5-F3FE-82E7-E754B0E212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" y="1220"/>
              <a:ext cx="21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a</a:t>
              </a:r>
              <a:endParaRPr kumimoji="0" lang="en-US" altLang="zh-CN" b="1" i="1">
                <a:latin typeface="Times New Roman" charset="0"/>
              </a:endParaRP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8417F736-C16B-1AC6-2C6B-DA1B758438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7" y="1798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b</a:t>
              </a:r>
              <a:endParaRPr kumimoji="0" lang="en-US" altLang="zh-CN" b="1" i="1">
                <a:latin typeface="Times New Roman" charset="0"/>
              </a:endParaRPr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B3788F9F-67D0-58A1-6AE6-DE228B7423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5" y="1377"/>
              <a:ext cx="17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c</a:t>
              </a:r>
              <a:endParaRPr kumimoji="0" lang="en-US" altLang="zh-CN" b="1" i="1">
                <a:latin typeface="Times New Roman" charset="0"/>
              </a:endParaRPr>
            </a:p>
          </p:txBody>
        </p:sp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15D1D7DD-6B20-F0FF-2D70-4AB6B60506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9" y="1515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d</a:t>
              </a:r>
              <a:endParaRPr kumimoji="0" lang="en-US" altLang="zh-CN" b="1" i="1">
                <a:latin typeface="Times New Roman" charset="0"/>
              </a:endParaRPr>
            </a:p>
          </p:txBody>
        </p: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5C727A8C-807D-DF97-ED36-2D48E1C700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7" y="1100"/>
              <a:ext cx="18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e</a:t>
              </a:r>
              <a:endParaRPr kumimoji="0" lang="en-US" altLang="zh-CN" b="1" i="1">
                <a:latin typeface="Times New Roman" charset="0"/>
              </a:endParaRPr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6B3981F9-A230-48E1-372D-C9AE5AE5BB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0" y="1791"/>
              <a:ext cx="16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f</a:t>
              </a:r>
              <a:endParaRPr kumimoji="0" lang="en-US" altLang="zh-CN" b="1" i="1">
                <a:latin typeface="Times New Roman" charset="0"/>
              </a:endParaRPr>
            </a:p>
          </p:txBody>
        </p:sp>
        <p:sp>
          <p:nvSpPr>
            <p:cNvPr id="15" name="Text Box 12">
              <a:extLst>
                <a:ext uri="{FF2B5EF4-FFF2-40B4-BE49-F238E27FC236}">
                  <a16:creationId xmlns:a16="http://schemas.microsoft.com/office/drawing/2014/main" id="{D3F15281-9723-9BFB-506D-79F2F5DE14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2" y="680"/>
              <a:ext cx="21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c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6" name="Text Box 13">
              <a:extLst>
                <a:ext uri="{FF2B5EF4-FFF2-40B4-BE49-F238E27FC236}">
                  <a16:creationId xmlns:a16="http://schemas.microsoft.com/office/drawing/2014/main" id="{713435A5-9086-B8C7-9DFE-275E9CA399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0" y="467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f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7" name="Text Box 14">
              <a:extLst>
                <a:ext uri="{FF2B5EF4-FFF2-40B4-BE49-F238E27FC236}">
                  <a16:creationId xmlns:a16="http://schemas.microsoft.com/office/drawing/2014/main" id="{DD597F31-6630-6517-2287-2AF49B27BC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9" y="877"/>
              <a:ext cx="23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d</a:t>
              </a:r>
              <a:r>
                <a:rPr lang="en-US" altLang="zh-CN" sz="2000" b="1" i="1">
                  <a:latin typeface="Italic" charset="0"/>
                  <a:sym typeface="Symbol" charset="2"/>
                </a:rPr>
                <a:t></a:t>
              </a:r>
              <a:endParaRPr lang="en-US" altLang="zh-CN" b="1" i="1">
                <a:latin typeface="Times New Roman" charset="0"/>
                <a:sym typeface="CommercialPi BT" charset="0"/>
              </a:endParaRPr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E6132EAF-DD87-482A-6A11-1991245C18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9" y="466"/>
              <a:ext cx="32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b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9" name="Text Box 16">
              <a:extLst>
                <a:ext uri="{FF2B5EF4-FFF2-40B4-BE49-F238E27FC236}">
                  <a16:creationId xmlns:a16="http://schemas.microsoft.com/office/drawing/2014/main" id="{FE9F09C9-B417-53C9-F6AD-37EB358198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3" y="480"/>
              <a:ext cx="25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e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0" name="Text Box 17">
              <a:extLst>
                <a:ext uri="{FF2B5EF4-FFF2-40B4-BE49-F238E27FC236}">
                  <a16:creationId xmlns:a16="http://schemas.microsoft.com/office/drawing/2014/main" id="{C8B398F5-6B77-7A32-2444-5D72C84B46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9" y="416"/>
              <a:ext cx="30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a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8FE3D17B-BBA4-2AFA-A172-C916E86CBA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7" y="609"/>
              <a:ext cx="0" cy="12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E48493DB-0B15-6389-5AD1-87903B51F5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24" y="1023"/>
              <a:ext cx="0" cy="6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532EB8B8-301D-815E-FC40-1304BF3976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24" y="609"/>
              <a:ext cx="1333" cy="414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0B5B8709-455F-E396-C7FE-2B6756F2F2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69" y="692"/>
              <a:ext cx="0" cy="5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C996A55C-7B34-42DD-6AA7-13E5D199B2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65" y="802"/>
              <a:ext cx="0" cy="6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44E109CE-F3D3-E1FD-ECFA-9C213F5177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32" y="637"/>
              <a:ext cx="1333" cy="165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6EA4BAA8-2B70-AEB2-0928-B83FA02F72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2" y="637"/>
              <a:ext cx="0" cy="7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2D50C037-A657-CBFC-2A63-F3F155065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4" y="1461"/>
              <a:ext cx="321" cy="31"/>
            </a:xfrm>
            <a:custGeom>
              <a:avLst/>
              <a:gdLst>
                <a:gd name="T0" fmla="*/ 428 w 428"/>
                <a:gd name="T1" fmla="*/ 54 h 54"/>
                <a:gd name="T2" fmla="*/ 0 w 428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28" h="54">
                  <a:moveTo>
                    <a:pt x="428" y="54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3D16040B-BFE7-089C-1C37-406EA2657D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4" y="1630"/>
              <a:ext cx="442" cy="91"/>
            </a:xfrm>
            <a:custGeom>
              <a:avLst/>
              <a:gdLst>
                <a:gd name="T0" fmla="*/ 0 w 588"/>
                <a:gd name="T1" fmla="*/ 0 h 158"/>
                <a:gd name="T2" fmla="*/ 588 w 588"/>
                <a:gd name="T3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88" h="158">
                  <a:moveTo>
                    <a:pt x="0" y="0"/>
                  </a:moveTo>
                  <a:lnTo>
                    <a:pt x="588" y="158"/>
                  </a:lnTo>
                </a:path>
              </a:pathLst>
            </a:custGeom>
            <a:noFill/>
            <a:ln w="38100" cap="flat" cmpd="sng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2D16C829-283E-2484-F2F5-8727F5EE1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5" y="1794"/>
              <a:ext cx="552" cy="112"/>
            </a:xfrm>
            <a:custGeom>
              <a:avLst/>
              <a:gdLst>
                <a:gd name="T0" fmla="*/ 736 w 736"/>
                <a:gd name="T1" fmla="*/ 195 h 195"/>
                <a:gd name="T2" fmla="*/ 0 w 736"/>
                <a:gd name="T3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36" h="195">
                  <a:moveTo>
                    <a:pt x="736" y="195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45E90446-2A1E-2681-742F-DCDF3DA5A1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3" y="1271"/>
              <a:ext cx="396" cy="138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CA19FA8A-20BE-EABA-27D5-43984A206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9" y="1271"/>
              <a:ext cx="81" cy="198"/>
            </a:xfrm>
            <a:custGeom>
              <a:avLst/>
              <a:gdLst>
                <a:gd name="T0" fmla="*/ 0 w 108"/>
                <a:gd name="T1" fmla="*/ 0 h 344"/>
                <a:gd name="T2" fmla="*/ 108 w 108"/>
                <a:gd name="T3" fmla="*/ 34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8" h="344">
                  <a:moveTo>
                    <a:pt x="0" y="0"/>
                  </a:moveTo>
                  <a:lnTo>
                    <a:pt x="108" y="344"/>
                  </a:lnTo>
                </a:path>
              </a:pathLst>
            </a:custGeom>
            <a:noFill/>
            <a:ln w="38100" cap="flat" cmpd="sng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82A8C41E-CB27-A366-2E79-0850AA452E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4" y="1534"/>
              <a:ext cx="283" cy="96"/>
            </a:xfrm>
            <a:custGeom>
              <a:avLst/>
              <a:gdLst>
                <a:gd name="T0" fmla="*/ 0 w 376"/>
                <a:gd name="T1" fmla="*/ 167 h 167"/>
                <a:gd name="T2" fmla="*/ 376 w 376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6" h="167">
                  <a:moveTo>
                    <a:pt x="0" y="167"/>
                  </a:moveTo>
                  <a:lnTo>
                    <a:pt x="376" y="0"/>
                  </a:lnTo>
                </a:path>
              </a:pathLst>
            </a:custGeom>
            <a:noFill/>
            <a:ln w="38100" cap="flat" cmpd="sng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4" name="Line 31">
              <a:extLst>
                <a:ext uri="{FF2B5EF4-FFF2-40B4-BE49-F238E27FC236}">
                  <a16:creationId xmlns:a16="http://schemas.microsoft.com/office/drawing/2014/main" id="{D7D9184C-0FD6-D7FB-98E7-7F730A6922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13" y="1492"/>
              <a:ext cx="252" cy="11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5" name="Line 32">
              <a:extLst>
                <a:ext uri="{FF2B5EF4-FFF2-40B4-BE49-F238E27FC236}">
                  <a16:creationId xmlns:a16="http://schemas.microsoft.com/office/drawing/2014/main" id="{9E06AD3F-F98A-4835-9CB7-EBBB1516AB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13" y="1603"/>
              <a:ext cx="144" cy="303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3E31E082-3E55-37AC-658D-03F9A24FEF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1" y="1786"/>
              <a:ext cx="214" cy="93"/>
            </a:xfrm>
            <a:custGeom>
              <a:avLst/>
              <a:gdLst>
                <a:gd name="T0" fmla="*/ 0 w 286"/>
                <a:gd name="T1" fmla="*/ 161 h 161"/>
                <a:gd name="T2" fmla="*/ 286 w 286"/>
                <a:gd name="T3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6" h="161">
                  <a:moveTo>
                    <a:pt x="0" y="161"/>
                  </a:moveTo>
                  <a:lnTo>
                    <a:pt x="286" y="0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7" name="Line 34">
              <a:extLst>
                <a:ext uri="{FF2B5EF4-FFF2-40B4-BE49-F238E27FC236}">
                  <a16:creationId xmlns:a16="http://schemas.microsoft.com/office/drawing/2014/main" id="{DCEC00D4-C895-DD0F-D098-475527307E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01" y="692"/>
              <a:ext cx="0" cy="11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8" name="Line 35">
              <a:extLst>
                <a:ext uri="{FF2B5EF4-FFF2-40B4-BE49-F238E27FC236}">
                  <a16:creationId xmlns:a16="http://schemas.microsoft.com/office/drawing/2014/main" id="{0C715DA3-CA47-7EDE-CEC5-5A1E761883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2" y="1354"/>
              <a:ext cx="541" cy="55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9" name="Freeform 36">
              <a:extLst>
                <a:ext uri="{FF2B5EF4-FFF2-40B4-BE49-F238E27FC236}">
                  <a16:creationId xmlns:a16="http://schemas.microsoft.com/office/drawing/2014/main" id="{910DB0AB-AFBE-DD1D-6C1D-6CD78FAD9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1" y="1721"/>
              <a:ext cx="140" cy="158"/>
            </a:xfrm>
            <a:custGeom>
              <a:avLst/>
              <a:gdLst>
                <a:gd name="T0" fmla="*/ 186 w 186"/>
                <a:gd name="T1" fmla="*/ 274 h 274"/>
                <a:gd name="T2" fmla="*/ 0 w 186"/>
                <a:gd name="T3" fmla="*/ 0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6" h="274">
                  <a:moveTo>
                    <a:pt x="186" y="274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0" name="Freeform 37">
              <a:extLst>
                <a:ext uri="{FF2B5EF4-FFF2-40B4-BE49-F238E27FC236}">
                  <a16:creationId xmlns:a16="http://schemas.microsoft.com/office/drawing/2014/main" id="{1C2DDBC8-A5B4-594F-FA39-94C465614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2" y="1354"/>
              <a:ext cx="170" cy="188"/>
            </a:xfrm>
            <a:custGeom>
              <a:avLst/>
              <a:gdLst>
                <a:gd name="T0" fmla="*/ 0 w 226"/>
                <a:gd name="T1" fmla="*/ 0 h 327"/>
                <a:gd name="T2" fmla="*/ 226 w 226"/>
                <a:gd name="T3" fmla="*/ 327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6" h="327">
                  <a:moveTo>
                    <a:pt x="0" y="0"/>
                  </a:moveTo>
                  <a:lnTo>
                    <a:pt x="226" y="327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41" name="Group 38">
            <a:extLst>
              <a:ext uri="{FF2B5EF4-FFF2-40B4-BE49-F238E27FC236}">
                <a16:creationId xmlns:a16="http://schemas.microsoft.com/office/drawing/2014/main" id="{776B0130-951E-B67E-3B42-0D4D5E81E1A9}"/>
              </a:ext>
            </a:extLst>
          </p:cNvPr>
          <p:cNvGrpSpPr>
            <a:grpSpLocks/>
          </p:cNvGrpSpPr>
          <p:nvPr/>
        </p:nvGrpSpPr>
        <p:grpSpPr bwMode="auto">
          <a:xfrm>
            <a:off x="7612061" y="3430587"/>
            <a:ext cx="2320924" cy="3076575"/>
            <a:chOff x="3723" y="2032"/>
            <a:chExt cx="1462" cy="1938"/>
          </a:xfrm>
        </p:grpSpPr>
        <p:sp>
          <p:nvSpPr>
            <p:cNvPr id="42" name="Line 39">
              <a:extLst>
                <a:ext uri="{FF2B5EF4-FFF2-40B4-BE49-F238E27FC236}">
                  <a16:creationId xmlns:a16="http://schemas.microsoft.com/office/drawing/2014/main" id="{F11281EE-1C92-687A-801A-56648A4F53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51" y="2258"/>
              <a:ext cx="60" cy="6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3" name="Line 40">
              <a:extLst>
                <a:ext uri="{FF2B5EF4-FFF2-40B4-BE49-F238E27FC236}">
                  <a16:creationId xmlns:a16="http://schemas.microsoft.com/office/drawing/2014/main" id="{4123F1BD-A366-6C04-F7EA-0A95EC1566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1" y="2258"/>
              <a:ext cx="0" cy="10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4" name="Line 41">
              <a:extLst>
                <a:ext uri="{FF2B5EF4-FFF2-40B4-BE49-F238E27FC236}">
                  <a16:creationId xmlns:a16="http://schemas.microsoft.com/office/drawing/2014/main" id="{63D32122-0370-FD2E-806C-B2875EE69F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4" y="3661"/>
              <a:ext cx="0" cy="2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5" name="Line 42">
              <a:extLst>
                <a:ext uri="{FF2B5EF4-FFF2-40B4-BE49-F238E27FC236}">
                  <a16:creationId xmlns:a16="http://schemas.microsoft.com/office/drawing/2014/main" id="{0979CC31-5C3C-4B68-A71F-3A3DE71765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2" y="2952"/>
              <a:ext cx="0" cy="5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6" name="Line 43">
              <a:extLst>
                <a:ext uri="{FF2B5EF4-FFF2-40B4-BE49-F238E27FC236}">
                  <a16:creationId xmlns:a16="http://schemas.microsoft.com/office/drawing/2014/main" id="{92E5E71B-6776-CFA3-D460-1E725E0439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1" y="2952"/>
              <a:ext cx="0" cy="8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7" name="Line 44">
              <a:extLst>
                <a:ext uri="{FF2B5EF4-FFF2-40B4-BE49-F238E27FC236}">
                  <a16:creationId xmlns:a16="http://schemas.microsoft.com/office/drawing/2014/main" id="{68A46F12-1D9C-9DDC-DCBE-D0F8C1109D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1" y="3296"/>
              <a:ext cx="653" cy="58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8" name="Line 45">
              <a:extLst>
                <a:ext uri="{FF2B5EF4-FFF2-40B4-BE49-F238E27FC236}">
                  <a16:creationId xmlns:a16="http://schemas.microsoft.com/office/drawing/2014/main" id="{84C2DD46-DAAF-9B1F-4A03-9B571E7CF1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7" y="3656"/>
              <a:ext cx="1087" cy="22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9" name="Line 46">
              <a:extLst>
                <a:ext uri="{FF2B5EF4-FFF2-40B4-BE49-F238E27FC236}">
                  <a16:creationId xmlns:a16="http://schemas.microsoft.com/office/drawing/2014/main" id="{B08C5785-CC1C-BAAA-E49C-A460282571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17" y="3296"/>
              <a:ext cx="434" cy="365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" name="Line 47">
              <a:extLst>
                <a:ext uri="{FF2B5EF4-FFF2-40B4-BE49-F238E27FC236}">
                  <a16:creationId xmlns:a16="http://schemas.microsoft.com/office/drawing/2014/main" id="{824EF2C8-104B-DEDD-4E0F-A7C5FC2BBC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1" y="3491"/>
              <a:ext cx="676" cy="29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1" name="Line 48">
              <a:extLst>
                <a:ext uri="{FF2B5EF4-FFF2-40B4-BE49-F238E27FC236}">
                  <a16:creationId xmlns:a16="http://schemas.microsoft.com/office/drawing/2014/main" id="{B5585F37-4494-EAE5-F5F0-309D1CBCD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4" y="2720"/>
              <a:ext cx="197" cy="2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" name="Line 49">
              <a:extLst>
                <a:ext uri="{FF2B5EF4-FFF2-40B4-BE49-F238E27FC236}">
                  <a16:creationId xmlns:a16="http://schemas.microsoft.com/office/drawing/2014/main" id="{F5446C7E-D18B-465E-9546-D74787FADF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17" y="2528"/>
              <a:ext cx="184" cy="19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3" name="Line 50">
              <a:extLst>
                <a:ext uri="{FF2B5EF4-FFF2-40B4-BE49-F238E27FC236}">
                  <a16:creationId xmlns:a16="http://schemas.microsoft.com/office/drawing/2014/main" id="{44BA00B3-B1E9-A6A6-D753-9B6FF84A7F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1" y="2817"/>
              <a:ext cx="0" cy="13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4" name="Line 51">
              <a:extLst>
                <a:ext uri="{FF2B5EF4-FFF2-40B4-BE49-F238E27FC236}">
                  <a16:creationId xmlns:a16="http://schemas.microsoft.com/office/drawing/2014/main" id="{C8E6609E-7380-F4F7-6538-CB3FD3BD10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1" y="2952"/>
              <a:ext cx="670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5" name="Line 52">
              <a:extLst>
                <a:ext uri="{FF2B5EF4-FFF2-40B4-BE49-F238E27FC236}">
                  <a16:creationId xmlns:a16="http://schemas.microsoft.com/office/drawing/2014/main" id="{BDBB744C-BF2E-68B0-8624-EA90D00A3D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1" y="2157"/>
              <a:ext cx="0" cy="37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" name="Line 53">
              <a:extLst>
                <a:ext uri="{FF2B5EF4-FFF2-40B4-BE49-F238E27FC236}">
                  <a16:creationId xmlns:a16="http://schemas.microsoft.com/office/drawing/2014/main" id="{803D2738-AD59-6B8D-22E0-416EE35F50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7" y="2720"/>
              <a:ext cx="0" cy="9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7" name="Rectangle 54">
              <a:extLst>
                <a:ext uri="{FF2B5EF4-FFF2-40B4-BE49-F238E27FC236}">
                  <a16:creationId xmlns:a16="http://schemas.microsoft.com/office/drawing/2014/main" id="{400C455C-D911-ED9C-C51C-325F3F072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9" y="2124"/>
              <a:ext cx="10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a</a:t>
              </a:r>
              <a:r>
                <a:rPr lang="en-US" altLang="zh-CN" i="1">
                  <a:latin typeface="RomanS" charset="0"/>
                </a:rPr>
                <a:t>′</a:t>
              </a:r>
            </a:p>
          </p:txBody>
        </p:sp>
        <p:sp>
          <p:nvSpPr>
            <p:cNvPr id="58" name="Rectangle 55">
              <a:extLst>
                <a:ext uri="{FF2B5EF4-FFF2-40B4-BE49-F238E27FC236}">
                  <a16:creationId xmlns:a16="http://schemas.microsoft.com/office/drawing/2014/main" id="{4FA16260-14FD-D801-08F9-AC19DC393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8" y="3115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a</a:t>
              </a:r>
              <a:endParaRPr lang="en-US" altLang="zh-CN" i="1">
                <a:latin typeface="RomanS" charset="0"/>
              </a:endParaRPr>
            </a:p>
          </p:txBody>
        </p:sp>
        <p:sp>
          <p:nvSpPr>
            <p:cNvPr id="59" name="Rectangle 56">
              <a:extLst>
                <a:ext uri="{FF2B5EF4-FFF2-40B4-BE49-F238E27FC236}">
                  <a16:creationId xmlns:a16="http://schemas.microsoft.com/office/drawing/2014/main" id="{EB95C433-BBCC-92E7-533C-F8B0FED8B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9" y="3598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b</a:t>
              </a:r>
              <a:endParaRPr lang="en-US" altLang="zh-CN" i="1">
                <a:latin typeface="RomanS" charset="0"/>
              </a:endParaRPr>
            </a:p>
          </p:txBody>
        </p:sp>
        <p:sp>
          <p:nvSpPr>
            <p:cNvPr id="60" name="Rectangle 57">
              <a:extLst>
                <a:ext uri="{FF2B5EF4-FFF2-40B4-BE49-F238E27FC236}">
                  <a16:creationId xmlns:a16="http://schemas.microsoft.com/office/drawing/2014/main" id="{AD993028-ACB2-6ED7-C106-8FCC33CE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" y="3778"/>
              <a:ext cx="23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d(e)</a:t>
              </a:r>
              <a:endParaRPr lang="en-US" altLang="zh-CN" i="1">
                <a:latin typeface="RomanS" charset="0"/>
              </a:endParaRPr>
            </a:p>
          </p:txBody>
        </p:sp>
        <p:sp>
          <p:nvSpPr>
            <p:cNvPr id="61" name="Rectangle 58">
              <a:extLst>
                <a:ext uri="{FF2B5EF4-FFF2-40B4-BE49-F238E27FC236}">
                  <a16:creationId xmlns:a16="http://schemas.microsoft.com/office/drawing/2014/main" id="{294953BF-D367-E083-EE80-EDA616A5C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8" y="2876"/>
              <a:ext cx="10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e</a:t>
              </a:r>
              <a:r>
                <a:rPr lang="en-US" altLang="zh-CN" i="1">
                  <a:latin typeface="RomanS" charset="0"/>
                </a:rPr>
                <a:t>′</a:t>
              </a:r>
            </a:p>
          </p:txBody>
        </p:sp>
        <p:sp>
          <p:nvSpPr>
            <p:cNvPr id="62" name="Rectangle 59">
              <a:extLst>
                <a:ext uri="{FF2B5EF4-FFF2-40B4-BE49-F238E27FC236}">
                  <a16:creationId xmlns:a16="http://schemas.microsoft.com/office/drawing/2014/main" id="{1B4A7B86-5138-3269-A6AB-C56D1B0E4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3" y="2645"/>
              <a:ext cx="10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b</a:t>
              </a:r>
              <a:r>
                <a:rPr lang="en-US" altLang="zh-CN" i="1">
                  <a:latin typeface="RomanS" charset="0"/>
                </a:rPr>
                <a:t>′</a:t>
              </a:r>
            </a:p>
          </p:txBody>
        </p:sp>
        <p:sp>
          <p:nvSpPr>
            <p:cNvPr id="63" name="Rectangle 60">
              <a:extLst>
                <a:ext uri="{FF2B5EF4-FFF2-40B4-BE49-F238E27FC236}">
                  <a16:creationId xmlns:a16="http://schemas.microsoft.com/office/drawing/2014/main" id="{55D89A57-301A-B049-4F33-85DF61312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0" y="2047"/>
              <a:ext cx="10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000000"/>
                  </a:solidFill>
                </a:rPr>
                <a:t>d</a:t>
              </a:r>
              <a:r>
                <a:rPr lang="en-US" altLang="zh-CN" i="1" dirty="0">
                  <a:latin typeface="RomanS" charset="0"/>
                </a:rPr>
                <a:t>′</a:t>
              </a:r>
            </a:p>
          </p:txBody>
        </p:sp>
        <p:sp>
          <p:nvSpPr>
            <p:cNvPr id="64" name="Rectangle 61">
              <a:extLst>
                <a:ext uri="{FF2B5EF4-FFF2-40B4-BE49-F238E27FC236}">
                  <a16:creationId xmlns:a16="http://schemas.microsoft.com/office/drawing/2014/main" id="{95A519CA-D803-283E-02A9-834A5E5DA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1" y="3355"/>
              <a:ext cx="21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h(f)</a:t>
              </a:r>
              <a:endParaRPr lang="en-US" altLang="zh-CN" i="1">
                <a:latin typeface="RomanS" charset="0"/>
              </a:endParaRPr>
            </a:p>
          </p:txBody>
        </p:sp>
        <p:sp>
          <p:nvSpPr>
            <p:cNvPr id="65" name="Rectangle 62">
              <a:extLst>
                <a:ext uri="{FF2B5EF4-FFF2-40B4-BE49-F238E27FC236}">
                  <a16:creationId xmlns:a16="http://schemas.microsoft.com/office/drawing/2014/main" id="{F9EA653F-276A-9A08-3BBD-E79A8C4D0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9" y="3796"/>
              <a:ext cx="9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000000"/>
                  </a:solidFill>
                </a:rPr>
                <a:t>c’</a:t>
              </a:r>
              <a:endParaRPr lang="en-US" altLang="zh-CN" i="1" dirty="0">
                <a:latin typeface="RomanS" charset="0"/>
              </a:endParaRPr>
            </a:p>
          </p:txBody>
        </p:sp>
        <p:sp>
          <p:nvSpPr>
            <p:cNvPr id="66" name="Rectangle 63">
              <a:extLst>
                <a:ext uri="{FF2B5EF4-FFF2-40B4-BE49-F238E27FC236}">
                  <a16:creationId xmlns:a16="http://schemas.microsoft.com/office/drawing/2014/main" id="{0E0872D6-78A0-DC90-A7C0-8C3A36E34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6" y="2850"/>
              <a:ext cx="7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f</a:t>
              </a:r>
              <a:r>
                <a:rPr lang="en-US" altLang="zh-CN" i="1">
                  <a:latin typeface="RomanS" charset="0"/>
                </a:rPr>
                <a:t>′</a:t>
              </a:r>
            </a:p>
          </p:txBody>
        </p:sp>
        <p:sp>
          <p:nvSpPr>
            <p:cNvPr id="67" name="Rectangle 64">
              <a:extLst>
                <a:ext uri="{FF2B5EF4-FFF2-40B4-BE49-F238E27FC236}">
                  <a16:creationId xmlns:a16="http://schemas.microsoft.com/office/drawing/2014/main" id="{29A3DCB9-B747-CDD0-4DB8-D6F1B4BF4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2657"/>
              <a:ext cx="9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 dirty="0">
                  <a:latin typeface="RomanS" charset="0"/>
                </a:rPr>
                <a:t>c’</a:t>
              </a:r>
            </a:p>
          </p:txBody>
        </p:sp>
        <p:sp>
          <p:nvSpPr>
            <p:cNvPr id="68" name="Rectangle 65">
              <a:extLst>
                <a:ext uri="{FF2B5EF4-FFF2-40B4-BE49-F238E27FC236}">
                  <a16:creationId xmlns:a16="http://schemas.microsoft.com/office/drawing/2014/main" id="{295E9DCA-9ECA-CE72-255C-6A3CB1DA75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9" y="2032"/>
              <a:ext cx="10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h</a:t>
              </a:r>
              <a:r>
                <a:rPr lang="en-US" altLang="zh-CN" i="1">
                  <a:latin typeface="RomanS" charset="0"/>
                </a:rPr>
                <a:t>′</a:t>
              </a:r>
            </a:p>
          </p:txBody>
        </p:sp>
        <p:sp>
          <p:nvSpPr>
            <p:cNvPr id="69" name="Line 66">
              <a:extLst>
                <a:ext uri="{FF2B5EF4-FFF2-40B4-BE49-F238E27FC236}">
                  <a16:creationId xmlns:a16="http://schemas.microsoft.com/office/drawing/2014/main" id="{CB89A148-D427-10E6-13B1-243810DEF5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144"/>
              <a:ext cx="1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0" name="Line 67">
              <a:extLst>
                <a:ext uri="{FF2B5EF4-FFF2-40B4-BE49-F238E27FC236}">
                  <a16:creationId xmlns:a16="http://schemas.microsoft.com/office/drawing/2014/main" id="{7F7968C5-E48F-46C8-2095-4F273CA0F8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1" y="2157"/>
              <a:ext cx="668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1" name="Line 68">
              <a:extLst>
                <a:ext uri="{FF2B5EF4-FFF2-40B4-BE49-F238E27FC236}">
                  <a16:creationId xmlns:a16="http://schemas.microsoft.com/office/drawing/2014/main" id="{1B41DDBB-C784-E557-182D-CC5B729885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1" y="2157"/>
              <a:ext cx="0" cy="48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2" name="Line 69">
              <a:extLst>
                <a:ext uri="{FF2B5EF4-FFF2-40B4-BE49-F238E27FC236}">
                  <a16:creationId xmlns:a16="http://schemas.microsoft.com/office/drawing/2014/main" id="{13CFE33A-92FF-8490-A1C5-E117A91373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1" y="2742"/>
              <a:ext cx="0" cy="21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3" name="Line 70">
              <a:extLst>
                <a:ext uri="{FF2B5EF4-FFF2-40B4-BE49-F238E27FC236}">
                  <a16:creationId xmlns:a16="http://schemas.microsoft.com/office/drawing/2014/main" id="{DD32AC23-CBB9-0EEE-94CA-F84C3B53A4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89" y="2258"/>
              <a:ext cx="62" cy="6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4" name="Line 71">
              <a:extLst>
                <a:ext uri="{FF2B5EF4-FFF2-40B4-BE49-F238E27FC236}">
                  <a16:creationId xmlns:a16="http://schemas.microsoft.com/office/drawing/2014/main" id="{8250FD88-6091-AABF-A3C3-3DD8258431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7" y="2817"/>
              <a:ext cx="227" cy="2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5" name="Line 72">
              <a:extLst>
                <a:ext uri="{FF2B5EF4-FFF2-40B4-BE49-F238E27FC236}">
                  <a16:creationId xmlns:a16="http://schemas.microsoft.com/office/drawing/2014/main" id="{735DDD68-661E-F209-BD0A-9DF9065660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9" y="2642"/>
              <a:ext cx="229" cy="20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6" name="Line 73">
              <a:extLst>
                <a:ext uri="{FF2B5EF4-FFF2-40B4-BE49-F238E27FC236}">
                  <a16:creationId xmlns:a16="http://schemas.microsoft.com/office/drawing/2014/main" id="{8CD5AE1C-D94A-2E1E-2774-1134EDCE84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8" y="2843"/>
              <a:ext cx="0" cy="5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3959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1"/>
  <p:tag name="KSO_WM_TEMPLATE_COLOR_TYPE" val="0"/>
  <p:tag name="KSO_WM_TAG_VERSION" val="1.0"/>
  <p:tag name="KSO_WM_BEAUTIFY_FLAG" val="#wm#"/>
  <p:tag name="KSO_WM_TEMPLATE_CATEGORY" val="custom"/>
  <p:tag name="KSO_WM_TEMPLATE_INDEX" val="20230820"/>
  <p:tag name="KSO_WM_SPECIAL_SOURCE" val="bdnull"/>
  <p:tag name="KSO_WM_TEMPLATE_THUMBS_INDEX" val="1、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1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CONTENT_GROUP_TYPE" val="contentchip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1.0"/>
  <p:tag name="KSO_WM_BEAUTIFY_FLAG" val="#wm#"/>
  <p:tag name="KSO_WM_UNIT_CONTENT_GROUP_TYPE" val="contentchi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1.0"/>
  <p:tag name="KSO_WM_BEAUTIFY_FLAG" val="#wm#"/>
  <p:tag name="KSO_WM_UNIT_CONTENT_GROUP_TYPE" val="contentch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PLACING_PICTURE_USER_VIEWPORT" val="{&quot;height&quot;:10411,&quot;width&quot;:12984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1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2"/>
  <p:tag name="KSO_WM_UNIT_ID" val="_3*i*2"/>
  <p:tag name="KSO_WM_UNIT_LAYERLEVEL" val="1"/>
  <p:tag name="KSO_WM_TAG_VERSION" val="1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3*e*1"/>
  <p:tag name="KSO_WM_UNIT_LAYERLEVEL" val="1"/>
  <p:tag name="KSO_WM_TAG_VERSION" val="1.0"/>
  <p:tag name="KSO_WM_BEAUTIFY_FLAG" val="#wm#"/>
  <p:tag name="KSO_WM_UNIT_CONTENT_GROUP_TYPE" val="contentchip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1.0"/>
  <p:tag name="KSO_WM_BEAUTIFY_FLAG" val="#wm#"/>
  <p:tag name="KSO_WM_UNIT_CONTENT_GROUP_TYPE" val="contentchip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1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4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4*f*2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1.0"/>
  <p:tag name="KSO_WM_BEAUTIFY_FLAG" val="#wm#"/>
  <p:tag name="KSO_WM_UNIT_CONTENT_GROUP_TYPE" val="titlesty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1.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2"/>
  <p:tag name="KSO_WM_UNIT_ID" val="_5*a*2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3"/>
  <p:tag name="KSO_WM_UNIT_ID" val="_5*a*3"/>
  <p:tag name="KSO_WM_UNIT_LAYERLEVEL" val="1"/>
  <p:tag name="KSO_WM_TAG_VERSION" val="1.0"/>
  <p:tag name="KSO_WM_BEAUTIFY_FLAG" val="#wm#"/>
  <p:tag name="KSO_WM_UNIT_CONTENT_GROUP_TYPE" val="titlesty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1.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0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1.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ANK YOU 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1.0"/>
  <p:tag name="KSO_WM_BEAUTIFY_FLAG" val="#wm#"/>
  <p:tag name="KSO_WM_UNIT_CONTENT_GROUP_TYPE" val="contentchip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CONTENT_GROUP_TYPE" val="contentchip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SLIDE_BACKGROUND_TYPE" val="genera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2*a*1"/>
  <p:tag name="KSO_WM_UNIT_LAYERLEVEL" val="1"/>
  <p:tag name="KSO_WM_TAG_VERSION" val="1.0"/>
  <p:tag name="KSO_WM_BEAUTIFY_FLAG" val="#wm#"/>
  <p:tag name="KSO_WM_UNIT_CONTENT_GROUP_TYPE" val="titlestyle"/>
  <p:tag name="KSO_WM_SLIDE_BACKGROUND_TYPE" val="genera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820_1"/>
  <p:tag name="KSO_WM_TEMPLATE_SUBCATEGORY" val="0"/>
  <p:tag name="KSO_WM_TEMPLATE_MASTER_TYPE" val="1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30820"/>
  <p:tag name="KSO_WM_SLIDE_TYPE" val="title"/>
  <p:tag name="KSO_WM_SLIDE_SUBTYPE" val="pureTxt"/>
  <p:tag name="KSO_WM_SLIDE_LAYOUT" val="a_b_f"/>
  <p:tag name="KSO_WM_SLIDE_LAYOUT_CNT" val="1_1_1"/>
  <p:tag name="KSO_WM_SPECIAL_SOURCE" val="bdnull"/>
  <p:tag name="KSO_WM_TEMPLATE_THUMBS_INDEX" val="1、9"/>
  <p:tag name="KSO_WM_SLIDE_CONTENT_AREA" val="{&quot;left&quot;:&quot;50.8&quot;,&quot;top&quot;:&quot;87.4&quot;,&quot;width&quot;:&quot;541.3&quot;,&quot;height&quot;:&quot;310.5&quot;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820_1*a*1"/>
  <p:tag name="KSO_WM_TEMPLATE_CATEGORY" val="custom"/>
  <p:tag name="KSO_WM_TEMPLATE_INDEX" val="20230820"/>
  <p:tag name="KSO_WM_UNIT_LAYERLEVEL" val="1"/>
  <p:tag name="KSO_WM_TAG_VERSION" val="1.0"/>
  <p:tag name="KSO_WM_BEAUTIFY_FLAG" val="#wm#"/>
  <p:tag name="KSO_WM_UNIT_CONTENT_GROUP_TYPE" val="contentchip"/>
  <p:tag name="KSO_WM_UNIT_TEXT_FILL_FORE_SCHEMECOLOR_INDEX_BRIGHTNESS" val="0.25"/>
  <p:tag name="KSO_WM_UNIT_TEXT_FILL_FORE_SCHEMECOLOR_INDEX" val="13"/>
  <p:tag name="KSO_WM_UNIT_TEXT_FILL_TYPE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820_1*b*1"/>
  <p:tag name="KSO_WM_TEMPLATE_CATEGORY" val="custom"/>
  <p:tag name="KSO_WM_TEMPLATE_INDEX" val="20230820"/>
  <p:tag name="KSO_WM_UNIT_LAYERLEVEL" val="1"/>
  <p:tag name="KSO_WM_TAG_VERSION" val="1.0"/>
  <p:tag name="KSO_WM_BEAUTIFY_FLAG" val="#wm#"/>
  <p:tag name="KSO_WM_UNIT_CONTENT_GROUP_TYPE" val="contentchip"/>
  <p:tag name="KSO_WM_UNIT_TEXT_FILL_FORE_SCHEMECOLOR_INDEX_1_BRIGHTNESS" val="0"/>
  <p:tag name="KSO_WM_UNIT_TEXT_FILL_FORE_SCHEMECOLOR_INDEX_1" val="5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41"/>
  <p:tag name="KSO_WM_UNIT_TEXT_FILL_GRADIENT_DIRECTION" val="-2"/>
  <p:tag name="KSO_WM_UNIT_TEXT_FILL_TYPE" val="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awing.potx" id="{77E09630-93FA-4073-96B7-E4A1C97AE4E9}" vid="{2BCD55EF-A901-4B71-8B57-2954839B2DF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Drawing</Template>
  <TotalTime>4066</TotalTime>
  <Words>3774</Words>
  <Application>Microsoft Macintosh PowerPoint</Application>
  <PresentationFormat>Widescreen</PresentationFormat>
  <Paragraphs>1040</Paragraphs>
  <Slides>45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65" baseType="lpstr">
      <vt:lpstr>CommercialPi BT</vt:lpstr>
      <vt:lpstr>DengXian</vt:lpstr>
      <vt:lpstr>EuroRoman</vt:lpstr>
      <vt:lpstr>仿宋_GB2312</vt:lpstr>
      <vt:lpstr>方正姚体</vt:lpstr>
      <vt:lpstr>ISOCP</vt:lpstr>
      <vt:lpstr>ISOCPEUR</vt:lpstr>
      <vt:lpstr>Italic</vt:lpstr>
      <vt:lpstr>Microsoft YaHei</vt:lpstr>
      <vt:lpstr>RomanS</vt:lpstr>
      <vt:lpstr>黑体</vt:lpstr>
      <vt:lpstr>宋体</vt:lpstr>
      <vt:lpstr>Arial</vt:lpstr>
      <vt:lpstr>Calibri</vt:lpstr>
      <vt:lpstr>Cambria Math</vt:lpstr>
      <vt:lpstr>Comic Sans MS</vt:lpstr>
      <vt:lpstr>Symbol</vt:lpstr>
      <vt:lpstr>Times New Roman</vt:lpstr>
      <vt:lpstr>Wingdings</vt:lpstr>
      <vt:lpstr>Office Theme</vt:lpstr>
      <vt:lpstr>工程制图 第5讲</vt:lpstr>
      <vt:lpstr>教材勘误 (P61, 例2-23)</vt:lpstr>
      <vt:lpstr> 热 身</vt:lpstr>
      <vt:lpstr>PowerPoint Presentation</vt:lpstr>
      <vt:lpstr>PowerPoint Presentation</vt:lpstr>
      <vt:lpstr>2.4  平面的投影(P48)</vt:lpstr>
      <vt:lpstr>2.4.1 平面的表示法</vt:lpstr>
      <vt:lpstr>2.4.2 平面的投影特性</vt:lpstr>
      <vt:lpstr>2.4.2 平面的投影特性</vt:lpstr>
      <vt:lpstr>⑴ 投影面垂直面</vt:lpstr>
      <vt:lpstr>用迹线表示的铅锤面</vt:lpstr>
      <vt:lpstr>⑵ 投影面平行面</vt:lpstr>
      <vt:lpstr>⑶ 一般位置平面</vt:lpstr>
      <vt:lpstr>PowerPoint Presentation</vt:lpstr>
      <vt:lpstr>2.4.3 平面上的直线和点(P53)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2.5 直线与平面及两平面的相对位置(P55)</vt:lpstr>
      <vt:lpstr>PowerPoint Presentation</vt:lpstr>
      <vt:lpstr>PowerPoint Presentation</vt:lpstr>
      <vt:lpstr>作业#3</vt:lpstr>
      <vt:lpstr>课程和习题的说明</vt:lpstr>
      <vt:lpstr>PowerPoint Presentation</vt:lpstr>
      <vt:lpstr>PowerPoint Presentation</vt:lpstr>
      <vt:lpstr>2.5.2 相交问题(P57)</vt:lpstr>
      <vt:lpstr>判别“线条可见性”的意义</vt:lpstr>
      <vt:lpstr>PowerPoint Presentation</vt:lpstr>
      <vt:lpstr>PowerPoint Presentation</vt:lpstr>
      <vt:lpstr>PowerPoint Presentation</vt:lpstr>
      <vt:lpstr>例5.11：求两平面的交线MN并判别可见性。 与【例2-22】类似P60</vt:lpstr>
      <vt:lpstr>例5.11：求两平面的交线MN并判别可见性。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视觉与视图</dc:title>
  <dc:creator>Jun Chen</dc:creator>
  <cp:lastModifiedBy>陈军_工学院</cp:lastModifiedBy>
  <cp:revision>225</cp:revision>
  <dcterms:created xsi:type="dcterms:W3CDTF">2016-02-16T14:15:02Z</dcterms:created>
  <dcterms:modified xsi:type="dcterms:W3CDTF">2025-09-26T12:57:57Z</dcterms:modified>
</cp:coreProperties>
</file>