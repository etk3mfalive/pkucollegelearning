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42"/>
  </p:notesMasterIdLst>
  <p:handoutMasterIdLst>
    <p:handoutMasterId r:id="rId43"/>
  </p:handoutMasterIdLst>
  <p:sldIdLst>
    <p:sldId id="262" r:id="rId2"/>
    <p:sldId id="880" r:id="rId3"/>
    <p:sldId id="810" r:id="rId4"/>
    <p:sldId id="960" r:id="rId5"/>
    <p:sldId id="904" r:id="rId6"/>
    <p:sldId id="910" r:id="rId7"/>
    <p:sldId id="911" r:id="rId8"/>
    <p:sldId id="716" r:id="rId9"/>
    <p:sldId id="800" r:id="rId10"/>
    <p:sldId id="801" r:id="rId11"/>
    <p:sldId id="802" r:id="rId12"/>
    <p:sldId id="962" r:id="rId13"/>
    <p:sldId id="769" r:id="rId14"/>
    <p:sldId id="892" r:id="rId15"/>
    <p:sldId id="893" r:id="rId16"/>
    <p:sldId id="894" r:id="rId17"/>
    <p:sldId id="895" r:id="rId18"/>
    <p:sldId id="963" r:id="rId19"/>
    <p:sldId id="920" r:id="rId20"/>
    <p:sldId id="903" r:id="rId21"/>
    <p:sldId id="912" r:id="rId22"/>
    <p:sldId id="913" r:id="rId23"/>
    <p:sldId id="914" r:id="rId24"/>
    <p:sldId id="915" r:id="rId25"/>
    <p:sldId id="916" r:id="rId26"/>
    <p:sldId id="917" r:id="rId27"/>
    <p:sldId id="918" r:id="rId28"/>
    <p:sldId id="919" r:id="rId29"/>
    <p:sldId id="921" r:id="rId30"/>
    <p:sldId id="922" r:id="rId31"/>
    <p:sldId id="923" r:id="rId32"/>
    <p:sldId id="924" r:id="rId33"/>
    <p:sldId id="925" r:id="rId34"/>
    <p:sldId id="926" r:id="rId35"/>
    <p:sldId id="927" r:id="rId36"/>
    <p:sldId id="928" r:id="rId37"/>
    <p:sldId id="929" r:id="rId38"/>
    <p:sldId id="930" r:id="rId39"/>
    <p:sldId id="931" r:id="rId40"/>
    <p:sldId id="699" r:id="rId4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陈军" initials="陈军" lastIdx="1" clrIdx="0">
    <p:extLst>
      <p:ext uri="{19B8F6BF-5375-455C-9EA6-DF929625EA0E}">
        <p15:presenceInfo xmlns:p15="http://schemas.microsoft.com/office/powerpoint/2012/main" userId="S-1-5-21-3571948258-4195890842-3876710089-10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87E10B-F457-6546-8EDE-479517047403}" v="17" dt="2025-10-09T12:00:29.9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30" autoAdjust="0"/>
    <p:restoredTop sz="93906" autoAdjust="0"/>
  </p:normalViewPr>
  <p:slideViewPr>
    <p:cSldViewPr snapToGrid="0">
      <p:cViewPr varScale="1">
        <p:scale>
          <a:sx n="118" d="100"/>
          <a:sy n="118" d="100"/>
        </p:scale>
        <p:origin x="1152" y="192"/>
      </p:cViewPr>
      <p:guideLst/>
    </p:cSldViewPr>
  </p:slideViewPr>
  <p:outlineViewPr>
    <p:cViewPr>
      <p:scale>
        <a:sx n="33" d="100"/>
        <a:sy n="33" d="100"/>
      </p:scale>
      <p:origin x="0" y="-97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3911"/>
    </p:cViewPr>
  </p:sorterViewPr>
  <p:notesViewPr>
    <p:cSldViewPr snapToGrid="0">
      <p:cViewPr varScale="1">
        <p:scale>
          <a:sx n="99" d="100"/>
          <a:sy n="99" d="100"/>
        </p:scale>
        <p:origin x="427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陈军_工学院" userId="6f7f04a3-a118-4a29-a2ab-4ad1875833df" providerId="ADAL" clId="{31F9BBFB-1BF7-519C-95BD-79C8958F59A6}"/>
    <pc:docChg chg="addSld">
      <pc:chgData name="陈军_工学院" userId="6f7f04a3-a118-4a29-a2ab-4ad1875833df" providerId="ADAL" clId="{31F9BBFB-1BF7-519C-95BD-79C8958F59A6}" dt="2025-10-09T06:51:07.548" v="1" actId="680"/>
      <pc:docMkLst>
        <pc:docMk/>
      </pc:docMkLst>
      <pc:sldChg chg="new">
        <pc:chgData name="陈军_工学院" userId="6f7f04a3-a118-4a29-a2ab-4ad1875833df" providerId="ADAL" clId="{31F9BBFB-1BF7-519C-95BD-79C8958F59A6}" dt="2025-10-09T05:54:28.528" v="0" actId="680"/>
        <pc:sldMkLst>
          <pc:docMk/>
          <pc:sldMk cId="2973266637" sldId="964"/>
        </pc:sldMkLst>
      </pc:sldChg>
      <pc:sldChg chg="new">
        <pc:chgData name="陈军_工学院" userId="6f7f04a3-a118-4a29-a2ab-4ad1875833df" providerId="ADAL" clId="{31F9BBFB-1BF7-519C-95BD-79C8958F59A6}" dt="2025-10-09T06:51:07.548" v="1" actId="680"/>
        <pc:sldMkLst>
          <pc:docMk/>
          <pc:sldMk cId="963690251" sldId="965"/>
        </pc:sldMkLst>
      </pc:sldChg>
    </pc:docChg>
  </pc:docChgLst>
  <pc:docChgLst>
    <pc:chgData name="陈军_工学院" userId="6f7f04a3-a118-4a29-a2ab-4ad1875833df" providerId="ADAL" clId="{5704655F-1DC6-5A1D-BC81-F4DA7804E592}"/>
    <pc:docChg chg="undo custSel addSld delSld modSld">
      <pc:chgData name="陈军_工学院" userId="6f7f04a3-a118-4a29-a2ab-4ad1875833df" providerId="ADAL" clId="{5704655F-1DC6-5A1D-BC81-F4DA7804E592}" dt="2025-10-09T12:03:15.083" v="118" actId="2696"/>
      <pc:docMkLst>
        <pc:docMk/>
      </pc:docMkLst>
      <pc:sldChg chg="add">
        <pc:chgData name="陈军_工学院" userId="6f7f04a3-a118-4a29-a2ab-4ad1875833df" providerId="ADAL" clId="{5704655F-1DC6-5A1D-BC81-F4DA7804E592}" dt="2025-10-09T02:21:24.135" v="0"/>
        <pc:sldMkLst>
          <pc:docMk/>
          <pc:sldMk cId="396152780" sldId="716"/>
        </pc:sldMkLst>
      </pc:sldChg>
      <pc:sldChg chg="del">
        <pc:chgData name="陈军_工学院" userId="6f7f04a3-a118-4a29-a2ab-4ad1875833df" providerId="ADAL" clId="{5704655F-1DC6-5A1D-BC81-F4DA7804E592}" dt="2025-10-09T12:00:29.916" v="109" actId="2696"/>
        <pc:sldMkLst>
          <pc:docMk/>
          <pc:sldMk cId="3132856885" sldId="756"/>
        </pc:sldMkLst>
      </pc:sldChg>
      <pc:sldChg chg="del">
        <pc:chgData name="陈军_工学院" userId="6f7f04a3-a118-4a29-a2ab-4ad1875833df" providerId="ADAL" clId="{5704655F-1DC6-5A1D-BC81-F4DA7804E592}" dt="2025-10-09T12:03:02.157" v="110" actId="2696"/>
        <pc:sldMkLst>
          <pc:docMk/>
          <pc:sldMk cId="1356866085" sldId="770"/>
        </pc:sldMkLst>
      </pc:sldChg>
      <pc:sldChg chg="del">
        <pc:chgData name="陈军_工学院" userId="6f7f04a3-a118-4a29-a2ab-4ad1875833df" providerId="ADAL" clId="{5704655F-1DC6-5A1D-BC81-F4DA7804E592}" dt="2025-10-09T12:03:02.165" v="112" actId="2696"/>
        <pc:sldMkLst>
          <pc:docMk/>
          <pc:sldMk cId="3368548983" sldId="771"/>
        </pc:sldMkLst>
      </pc:sldChg>
      <pc:sldChg chg="del">
        <pc:chgData name="陈军_工学院" userId="6f7f04a3-a118-4a29-a2ab-4ad1875833df" providerId="ADAL" clId="{5704655F-1DC6-5A1D-BC81-F4DA7804E592}" dt="2025-10-09T12:03:02.170" v="114" actId="2696"/>
        <pc:sldMkLst>
          <pc:docMk/>
          <pc:sldMk cId="1201964687" sldId="772"/>
        </pc:sldMkLst>
      </pc:sldChg>
      <pc:sldChg chg="del">
        <pc:chgData name="陈军_工学院" userId="6f7f04a3-a118-4a29-a2ab-4ad1875833df" providerId="ADAL" clId="{5704655F-1DC6-5A1D-BC81-F4DA7804E592}" dt="2025-10-09T12:03:02.176" v="117" actId="2696"/>
        <pc:sldMkLst>
          <pc:docMk/>
          <pc:sldMk cId="1683529766" sldId="773"/>
        </pc:sldMkLst>
      </pc:sldChg>
      <pc:sldChg chg="del">
        <pc:chgData name="陈军_工学院" userId="6f7f04a3-a118-4a29-a2ab-4ad1875833df" providerId="ADAL" clId="{5704655F-1DC6-5A1D-BC81-F4DA7804E592}" dt="2025-10-09T12:03:02.167" v="113" actId="2696"/>
        <pc:sldMkLst>
          <pc:docMk/>
          <pc:sldMk cId="1234463348" sldId="774"/>
        </pc:sldMkLst>
      </pc:sldChg>
      <pc:sldChg chg="del">
        <pc:chgData name="陈军_工学院" userId="6f7f04a3-a118-4a29-a2ab-4ad1875833df" providerId="ADAL" clId="{5704655F-1DC6-5A1D-BC81-F4DA7804E592}" dt="2025-10-09T12:03:02.161" v="111" actId="2696"/>
        <pc:sldMkLst>
          <pc:docMk/>
          <pc:sldMk cId="1642119531" sldId="775"/>
        </pc:sldMkLst>
      </pc:sldChg>
      <pc:sldChg chg="del">
        <pc:chgData name="陈军_工学院" userId="6f7f04a3-a118-4a29-a2ab-4ad1875833df" providerId="ADAL" clId="{5704655F-1DC6-5A1D-BC81-F4DA7804E592}" dt="2025-10-09T12:03:02.174" v="116" actId="2696"/>
        <pc:sldMkLst>
          <pc:docMk/>
          <pc:sldMk cId="1977153448" sldId="776"/>
        </pc:sldMkLst>
      </pc:sldChg>
      <pc:sldChg chg="modSp add mod">
        <pc:chgData name="陈军_工学院" userId="6f7f04a3-a118-4a29-a2ab-4ad1875833df" providerId="ADAL" clId="{5704655F-1DC6-5A1D-BC81-F4DA7804E592}" dt="2025-10-09T02:57:04.921" v="47" actId="20577"/>
        <pc:sldMkLst>
          <pc:docMk/>
          <pc:sldMk cId="3417780512" sldId="800"/>
        </pc:sldMkLst>
        <pc:spChg chg="mod">
          <ac:chgData name="陈军_工学院" userId="6f7f04a3-a118-4a29-a2ab-4ad1875833df" providerId="ADAL" clId="{5704655F-1DC6-5A1D-BC81-F4DA7804E592}" dt="2025-10-09T02:57:04.921" v="47" actId="20577"/>
          <ac:spMkLst>
            <pc:docMk/>
            <pc:sldMk cId="3417780512" sldId="800"/>
            <ac:spMk id="6" creationId="{8375F917-1F23-7258-9B77-205059B6ACE7}"/>
          </ac:spMkLst>
        </pc:spChg>
      </pc:sldChg>
      <pc:sldChg chg="modSp add mod">
        <pc:chgData name="陈军_工学院" userId="6f7f04a3-a118-4a29-a2ab-4ad1875833df" providerId="ADAL" clId="{5704655F-1DC6-5A1D-BC81-F4DA7804E592}" dt="2025-10-09T02:57:12.354" v="50" actId="20577"/>
        <pc:sldMkLst>
          <pc:docMk/>
          <pc:sldMk cId="3467506208" sldId="801"/>
        </pc:sldMkLst>
        <pc:spChg chg="mod">
          <ac:chgData name="陈军_工学院" userId="6f7f04a3-a118-4a29-a2ab-4ad1875833df" providerId="ADAL" clId="{5704655F-1DC6-5A1D-BC81-F4DA7804E592}" dt="2025-10-09T02:57:12.354" v="50" actId="20577"/>
          <ac:spMkLst>
            <pc:docMk/>
            <pc:sldMk cId="3467506208" sldId="801"/>
            <ac:spMk id="12" creationId="{8D3AEE00-2D07-FCFB-D8F7-1431FC5ACE73}"/>
          </ac:spMkLst>
        </pc:spChg>
      </pc:sldChg>
      <pc:sldChg chg="modSp add mod modAnim">
        <pc:chgData name="陈军_工学院" userId="6f7f04a3-a118-4a29-a2ab-4ad1875833df" providerId="ADAL" clId="{5704655F-1DC6-5A1D-BC81-F4DA7804E592}" dt="2025-10-09T02:54:22.368" v="43" actId="20577"/>
        <pc:sldMkLst>
          <pc:docMk/>
          <pc:sldMk cId="1475885993" sldId="802"/>
        </pc:sldMkLst>
        <pc:spChg chg="mod">
          <ac:chgData name="陈军_工学院" userId="6f7f04a3-a118-4a29-a2ab-4ad1875833df" providerId="ADAL" clId="{5704655F-1DC6-5A1D-BC81-F4DA7804E592}" dt="2025-10-09T02:53:55.637" v="37" actId="1076"/>
          <ac:spMkLst>
            <pc:docMk/>
            <pc:sldMk cId="1475885993" sldId="802"/>
            <ac:spMk id="54" creationId="{20BAEB53-F154-EE55-54AB-B5AFA402047D}"/>
          </ac:spMkLst>
        </pc:spChg>
        <pc:spChg chg="mod">
          <ac:chgData name="陈军_工学院" userId="6f7f04a3-a118-4a29-a2ab-4ad1875833df" providerId="ADAL" clId="{5704655F-1DC6-5A1D-BC81-F4DA7804E592}" dt="2025-10-09T02:54:14.066" v="41" actId="114"/>
          <ac:spMkLst>
            <pc:docMk/>
            <pc:sldMk cId="1475885993" sldId="802"/>
            <ac:spMk id="55" creationId="{973DB701-56FD-7B2F-B1D0-12A36C50D2D1}"/>
          </ac:spMkLst>
        </pc:spChg>
        <pc:spChg chg="mod">
          <ac:chgData name="陈军_工学院" userId="6f7f04a3-a118-4a29-a2ab-4ad1875833df" providerId="ADAL" clId="{5704655F-1DC6-5A1D-BC81-F4DA7804E592}" dt="2025-10-09T02:54:14.066" v="41" actId="114"/>
          <ac:spMkLst>
            <pc:docMk/>
            <pc:sldMk cId="1475885993" sldId="802"/>
            <ac:spMk id="56" creationId="{E63E783C-B7D0-50F4-AA34-99F1C51E35AC}"/>
          </ac:spMkLst>
        </pc:spChg>
        <pc:spChg chg="mod">
          <ac:chgData name="陈军_工学院" userId="6f7f04a3-a118-4a29-a2ab-4ad1875833df" providerId="ADAL" clId="{5704655F-1DC6-5A1D-BC81-F4DA7804E592}" dt="2025-10-09T02:54:14.066" v="41" actId="114"/>
          <ac:spMkLst>
            <pc:docMk/>
            <pc:sldMk cId="1475885993" sldId="802"/>
            <ac:spMk id="57" creationId="{A174F19B-2208-6D77-6278-392F580E4794}"/>
          </ac:spMkLst>
        </pc:spChg>
        <pc:spChg chg="mod">
          <ac:chgData name="陈军_工学院" userId="6f7f04a3-a118-4a29-a2ab-4ad1875833df" providerId="ADAL" clId="{5704655F-1DC6-5A1D-BC81-F4DA7804E592}" dt="2025-10-09T02:54:14.066" v="41" actId="114"/>
          <ac:spMkLst>
            <pc:docMk/>
            <pc:sldMk cId="1475885993" sldId="802"/>
            <ac:spMk id="58" creationId="{7DB517E8-A1F3-2270-EA6E-FDA52E3276A3}"/>
          </ac:spMkLst>
        </pc:spChg>
        <pc:spChg chg="mod">
          <ac:chgData name="陈军_工学院" userId="6f7f04a3-a118-4a29-a2ab-4ad1875833df" providerId="ADAL" clId="{5704655F-1DC6-5A1D-BC81-F4DA7804E592}" dt="2025-10-09T02:54:22.368" v="43" actId="20577"/>
          <ac:spMkLst>
            <pc:docMk/>
            <pc:sldMk cId="1475885993" sldId="802"/>
            <ac:spMk id="60" creationId="{616FBF59-926C-AB41-0678-42C11AAC5805}"/>
          </ac:spMkLst>
        </pc:spChg>
        <pc:cxnChg chg="mod">
          <ac:chgData name="陈军_工学院" userId="6f7f04a3-a118-4a29-a2ab-4ad1875833df" providerId="ADAL" clId="{5704655F-1DC6-5A1D-BC81-F4DA7804E592}" dt="2025-10-09T02:53:33.995" v="33" actId="14100"/>
          <ac:cxnSpMkLst>
            <pc:docMk/>
            <pc:sldMk cId="1475885993" sldId="802"/>
            <ac:cxnSpMk id="43" creationId="{1C45135B-F6C6-1306-F430-493CF5769A90}"/>
          </ac:cxnSpMkLst>
        </pc:cxnChg>
        <pc:cxnChg chg="mod">
          <ac:chgData name="陈军_工学院" userId="6f7f04a3-a118-4a29-a2ab-4ad1875833df" providerId="ADAL" clId="{5704655F-1DC6-5A1D-BC81-F4DA7804E592}" dt="2025-10-09T02:53:47.088" v="34" actId="14100"/>
          <ac:cxnSpMkLst>
            <pc:docMk/>
            <pc:sldMk cId="1475885993" sldId="802"/>
            <ac:cxnSpMk id="44" creationId="{88B302E1-50B1-5484-1B21-F67B4A855AA5}"/>
          </ac:cxnSpMkLst>
        </pc:cxnChg>
        <pc:cxnChg chg="mod">
          <ac:chgData name="陈军_工学院" userId="6f7f04a3-a118-4a29-a2ab-4ad1875833df" providerId="ADAL" clId="{5704655F-1DC6-5A1D-BC81-F4DA7804E592}" dt="2025-10-09T02:53:52.432" v="36" actId="14100"/>
          <ac:cxnSpMkLst>
            <pc:docMk/>
            <pc:sldMk cId="1475885993" sldId="802"/>
            <ac:cxnSpMk id="45" creationId="{ACCB443E-29E1-3E15-DC7E-7BE6B0B1561B}"/>
          </ac:cxnSpMkLst>
        </pc:cxnChg>
      </pc:sldChg>
      <pc:sldChg chg="del">
        <pc:chgData name="陈军_工学院" userId="6f7f04a3-a118-4a29-a2ab-4ad1875833df" providerId="ADAL" clId="{5704655F-1DC6-5A1D-BC81-F4DA7804E592}" dt="2025-10-09T12:00:29.916" v="109" actId="2696"/>
        <pc:sldMkLst>
          <pc:docMk/>
          <pc:sldMk cId="1401461430" sldId="815"/>
        </pc:sldMkLst>
      </pc:sldChg>
      <pc:sldChg chg="del">
        <pc:chgData name="陈军_工学院" userId="6f7f04a3-a118-4a29-a2ab-4ad1875833df" providerId="ADAL" clId="{5704655F-1DC6-5A1D-BC81-F4DA7804E592}" dt="2025-10-09T12:00:29.916" v="109" actId="2696"/>
        <pc:sldMkLst>
          <pc:docMk/>
          <pc:sldMk cId="1777158375" sldId="827"/>
        </pc:sldMkLst>
      </pc:sldChg>
      <pc:sldChg chg="addSp modSp mod">
        <pc:chgData name="陈军_工学院" userId="6f7f04a3-a118-4a29-a2ab-4ad1875833df" providerId="ADAL" clId="{5704655F-1DC6-5A1D-BC81-F4DA7804E592}" dt="2025-10-09T03:05:40.291" v="108" actId="1076"/>
        <pc:sldMkLst>
          <pc:docMk/>
          <pc:sldMk cId="1329833668" sldId="880"/>
        </pc:sldMkLst>
        <pc:spChg chg="mod">
          <ac:chgData name="陈军_工学院" userId="6f7f04a3-a118-4a29-a2ab-4ad1875833df" providerId="ADAL" clId="{5704655F-1DC6-5A1D-BC81-F4DA7804E592}" dt="2025-10-09T03:05:40.291" v="108" actId="1076"/>
          <ac:spMkLst>
            <pc:docMk/>
            <pc:sldMk cId="1329833668" sldId="880"/>
            <ac:spMk id="4" creationId="{00000000-0000-0000-0000-000000000000}"/>
          </ac:spMkLst>
        </pc:spChg>
        <pc:spChg chg="add mod">
          <ac:chgData name="陈军_工学院" userId="6f7f04a3-a118-4a29-a2ab-4ad1875833df" providerId="ADAL" clId="{5704655F-1DC6-5A1D-BC81-F4DA7804E592}" dt="2025-10-09T02:24:44.057" v="7" actId="20577"/>
          <ac:spMkLst>
            <pc:docMk/>
            <pc:sldMk cId="1329833668" sldId="880"/>
            <ac:spMk id="8" creationId="{06F30913-3F57-FA64-1C66-6EA2616AB6CD}"/>
          </ac:spMkLst>
        </pc:spChg>
        <pc:spChg chg="add mod">
          <ac:chgData name="陈军_工学院" userId="6f7f04a3-a118-4a29-a2ab-4ad1875833df" providerId="ADAL" clId="{5704655F-1DC6-5A1D-BC81-F4DA7804E592}" dt="2025-10-09T03:05:40.291" v="108" actId="1076"/>
          <ac:spMkLst>
            <pc:docMk/>
            <pc:sldMk cId="1329833668" sldId="880"/>
            <ac:spMk id="9" creationId="{CEEFEF63-769E-4AF1-7470-BC5D735DAAE5}"/>
          </ac:spMkLst>
        </pc:spChg>
        <pc:spChg chg="add mod">
          <ac:chgData name="陈军_工学院" userId="6f7f04a3-a118-4a29-a2ab-4ad1875833df" providerId="ADAL" clId="{5704655F-1DC6-5A1D-BC81-F4DA7804E592}" dt="2025-10-09T03:05:40.291" v="108" actId="1076"/>
          <ac:spMkLst>
            <pc:docMk/>
            <pc:sldMk cId="1329833668" sldId="880"/>
            <ac:spMk id="10" creationId="{57B3AB17-DE69-94E2-D02A-E796887F0CD7}"/>
          </ac:spMkLst>
        </pc:spChg>
        <pc:picChg chg="add">
          <ac:chgData name="陈军_工学院" userId="6f7f04a3-a118-4a29-a2ab-4ad1875833df" providerId="ADAL" clId="{5704655F-1DC6-5A1D-BC81-F4DA7804E592}" dt="2025-10-09T02:24:09.085" v="1"/>
          <ac:picMkLst>
            <pc:docMk/>
            <pc:sldMk cId="1329833668" sldId="880"/>
            <ac:picMk id="3" creationId="{F09070EB-4E3A-79CF-993A-5784F3F505C7}"/>
          </ac:picMkLst>
        </pc:picChg>
      </pc:sldChg>
      <pc:sldChg chg="del">
        <pc:chgData name="陈军_工学院" userId="6f7f04a3-a118-4a29-a2ab-4ad1875833df" providerId="ADAL" clId="{5704655F-1DC6-5A1D-BC81-F4DA7804E592}" dt="2025-10-09T12:00:29.916" v="109" actId="2696"/>
        <pc:sldMkLst>
          <pc:docMk/>
          <pc:sldMk cId="3698525472" sldId="883"/>
        </pc:sldMkLst>
      </pc:sldChg>
      <pc:sldChg chg="del">
        <pc:chgData name="陈军_工学院" userId="6f7f04a3-a118-4a29-a2ab-4ad1875833df" providerId="ADAL" clId="{5704655F-1DC6-5A1D-BC81-F4DA7804E592}" dt="2025-10-09T12:00:29.916" v="109" actId="2696"/>
        <pc:sldMkLst>
          <pc:docMk/>
          <pc:sldMk cId="508460002" sldId="896"/>
        </pc:sldMkLst>
      </pc:sldChg>
      <pc:sldChg chg="del">
        <pc:chgData name="陈军_工学院" userId="6f7f04a3-a118-4a29-a2ab-4ad1875833df" providerId="ADAL" clId="{5704655F-1DC6-5A1D-BC81-F4DA7804E592}" dt="2025-10-09T12:00:29.916" v="109" actId="2696"/>
        <pc:sldMkLst>
          <pc:docMk/>
          <pc:sldMk cId="3430143898" sldId="897"/>
        </pc:sldMkLst>
      </pc:sldChg>
      <pc:sldChg chg="del">
        <pc:chgData name="陈军_工学院" userId="6f7f04a3-a118-4a29-a2ab-4ad1875833df" providerId="ADAL" clId="{5704655F-1DC6-5A1D-BC81-F4DA7804E592}" dt="2025-10-09T12:00:29.916" v="109" actId="2696"/>
        <pc:sldMkLst>
          <pc:docMk/>
          <pc:sldMk cId="1020589005" sldId="898"/>
        </pc:sldMkLst>
      </pc:sldChg>
      <pc:sldChg chg="del">
        <pc:chgData name="陈军_工学院" userId="6f7f04a3-a118-4a29-a2ab-4ad1875833df" providerId="ADAL" clId="{5704655F-1DC6-5A1D-BC81-F4DA7804E592}" dt="2025-10-09T12:00:29.916" v="109" actId="2696"/>
        <pc:sldMkLst>
          <pc:docMk/>
          <pc:sldMk cId="1226999041" sldId="899"/>
        </pc:sldMkLst>
      </pc:sldChg>
      <pc:sldChg chg="del">
        <pc:chgData name="陈军_工学院" userId="6f7f04a3-a118-4a29-a2ab-4ad1875833df" providerId="ADAL" clId="{5704655F-1DC6-5A1D-BC81-F4DA7804E592}" dt="2025-10-09T12:00:29.916" v="109" actId="2696"/>
        <pc:sldMkLst>
          <pc:docMk/>
          <pc:sldMk cId="2997682154" sldId="901"/>
        </pc:sldMkLst>
      </pc:sldChg>
      <pc:sldChg chg="del">
        <pc:chgData name="陈军_工学院" userId="6f7f04a3-a118-4a29-a2ab-4ad1875833df" providerId="ADAL" clId="{5704655F-1DC6-5A1D-BC81-F4DA7804E592}" dt="2025-10-09T12:00:29.916" v="109" actId="2696"/>
        <pc:sldMkLst>
          <pc:docMk/>
          <pc:sldMk cId="1064156434" sldId="902"/>
        </pc:sldMkLst>
      </pc:sldChg>
      <pc:sldChg chg="del">
        <pc:chgData name="陈军_工学院" userId="6f7f04a3-a118-4a29-a2ab-4ad1875833df" providerId="ADAL" clId="{5704655F-1DC6-5A1D-BC81-F4DA7804E592}" dt="2025-10-09T12:00:29.916" v="109" actId="2696"/>
        <pc:sldMkLst>
          <pc:docMk/>
          <pc:sldMk cId="2040969679" sldId="932"/>
        </pc:sldMkLst>
      </pc:sldChg>
      <pc:sldChg chg="del">
        <pc:chgData name="陈军_工学院" userId="6f7f04a3-a118-4a29-a2ab-4ad1875833df" providerId="ADAL" clId="{5704655F-1DC6-5A1D-BC81-F4DA7804E592}" dt="2025-10-09T12:00:29.916" v="109" actId="2696"/>
        <pc:sldMkLst>
          <pc:docMk/>
          <pc:sldMk cId="2022637834" sldId="933"/>
        </pc:sldMkLst>
      </pc:sldChg>
      <pc:sldChg chg="del">
        <pc:chgData name="陈军_工学院" userId="6f7f04a3-a118-4a29-a2ab-4ad1875833df" providerId="ADAL" clId="{5704655F-1DC6-5A1D-BC81-F4DA7804E592}" dt="2025-10-09T12:00:29.916" v="109" actId="2696"/>
        <pc:sldMkLst>
          <pc:docMk/>
          <pc:sldMk cId="1535107891" sldId="934"/>
        </pc:sldMkLst>
      </pc:sldChg>
      <pc:sldChg chg="del">
        <pc:chgData name="陈军_工学院" userId="6f7f04a3-a118-4a29-a2ab-4ad1875833df" providerId="ADAL" clId="{5704655F-1DC6-5A1D-BC81-F4DA7804E592}" dt="2025-10-09T12:00:29.916" v="109" actId="2696"/>
        <pc:sldMkLst>
          <pc:docMk/>
          <pc:sldMk cId="3568323737" sldId="935"/>
        </pc:sldMkLst>
      </pc:sldChg>
      <pc:sldChg chg="del">
        <pc:chgData name="陈军_工学院" userId="6f7f04a3-a118-4a29-a2ab-4ad1875833df" providerId="ADAL" clId="{5704655F-1DC6-5A1D-BC81-F4DA7804E592}" dt="2025-10-09T12:00:29.916" v="109" actId="2696"/>
        <pc:sldMkLst>
          <pc:docMk/>
          <pc:sldMk cId="2718478789" sldId="936"/>
        </pc:sldMkLst>
      </pc:sldChg>
      <pc:sldChg chg="del">
        <pc:chgData name="陈军_工学院" userId="6f7f04a3-a118-4a29-a2ab-4ad1875833df" providerId="ADAL" clId="{5704655F-1DC6-5A1D-BC81-F4DA7804E592}" dt="2025-10-09T12:00:29.916" v="109" actId="2696"/>
        <pc:sldMkLst>
          <pc:docMk/>
          <pc:sldMk cId="2060707848" sldId="937"/>
        </pc:sldMkLst>
      </pc:sldChg>
      <pc:sldChg chg="del">
        <pc:chgData name="陈军_工学院" userId="6f7f04a3-a118-4a29-a2ab-4ad1875833df" providerId="ADAL" clId="{5704655F-1DC6-5A1D-BC81-F4DA7804E592}" dt="2025-10-09T12:00:29.916" v="109" actId="2696"/>
        <pc:sldMkLst>
          <pc:docMk/>
          <pc:sldMk cId="3384884092" sldId="940"/>
        </pc:sldMkLst>
      </pc:sldChg>
      <pc:sldChg chg="del">
        <pc:chgData name="陈军_工学院" userId="6f7f04a3-a118-4a29-a2ab-4ad1875833df" providerId="ADAL" clId="{5704655F-1DC6-5A1D-BC81-F4DA7804E592}" dt="2025-10-09T12:00:29.916" v="109" actId="2696"/>
        <pc:sldMkLst>
          <pc:docMk/>
          <pc:sldMk cId="3794657795" sldId="946"/>
        </pc:sldMkLst>
      </pc:sldChg>
      <pc:sldChg chg="modSp mod">
        <pc:chgData name="陈军_工学院" userId="6f7f04a3-a118-4a29-a2ab-4ad1875833df" providerId="ADAL" clId="{5704655F-1DC6-5A1D-BC81-F4DA7804E592}" dt="2025-10-09T02:27:11.220" v="10" actId="20577"/>
        <pc:sldMkLst>
          <pc:docMk/>
          <pc:sldMk cId="3657148338" sldId="960"/>
        </pc:sldMkLst>
        <pc:spChg chg="mod">
          <ac:chgData name="陈军_工学院" userId="6f7f04a3-a118-4a29-a2ab-4ad1875833df" providerId="ADAL" clId="{5704655F-1DC6-5A1D-BC81-F4DA7804E592}" dt="2025-10-09T02:27:11.220" v="10" actId="20577"/>
          <ac:spMkLst>
            <pc:docMk/>
            <pc:sldMk cId="3657148338" sldId="960"/>
            <ac:spMk id="27" creationId="{5190F965-3DFD-62D4-E365-2C26A6EEBAC9}"/>
          </ac:spMkLst>
        </pc:spChg>
      </pc:sldChg>
      <pc:sldChg chg="del">
        <pc:chgData name="陈军_工学院" userId="6f7f04a3-a118-4a29-a2ab-4ad1875833df" providerId="ADAL" clId="{5704655F-1DC6-5A1D-BC81-F4DA7804E592}" dt="2025-10-09T12:03:15.083" v="118" actId="2696"/>
        <pc:sldMkLst>
          <pc:docMk/>
          <pc:sldMk cId="1964928298" sldId="961"/>
        </pc:sldMkLst>
      </pc:sldChg>
      <pc:sldChg chg="del">
        <pc:chgData name="陈军_工学院" userId="6f7f04a3-a118-4a29-a2ab-4ad1875833df" providerId="ADAL" clId="{5704655F-1DC6-5A1D-BC81-F4DA7804E592}" dt="2025-10-09T12:03:02.171" v="115" actId="2696"/>
        <pc:sldMkLst>
          <pc:docMk/>
          <pc:sldMk cId="2973266637" sldId="964"/>
        </pc:sldMkLst>
      </pc:sldChg>
      <pc:sldChg chg="del">
        <pc:chgData name="陈军_工学院" userId="6f7f04a3-a118-4a29-a2ab-4ad1875833df" providerId="ADAL" clId="{5704655F-1DC6-5A1D-BC81-F4DA7804E592}" dt="2025-10-09T12:00:29.916" v="109" actId="2696"/>
        <pc:sldMkLst>
          <pc:docMk/>
          <pc:sldMk cId="963690251" sldId="965"/>
        </pc:sldMkLst>
      </pc:sldChg>
      <pc:sldChg chg="del">
        <pc:chgData name="陈军_工学院" userId="6f7f04a3-a118-4a29-a2ab-4ad1875833df" providerId="ADAL" clId="{5704655F-1DC6-5A1D-BC81-F4DA7804E592}" dt="2025-10-09T02:57:35.348" v="51" actId="2696"/>
        <pc:sldMkLst>
          <pc:docMk/>
          <pc:sldMk cId="4179071173" sldId="966"/>
        </pc:sldMkLst>
      </pc:sldChg>
      <pc:sldMasterChg chg="delSldLayout">
        <pc:chgData name="陈军_工学院" userId="6f7f04a3-a118-4a29-a2ab-4ad1875833df" providerId="ADAL" clId="{5704655F-1DC6-5A1D-BC81-F4DA7804E592}" dt="2025-10-09T12:00:29.916" v="109" actId="2696"/>
        <pc:sldMasterMkLst>
          <pc:docMk/>
          <pc:sldMasterMk cId="3207465171" sldId="2147483686"/>
        </pc:sldMasterMkLst>
        <pc:sldLayoutChg chg="del">
          <pc:chgData name="陈军_工学院" userId="6f7f04a3-a118-4a29-a2ab-4ad1875833df" providerId="ADAL" clId="{5704655F-1DC6-5A1D-BC81-F4DA7804E592}" dt="2025-10-09T12:00:29.916" v="109" actId="2696"/>
          <pc:sldLayoutMkLst>
            <pc:docMk/>
            <pc:sldMasterMk cId="3207465171" sldId="2147483686"/>
            <pc:sldLayoutMk cId="4120566616" sldId="2147483703"/>
          </pc:sldLayoutMkLst>
        </pc:sldLayoutChg>
      </pc:sldMasterChg>
    </pc:docChg>
  </pc:docChgLst>
  <pc:docChgLst>
    <pc:chgData name="陈军_工学院" userId="6f7f04a3-a118-4a29-a2ab-4ad1875833df" providerId="ADAL" clId="{A153F2D1-A933-AF40-B042-CDB5898CF908}"/>
    <pc:docChg chg="custSel addSld delSld modSld sldOrd">
      <pc:chgData name="陈军_工学院" userId="6f7f04a3-a118-4a29-a2ab-4ad1875833df" providerId="ADAL" clId="{A153F2D1-A933-AF40-B042-CDB5898CF908}" dt="2023-10-12T14:06:49.434" v="228" actId="1076"/>
      <pc:docMkLst>
        <pc:docMk/>
      </pc:docMkLst>
      <pc:sldChg chg="delSp">
        <pc:chgData name="陈军_工学院" userId="6f7f04a3-a118-4a29-a2ab-4ad1875833df" providerId="ADAL" clId="{A153F2D1-A933-AF40-B042-CDB5898CF908}" dt="2023-10-11T13:51:45.399" v="81"/>
        <pc:sldMkLst>
          <pc:docMk/>
          <pc:sldMk cId="0" sldId="262"/>
        </pc:sldMkLst>
      </pc:sldChg>
      <pc:sldChg chg="addSp modSp">
        <pc:chgData name="陈军_工学院" userId="6f7f04a3-a118-4a29-a2ab-4ad1875833df" providerId="ADAL" clId="{A153F2D1-A933-AF40-B042-CDB5898CF908}" dt="2023-10-11T13:51:45.399" v="81"/>
        <pc:sldMkLst>
          <pc:docMk/>
          <pc:sldMk cId="1150813250" sldId="699"/>
        </pc:sldMkLst>
      </pc:sldChg>
      <pc:sldChg chg="addSp modSp">
        <pc:chgData name="陈军_工学院" userId="6f7f04a3-a118-4a29-a2ab-4ad1875833df" providerId="ADAL" clId="{A153F2D1-A933-AF40-B042-CDB5898CF908}" dt="2023-10-11T13:51:45.399" v="81"/>
        <pc:sldMkLst>
          <pc:docMk/>
          <pc:sldMk cId="3132856885" sldId="756"/>
        </pc:sldMkLst>
      </pc:sldChg>
      <pc:sldChg chg="addSp delSp modSp mod">
        <pc:chgData name="陈军_工学院" userId="6f7f04a3-a118-4a29-a2ab-4ad1875833df" providerId="ADAL" clId="{A153F2D1-A933-AF40-B042-CDB5898CF908}" dt="2023-10-12T14:06:49.434" v="228" actId="1076"/>
        <pc:sldMkLst>
          <pc:docMk/>
          <pc:sldMk cId="2167402103" sldId="762"/>
        </pc:sldMkLst>
      </pc:sldChg>
      <pc:sldChg chg="del">
        <pc:chgData name="陈军_工学院" userId="6f7f04a3-a118-4a29-a2ab-4ad1875833df" providerId="ADAL" clId="{A153F2D1-A933-AF40-B042-CDB5898CF908}" dt="2023-10-11T10:56:20.731" v="22" actId="2696"/>
        <pc:sldMkLst>
          <pc:docMk/>
          <pc:sldMk cId="1346803480" sldId="769"/>
        </pc:sldMkLst>
      </pc:sldChg>
      <pc:sldChg chg="del">
        <pc:chgData name="陈军_工学院" userId="6f7f04a3-a118-4a29-a2ab-4ad1875833df" providerId="ADAL" clId="{A153F2D1-A933-AF40-B042-CDB5898CF908}" dt="2023-10-11T10:56:20.731" v="22" actId="2696"/>
        <pc:sldMkLst>
          <pc:docMk/>
          <pc:sldMk cId="1356866085" sldId="770"/>
        </pc:sldMkLst>
      </pc:sldChg>
      <pc:sldChg chg="del">
        <pc:chgData name="陈军_工学院" userId="6f7f04a3-a118-4a29-a2ab-4ad1875833df" providerId="ADAL" clId="{A153F2D1-A933-AF40-B042-CDB5898CF908}" dt="2023-10-11T10:56:20.731" v="22" actId="2696"/>
        <pc:sldMkLst>
          <pc:docMk/>
          <pc:sldMk cId="3368548983" sldId="771"/>
        </pc:sldMkLst>
      </pc:sldChg>
      <pc:sldChg chg="del">
        <pc:chgData name="陈军_工学院" userId="6f7f04a3-a118-4a29-a2ab-4ad1875833df" providerId="ADAL" clId="{A153F2D1-A933-AF40-B042-CDB5898CF908}" dt="2023-10-11T10:56:20.731" v="22" actId="2696"/>
        <pc:sldMkLst>
          <pc:docMk/>
          <pc:sldMk cId="1201964687" sldId="772"/>
        </pc:sldMkLst>
      </pc:sldChg>
      <pc:sldChg chg="del">
        <pc:chgData name="陈军_工学院" userId="6f7f04a3-a118-4a29-a2ab-4ad1875833df" providerId="ADAL" clId="{A153F2D1-A933-AF40-B042-CDB5898CF908}" dt="2023-10-11T10:56:20.731" v="22" actId="2696"/>
        <pc:sldMkLst>
          <pc:docMk/>
          <pc:sldMk cId="1683529766" sldId="773"/>
        </pc:sldMkLst>
      </pc:sldChg>
      <pc:sldChg chg="del">
        <pc:chgData name="陈军_工学院" userId="6f7f04a3-a118-4a29-a2ab-4ad1875833df" providerId="ADAL" clId="{A153F2D1-A933-AF40-B042-CDB5898CF908}" dt="2023-10-11T10:56:20.731" v="22" actId="2696"/>
        <pc:sldMkLst>
          <pc:docMk/>
          <pc:sldMk cId="1234463348" sldId="774"/>
        </pc:sldMkLst>
      </pc:sldChg>
      <pc:sldChg chg="del">
        <pc:chgData name="陈军_工学院" userId="6f7f04a3-a118-4a29-a2ab-4ad1875833df" providerId="ADAL" clId="{A153F2D1-A933-AF40-B042-CDB5898CF908}" dt="2023-10-11T10:56:20.731" v="22" actId="2696"/>
        <pc:sldMkLst>
          <pc:docMk/>
          <pc:sldMk cId="1642119531" sldId="775"/>
        </pc:sldMkLst>
      </pc:sldChg>
      <pc:sldChg chg="del">
        <pc:chgData name="陈军_工学院" userId="6f7f04a3-a118-4a29-a2ab-4ad1875833df" providerId="ADAL" clId="{A153F2D1-A933-AF40-B042-CDB5898CF908}" dt="2023-10-11T10:56:20.731" v="22" actId="2696"/>
        <pc:sldMkLst>
          <pc:docMk/>
          <pc:sldMk cId="1977153448" sldId="776"/>
        </pc:sldMkLst>
      </pc:sldChg>
      <pc:sldChg chg="modSp add mod">
        <pc:chgData name="陈军_工学院" userId="6f7f04a3-a118-4a29-a2ab-4ad1875833df" providerId="ADAL" clId="{A153F2D1-A933-AF40-B042-CDB5898CF908}" dt="2023-10-12T05:55:12.607" v="197" actId="20577"/>
        <pc:sldMkLst>
          <pc:docMk/>
          <pc:sldMk cId="3060860830" sldId="803"/>
        </pc:sldMkLst>
      </pc:sldChg>
      <pc:sldChg chg="add">
        <pc:chgData name="陈军_工学院" userId="6f7f04a3-a118-4a29-a2ab-4ad1875833df" providerId="ADAL" clId="{A153F2D1-A933-AF40-B042-CDB5898CF908}" dt="2023-10-12T05:54:29.744" v="193"/>
        <pc:sldMkLst>
          <pc:docMk/>
          <pc:sldMk cId="2498262500" sldId="804"/>
        </pc:sldMkLst>
      </pc:sldChg>
      <pc:sldChg chg="add">
        <pc:chgData name="陈军_工学院" userId="6f7f04a3-a118-4a29-a2ab-4ad1875833df" providerId="ADAL" clId="{A153F2D1-A933-AF40-B042-CDB5898CF908}" dt="2023-10-12T05:54:29.744" v="193"/>
        <pc:sldMkLst>
          <pc:docMk/>
          <pc:sldMk cId="3798671520" sldId="805"/>
        </pc:sldMkLst>
      </pc:sldChg>
      <pc:sldChg chg="modSp mod">
        <pc:chgData name="陈军_工学院" userId="6f7f04a3-a118-4a29-a2ab-4ad1875833df" providerId="ADAL" clId="{A153F2D1-A933-AF40-B042-CDB5898CF908}" dt="2023-10-11T03:05:01.175" v="0" actId="207"/>
        <pc:sldMkLst>
          <pc:docMk/>
          <pc:sldMk cId="1436442041" sldId="806"/>
        </pc:sldMkLst>
      </pc:sldChg>
      <pc:sldChg chg="addSp modSp">
        <pc:chgData name="陈军_工学院" userId="6f7f04a3-a118-4a29-a2ab-4ad1875833df" providerId="ADAL" clId="{A153F2D1-A933-AF40-B042-CDB5898CF908}" dt="2023-10-11T13:51:45.399" v="81"/>
        <pc:sldMkLst>
          <pc:docMk/>
          <pc:sldMk cId="1401461430" sldId="815"/>
        </pc:sldMkLst>
      </pc:sldChg>
      <pc:sldChg chg="addSp modSp add">
        <pc:chgData name="陈军_工学院" userId="6f7f04a3-a118-4a29-a2ab-4ad1875833df" providerId="ADAL" clId="{A153F2D1-A933-AF40-B042-CDB5898CF908}" dt="2023-10-12T13:27:17.587" v="213"/>
        <pc:sldMkLst>
          <pc:docMk/>
          <pc:sldMk cId="1777158375" sldId="827"/>
        </pc:sldMkLst>
      </pc:sldChg>
      <pc:sldChg chg="addSp delSp modSp mod ord modClrScheme chgLayout">
        <pc:chgData name="陈军_工学院" userId="6f7f04a3-a118-4a29-a2ab-4ad1875833df" providerId="ADAL" clId="{A153F2D1-A933-AF40-B042-CDB5898CF908}" dt="2023-10-11T12:32:58.156" v="56" actId="20577"/>
        <pc:sldMkLst>
          <pc:docMk/>
          <pc:sldMk cId="1329833668" sldId="880"/>
        </pc:sldMkLst>
      </pc:sldChg>
      <pc:sldChg chg="add">
        <pc:chgData name="陈军_工学院" userId="6f7f04a3-a118-4a29-a2ab-4ad1875833df" providerId="ADAL" clId="{A153F2D1-A933-AF40-B042-CDB5898CF908}" dt="2023-10-12T05:54:29.744" v="193"/>
        <pc:sldMkLst>
          <pc:docMk/>
          <pc:sldMk cId="3698525472" sldId="883"/>
        </pc:sldMkLst>
      </pc:sldChg>
      <pc:sldChg chg="addSp delSp modSp mod modClrScheme chgLayout">
        <pc:chgData name="陈军_工学院" userId="6f7f04a3-a118-4a29-a2ab-4ad1875833df" providerId="ADAL" clId="{A153F2D1-A933-AF40-B042-CDB5898CF908}" dt="2023-10-11T13:51:45.399" v="81"/>
        <pc:sldMkLst>
          <pc:docMk/>
          <pc:sldMk cId="577740078" sldId="889"/>
        </pc:sldMkLst>
      </pc:sldChg>
      <pc:sldChg chg="addSp delSp modSp del mod modClrScheme chgLayout">
        <pc:chgData name="陈军_工学院" userId="6f7f04a3-a118-4a29-a2ab-4ad1875833df" providerId="ADAL" clId="{A153F2D1-A933-AF40-B042-CDB5898CF908}" dt="2023-10-11T10:56:40.565" v="23" actId="2696"/>
        <pc:sldMkLst>
          <pc:docMk/>
          <pc:sldMk cId="2994022079" sldId="892"/>
        </pc:sldMkLst>
      </pc:sldChg>
      <pc:sldChg chg="addSp delSp modSp del mod modClrScheme chgLayout">
        <pc:chgData name="陈军_工学院" userId="6f7f04a3-a118-4a29-a2ab-4ad1875833df" providerId="ADAL" clId="{A153F2D1-A933-AF40-B042-CDB5898CF908}" dt="2023-10-11T10:56:40.565" v="23" actId="2696"/>
        <pc:sldMkLst>
          <pc:docMk/>
          <pc:sldMk cId="2481475269" sldId="893"/>
        </pc:sldMkLst>
      </pc:sldChg>
      <pc:sldChg chg="del">
        <pc:chgData name="陈军_工学院" userId="6f7f04a3-a118-4a29-a2ab-4ad1875833df" providerId="ADAL" clId="{A153F2D1-A933-AF40-B042-CDB5898CF908}" dt="2023-10-11T10:56:40.565" v="23" actId="2696"/>
        <pc:sldMkLst>
          <pc:docMk/>
          <pc:sldMk cId="1909055702" sldId="894"/>
        </pc:sldMkLst>
      </pc:sldChg>
      <pc:sldChg chg="del">
        <pc:chgData name="陈军_工学院" userId="6f7f04a3-a118-4a29-a2ab-4ad1875833df" providerId="ADAL" clId="{A153F2D1-A933-AF40-B042-CDB5898CF908}" dt="2023-10-11T10:56:40.565" v="23" actId="2696"/>
        <pc:sldMkLst>
          <pc:docMk/>
          <pc:sldMk cId="1284738527" sldId="895"/>
        </pc:sldMkLst>
      </pc:sldChg>
      <pc:sldChg chg="modSp mod">
        <pc:chgData name="陈军_工学院" userId="6f7f04a3-a118-4a29-a2ab-4ad1875833df" providerId="ADAL" clId="{A153F2D1-A933-AF40-B042-CDB5898CF908}" dt="2023-10-12T01:36:55.914" v="111" actId="1076"/>
        <pc:sldMkLst>
          <pc:docMk/>
          <pc:sldMk cId="3430143898" sldId="897"/>
        </pc:sldMkLst>
      </pc:sldChg>
      <pc:sldChg chg="modSp mod">
        <pc:chgData name="陈军_工学院" userId="6f7f04a3-a118-4a29-a2ab-4ad1875833df" providerId="ADAL" clId="{A153F2D1-A933-AF40-B042-CDB5898CF908}" dt="2023-10-12T01:37:13.848" v="115" actId="1076"/>
        <pc:sldMkLst>
          <pc:docMk/>
          <pc:sldMk cId="1020589005" sldId="898"/>
        </pc:sldMkLst>
      </pc:sldChg>
      <pc:sldChg chg="modSp mod">
        <pc:chgData name="陈军_工学院" userId="6f7f04a3-a118-4a29-a2ab-4ad1875833df" providerId="ADAL" clId="{A153F2D1-A933-AF40-B042-CDB5898CF908}" dt="2023-10-12T01:37:21.992" v="118" actId="1076"/>
        <pc:sldMkLst>
          <pc:docMk/>
          <pc:sldMk cId="1226999041" sldId="899"/>
        </pc:sldMkLst>
      </pc:sldChg>
      <pc:sldChg chg="addSp delSp modSp mod ord modClrScheme chgLayout">
        <pc:chgData name="陈军_工学院" userId="6f7f04a3-a118-4a29-a2ab-4ad1875833df" providerId="ADAL" clId="{A153F2D1-A933-AF40-B042-CDB5898CF908}" dt="2023-10-11T13:59:22.949" v="99" actId="20577"/>
        <pc:sldMkLst>
          <pc:docMk/>
          <pc:sldMk cId="2997682154" sldId="901"/>
        </pc:sldMkLst>
      </pc:sldChg>
      <pc:sldChg chg="modSp mod">
        <pc:chgData name="陈军_工学院" userId="6f7f04a3-a118-4a29-a2ab-4ad1875833df" providerId="ADAL" clId="{A153F2D1-A933-AF40-B042-CDB5898CF908}" dt="2023-10-12T01:36:59.876" v="112" actId="1076"/>
        <pc:sldMkLst>
          <pc:docMk/>
          <pc:sldMk cId="1064156434" sldId="902"/>
        </pc:sldMkLst>
      </pc:sldChg>
      <pc:sldChg chg="ord">
        <pc:chgData name="陈军_工学院" userId="6f7f04a3-a118-4a29-a2ab-4ad1875833df" providerId="ADAL" clId="{A153F2D1-A933-AF40-B042-CDB5898CF908}" dt="2023-10-11T13:55:59.744" v="92" actId="20578"/>
        <pc:sldMkLst>
          <pc:docMk/>
          <pc:sldMk cId="1276226012" sldId="903"/>
        </pc:sldMkLst>
      </pc:sldChg>
      <pc:sldChg chg="ord">
        <pc:chgData name="陈军_工学院" userId="6f7f04a3-a118-4a29-a2ab-4ad1875833df" providerId="ADAL" clId="{A153F2D1-A933-AF40-B042-CDB5898CF908}" dt="2023-10-12T01:37:54.410" v="121" actId="20578"/>
        <pc:sldMkLst>
          <pc:docMk/>
          <pc:sldMk cId="2908746017" sldId="904"/>
        </pc:sldMkLst>
      </pc:sldChg>
      <pc:sldChg chg="modSp">
        <pc:chgData name="陈军_工学院" userId="6f7f04a3-a118-4a29-a2ab-4ad1875833df" providerId="ADAL" clId="{A153F2D1-A933-AF40-B042-CDB5898CF908}" dt="2023-10-12T01:33:05.391" v="104" actId="20577"/>
        <pc:sldMkLst>
          <pc:docMk/>
          <pc:sldMk cId="3481340299" sldId="911"/>
        </pc:sldMkLst>
      </pc:sldChg>
      <pc:sldChg chg="del">
        <pc:chgData name="陈军_工学院" userId="6f7f04a3-a118-4a29-a2ab-4ad1875833df" providerId="ADAL" clId="{A153F2D1-A933-AF40-B042-CDB5898CF908}" dt="2023-10-11T10:56:55.466" v="24" actId="2696"/>
        <pc:sldMkLst>
          <pc:docMk/>
          <pc:sldMk cId="3040347189" sldId="912"/>
        </pc:sldMkLst>
      </pc:sldChg>
      <pc:sldChg chg="del">
        <pc:chgData name="陈军_工学院" userId="6f7f04a3-a118-4a29-a2ab-4ad1875833df" providerId="ADAL" clId="{A153F2D1-A933-AF40-B042-CDB5898CF908}" dt="2023-10-11T10:56:55.466" v="24" actId="2696"/>
        <pc:sldMkLst>
          <pc:docMk/>
          <pc:sldMk cId="1026542396" sldId="913"/>
        </pc:sldMkLst>
      </pc:sldChg>
      <pc:sldChg chg="del">
        <pc:chgData name="陈军_工学院" userId="6f7f04a3-a118-4a29-a2ab-4ad1875833df" providerId="ADAL" clId="{A153F2D1-A933-AF40-B042-CDB5898CF908}" dt="2023-10-11T10:56:55.466" v="24" actId="2696"/>
        <pc:sldMkLst>
          <pc:docMk/>
          <pc:sldMk cId="2944883540" sldId="914"/>
        </pc:sldMkLst>
      </pc:sldChg>
      <pc:sldChg chg="del">
        <pc:chgData name="陈军_工学院" userId="6f7f04a3-a118-4a29-a2ab-4ad1875833df" providerId="ADAL" clId="{A153F2D1-A933-AF40-B042-CDB5898CF908}" dt="2023-10-11T10:56:55.466" v="24" actId="2696"/>
        <pc:sldMkLst>
          <pc:docMk/>
          <pc:sldMk cId="2631587067" sldId="915"/>
        </pc:sldMkLst>
      </pc:sldChg>
      <pc:sldChg chg="del">
        <pc:chgData name="陈军_工学院" userId="6f7f04a3-a118-4a29-a2ab-4ad1875833df" providerId="ADAL" clId="{A153F2D1-A933-AF40-B042-CDB5898CF908}" dt="2023-10-11T10:56:55.466" v="24" actId="2696"/>
        <pc:sldMkLst>
          <pc:docMk/>
          <pc:sldMk cId="2625315285" sldId="916"/>
        </pc:sldMkLst>
      </pc:sldChg>
      <pc:sldChg chg="del">
        <pc:chgData name="陈军_工学院" userId="6f7f04a3-a118-4a29-a2ab-4ad1875833df" providerId="ADAL" clId="{A153F2D1-A933-AF40-B042-CDB5898CF908}" dt="2023-10-11T10:56:55.466" v="24" actId="2696"/>
        <pc:sldMkLst>
          <pc:docMk/>
          <pc:sldMk cId="3450781608" sldId="917"/>
        </pc:sldMkLst>
      </pc:sldChg>
      <pc:sldChg chg="addSp delSp modSp mod modClrScheme chgLayout">
        <pc:chgData name="陈军_工学院" userId="6f7f04a3-a118-4a29-a2ab-4ad1875833df" providerId="ADAL" clId="{A153F2D1-A933-AF40-B042-CDB5898CF908}" dt="2023-10-11T13:52:32.753" v="83" actId="207"/>
        <pc:sldMkLst>
          <pc:docMk/>
          <pc:sldMk cId="1338709856" sldId="918"/>
        </pc:sldMkLst>
      </pc:sldChg>
      <pc:sldChg chg="del">
        <pc:chgData name="陈军_工学院" userId="6f7f04a3-a118-4a29-a2ab-4ad1875833df" providerId="ADAL" clId="{A153F2D1-A933-AF40-B042-CDB5898CF908}" dt="2023-10-11T10:56:55.466" v="24" actId="2696"/>
        <pc:sldMkLst>
          <pc:docMk/>
          <pc:sldMk cId="846969228" sldId="920"/>
        </pc:sldMkLst>
      </pc:sldChg>
      <pc:sldChg chg="modSp mod">
        <pc:chgData name="陈军_工学院" userId="6f7f04a3-a118-4a29-a2ab-4ad1875833df" providerId="ADAL" clId="{A153F2D1-A933-AF40-B042-CDB5898CF908}" dt="2023-10-11T13:52:43.312" v="84" actId="207"/>
        <pc:sldMkLst>
          <pc:docMk/>
          <pc:sldMk cId="1078392961" sldId="921"/>
        </pc:sldMkLst>
      </pc:sldChg>
      <pc:sldChg chg="modSp mod">
        <pc:chgData name="陈军_工学院" userId="6f7f04a3-a118-4a29-a2ab-4ad1875833df" providerId="ADAL" clId="{A153F2D1-A933-AF40-B042-CDB5898CF908}" dt="2023-10-11T13:52:47.905" v="85" actId="207"/>
        <pc:sldMkLst>
          <pc:docMk/>
          <pc:sldMk cId="3310366574" sldId="922"/>
        </pc:sldMkLst>
      </pc:sldChg>
      <pc:sldChg chg="modSp mod">
        <pc:chgData name="陈军_工学院" userId="6f7f04a3-a118-4a29-a2ab-4ad1875833df" providerId="ADAL" clId="{A153F2D1-A933-AF40-B042-CDB5898CF908}" dt="2023-10-12T04:22:53.939" v="122" actId="14100"/>
        <pc:sldMkLst>
          <pc:docMk/>
          <pc:sldMk cId="2330458170" sldId="925"/>
        </pc:sldMkLst>
      </pc:sldChg>
      <pc:sldChg chg="modSp mod">
        <pc:chgData name="陈军_工学院" userId="6f7f04a3-a118-4a29-a2ab-4ad1875833df" providerId="ADAL" clId="{A153F2D1-A933-AF40-B042-CDB5898CF908}" dt="2023-10-11T13:53:50.518" v="87" actId="207"/>
        <pc:sldMkLst>
          <pc:docMk/>
          <pc:sldMk cId="1794863104" sldId="928"/>
        </pc:sldMkLst>
      </pc:sldChg>
      <pc:sldChg chg="modSp mod">
        <pc:chgData name="陈军_工学院" userId="6f7f04a3-a118-4a29-a2ab-4ad1875833df" providerId="ADAL" clId="{A153F2D1-A933-AF40-B042-CDB5898CF908}" dt="2023-10-11T13:54:04.382" v="88" actId="207"/>
        <pc:sldMkLst>
          <pc:docMk/>
          <pc:sldMk cId="1879873636" sldId="931"/>
        </pc:sldMkLst>
      </pc:sldChg>
      <pc:sldChg chg="addSp delSp modSp mod modClrScheme chgLayout">
        <pc:chgData name="陈军_工学院" userId="6f7f04a3-a118-4a29-a2ab-4ad1875833df" providerId="ADAL" clId="{A153F2D1-A933-AF40-B042-CDB5898CF908}" dt="2023-10-11T13:49:35.584" v="71" actId="27636"/>
        <pc:sldMkLst>
          <pc:docMk/>
          <pc:sldMk cId="2040969679" sldId="932"/>
        </pc:sldMkLst>
      </pc:sldChg>
      <pc:sldChg chg="del">
        <pc:chgData name="陈军_工学院" userId="6f7f04a3-a118-4a29-a2ab-4ad1875833df" providerId="ADAL" clId="{A153F2D1-A933-AF40-B042-CDB5898CF908}" dt="2023-10-11T13:59:41.769" v="100" actId="2696"/>
        <pc:sldMkLst>
          <pc:docMk/>
          <pc:sldMk cId="844425492" sldId="938"/>
        </pc:sldMkLst>
      </pc:sldChg>
      <pc:sldChg chg="addSp delSp modSp new mod ord">
        <pc:chgData name="陈军_工学院" userId="6f7f04a3-a118-4a29-a2ab-4ad1875833df" providerId="ADAL" clId="{A153F2D1-A933-AF40-B042-CDB5898CF908}" dt="2023-10-12T14:04:11.031" v="219" actId="1076"/>
        <pc:sldMkLst>
          <pc:docMk/>
          <pc:sldMk cId="2632242959" sldId="938"/>
        </pc:sldMkLst>
      </pc:sldChg>
      <pc:sldChg chg="new">
        <pc:chgData name="陈军_工学院" userId="6f7f04a3-a118-4a29-a2ab-4ad1875833df" providerId="ADAL" clId="{A153F2D1-A933-AF40-B042-CDB5898CF908}" dt="2023-10-12T05:52:37.154" v="192" actId="680"/>
        <pc:sldMkLst>
          <pc:docMk/>
          <pc:sldMk cId="2269298801" sldId="939"/>
        </pc:sldMkLst>
      </pc:sldChg>
      <pc:sldChg chg="add">
        <pc:chgData name="陈军_工学院" userId="6f7f04a3-a118-4a29-a2ab-4ad1875833df" providerId="ADAL" clId="{A153F2D1-A933-AF40-B042-CDB5898CF908}" dt="2023-10-12T05:54:29.744" v="193"/>
        <pc:sldMkLst>
          <pc:docMk/>
          <pc:sldMk cId="3384884092" sldId="940"/>
        </pc:sldMkLst>
      </pc:sldChg>
      <pc:sldChg chg="modSp add mod">
        <pc:chgData name="陈军_工学院" userId="6f7f04a3-a118-4a29-a2ab-4ad1875833df" providerId="ADAL" clId="{A153F2D1-A933-AF40-B042-CDB5898CF908}" dt="2023-10-12T05:55:04.768" v="195" actId="20577"/>
        <pc:sldMkLst>
          <pc:docMk/>
          <pc:sldMk cId="3794657795" sldId="946"/>
        </pc:sldMkLst>
      </pc:sldChg>
      <pc:sldChg chg="modSp add mod">
        <pc:chgData name="陈军_工学院" userId="6f7f04a3-a118-4a29-a2ab-4ad1875833df" providerId="ADAL" clId="{A153F2D1-A933-AF40-B042-CDB5898CF908}" dt="2023-10-12T05:55:23.633" v="199" actId="20577"/>
        <pc:sldMkLst>
          <pc:docMk/>
          <pc:sldMk cId="1277699194" sldId="947"/>
        </pc:sldMkLst>
      </pc:sldChg>
      <pc:sldChg chg="modSp add mod">
        <pc:chgData name="陈军_工学院" userId="6f7f04a3-a118-4a29-a2ab-4ad1875833df" providerId="ADAL" clId="{A153F2D1-A933-AF40-B042-CDB5898CF908}" dt="2023-10-12T05:55:29.895" v="201" actId="20577"/>
        <pc:sldMkLst>
          <pc:docMk/>
          <pc:sldMk cId="3840931563" sldId="949"/>
        </pc:sldMkLst>
      </pc:sldChg>
      <pc:sldChg chg="modSp add mod">
        <pc:chgData name="陈军_工学院" userId="6f7f04a3-a118-4a29-a2ab-4ad1875833df" providerId="ADAL" clId="{A153F2D1-A933-AF40-B042-CDB5898CF908}" dt="2023-10-12T05:55:33.875" v="203" actId="20577"/>
        <pc:sldMkLst>
          <pc:docMk/>
          <pc:sldMk cId="1469614541" sldId="950"/>
        </pc:sldMkLst>
      </pc:sldChg>
      <pc:sldChg chg="modSp add mod">
        <pc:chgData name="陈军_工学院" userId="6f7f04a3-a118-4a29-a2ab-4ad1875833df" providerId="ADAL" clId="{A153F2D1-A933-AF40-B042-CDB5898CF908}" dt="2023-10-12T05:55:39.998" v="205" actId="20577"/>
        <pc:sldMkLst>
          <pc:docMk/>
          <pc:sldMk cId="4165666319" sldId="951"/>
        </pc:sldMkLst>
      </pc:sldChg>
      <pc:sldChg chg="modSp add mod">
        <pc:chgData name="陈军_工学院" userId="6f7f04a3-a118-4a29-a2ab-4ad1875833df" providerId="ADAL" clId="{A153F2D1-A933-AF40-B042-CDB5898CF908}" dt="2023-10-12T05:55:44.449" v="207" actId="20577"/>
        <pc:sldMkLst>
          <pc:docMk/>
          <pc:sldMk cId="45644313" sldId="952"/>
        </pc:sldMkLst>
      </pc:sldChg>
      <pc:sldChg chg="modSp add mod">
        <pc:chgData name="陈军_工学院" userId="6f7f04a3-a118-4a29-a2ab-4ad1875833df" providerId="ADAL" clId="{A153F2D1-A933-AF40-B042-CDB5898CF908}" dt="2023-10-12T05:55:48.470" v="209" actId="20577"/>
        <pc:sldMkLst>
          <pc:docMk/>
          <pc:sldMk cId="1536855759" sldId="955"/>
        </pc:sldMkLst>
      </pc:sldChg>
      <pc:sldChg chg="modSp add mod">
        <pc:chgData name="陈军_工学院" userId="6f7f04a3-a118-4a29-a2ab-4ad1875833df" providerId="ADAL" clId="{A153F2D1-A933-AF40-B042-CDB5898CF908}" dt="2023-10-12T05:55:53.816" v="211" actId="20577"/>
        <pc:sldMkLst>
          <pc:docMk/>
          <pc:sldMk cId="2714592538" sldId="958"/>
        </pc:sldMkLst>
      </pc:sldChg>
      <pc:sldChg chg="new">
        <pc:chgData name="陈军_工学院" userId="6f7f04a3-a118-4a29-a2ab-4ad1875833df" providerId="ADAL" clId="{A153F2D1-A933-AF40-B042-CDB5898CF908}" dt="2023-10-12T06:49:53.861" v="212" actId="680"/>
        <pc:sldMkLst>
          <pc:docMk/>
          <pc:sldMk cId="362300892" sldId="959"/>
        </pc:sldMkLst>
      </pc:sldChg>
    </pc:docChg>
  </pc:docChgLst>
  <pc:docChgLst>
    <pc:chgData name="陈军_工学院" userId="6f7f04a3-a118-4a29-a2ab-4ad1875833df" providerId="ADAL" clId="{D53CAE0B-EF3B-D840-862D-290A1A62FD98}"/>
    <pc:docChg chg="addSld delSld modSld sldOrd">
      <pc:chgData name="陈军_工学院" userId="6f7f04a3-a118-4a29-a2ab-4ad1875833df" providerId="ADAL" clId="{D53CAE0B-EF3B-D840-862D-290A1A62FD98}" dt="2024-10-11T02:05:18.177" v="21" actId="2696"/>
      <pc:docMkLst>
        <pc:docMk/>
      </pc:docMkLst>
      <pc:sldChg chg="del">
        <pc:chgData name="陈军_工学院" userId="6f7f04a3-a118-4a29-a2ab-4ad1875833df" providerId="ADAL" clId="{D53CAE0B-EF3B-D840-862D-290A1A62FD98}" dt="2024-10-11T02:04:56.772" v="20" actId="2696"/>
        <pc:sldMkLst>
          <pc:docMk/>
          <pc:sldMk cId="2673008335" sldId="289"/>
        </pc:sldMkLst>
      </pc:sldChg>
      <pc:sldChg chg="del">
        <pc:chgData name="陈军_工学院" userId="6f7f04a3-a118-4a29-a2ab-4ad1875833df" providerId="ADAL" clId="{D53CAE0B-EF3B-D840-862D-290A1A62FD98}" dt="2024-10-11T02:04:56.772" v="20" actId="2696"/>
        <pc:sldMkLst>
          <pc:docMk/>
          <pc:sldMk cId="3089526358" sldId="639"/>
        </pc:sldMkLst>
      </pc:sldChg>
      <pc:sldChg chg="del">
        <pc:chgData name="陈军_工学院" userId="6f7f04a3-a118-4a29-a2ab-4ad1875833df" providerId="ADAL" clId="{D53CAE0B-EF3B-D840-862D-290A1A62FD98}" dt="2024-10-11T02:04:56.772" v="20" actId="2696"/>
        <pc:sldMkLst>
          <pc:docMk/>
          <pc:sldMk cId="3862063696" sldId="640"/>
        </pc:sldMkLst>
      </pc:sldChg>
      <pc:sldChg chg="del">
        <pc:chgData name="陈军_工学院" userId="6f7f04a3-a118-4a29-a2ab-4ad1875833df" providerId="ADAL" clId="{D53CAE0B-EF3B-D840-862D-290A1A62FD98}" dt="2024-10-11T02:04:56.772" v="20" actId="2696"/>
        <pc:sldMkLst>
          <pc:docMk/>
          <pc:sldMk cId="1020162890" sldId="694"/>
        </pc:sldMkLst>
      </pc:sldChg>
      <pc:sldChg chg="del">
        <pc:chgData name="陈军_工学院" userId="6f7f04a3-a118-4a29-a2ab-4ad1875833df" providerId="ADAL" clId="{D53CAE0B-EF3B-D840-862D-290A1A62FD98}" dt="2024-10-11T02:04:56.772" v="20" actId="2696"/>
        <pc:sldMkLst>
          <pc:docMk/>
          <pc:sldMk cId="530079900" sldId="695"/>
        </pc:sldMkLst>
      </pc:sldChg>
      <pc:sldChg chg="del">
        <pc:chgData name="陈军_工学院" userId="6f7f04a3-a118-4a29-a2ab-4ad1875833df" providerId="ADAL" clId="{D53CAE0B-EF3B-D840-862D-290A1A62FD98}" dt="2024-10-11T02:04:56.772" v="20" actId="2696"/>
        <pc:sldMkLst>
          <pc:docMk/>
          <pc:sldMk cId="234695136" sldId="696"/>
        </pc:sldMkLst>
      </pc:sldChg>
      <pc:sldChg chg="del">
        <pc:chgData name="陈军_工学院" userId="6f7f04a3-a118-4a29-a2ab-4ad1875833df" providerId="ADAL" clId="{D53CAE0B-EF3B-D840-862D-290A1A62FD98}" dt="2024-10-11T02:04:56.772" v="20" actId="2696"/>
        <pc:sldMkLst>
          <pc:docMk/>
          <pc:sldMk cId="3163386064" sldId="739"/>
        </pc:sldMkLst>
      </pc:sldChg>
      <pc:sldChg chg="del">
        <pc:chgData name="陈军_工学院" userId="6f7f04a3-a118-4a29-a2ab-4ad1875833df" providerId="ADAL" clId="{D53CAE0B-EF3B-D840-862D-290A1A62FD98}" dt="2024-10-11T02:04:56.772" v="20" actId="2696"/>
        <pc:sldMkLst>
          <pc:docMk/>
          <pc:sldMk cId="2393784860" sldId="740"/>
        </pc:sldMkLst>
      </pc:sldChg>
      <pc:sldChg chg="del">
        <pc:chgData name="陈军_工学院" userId="6f7f04a3-a118-4a29-a2ab-4ad1875833df" providerId="ADAL" clId="{D53CAE0B-EF3B-D840-862D-290A1A62FD98}" dt="2024-10-11T02:04:56.772" v="20" actId="2696"/>
        <pc:sldMkLst>
          <pc:docMk/>
          <pc:sldMk cId="1961965254" sldId="741"/>
        </pc:sldMkLst>
      </pc:sldChg>
      <pc:sldChg chg="del">
        <pc:chgData name="陈军_工学院" userId="6f7f04a3-a118-4a29-a2ab-4ad1875833df" providerId="ADAL" clId="{D53CAE0B-EF3B-D840-862D-290A1A62FD98}" dt="2024-10-11T02:04:56.772" v="20" actId="2696"/>
        <pc:sldMkLst>
          <pc:docMk/>
          <pc:sldMk cId="3558981950" sldId="742"/>
        </pc:sldMkLst>
      </pc:sldChg>
      <pc:sldChg chg="mod modShow">
        <pc:chgData name="陈军_工学院" userId="6f7f04a3-a118-4a29-a2ab-4ad1875833df" providerId="ADAL" clId="{D53CAE0B-EF3B-D840-862D-290A1A62FD98}" dt="2024-09-29T13:52:28.238" v="1" actId="729"/>
        <pc:sldMkLst>
          <pc:docMk/>
          <pc:sldMk cId="2167402103" sldId="762"/>
        </pc:sldMkLst>
      </pc:sldChg>
      <pc:sldChg chg="del">
        <pc:chgData name="陈军_工学院" userId="6f7f04a3-a118-4a29-a2ab-4ad1875833df" providerId="ADAL" clId="{D53CAE0B-EF3B-D840-862D-290A1A62FD98}" dt="2024-10-11T02:04:56.772" v="20" actId="2696"/>
        <pc:sldMkLst>
          <pc:docMk/>
          <pc:sldMk cId="1732230403" sldId="764"/>
        </pc:sldMkLst>
      </pc:sldChg>
      <pc:sldChg chg="del">
        <pc:chgData name="陈军_工学院" userId="6f7f04a3-a118-4a29-a2ab-4ad1875833df" providerId="ADAL" clId="{D53CAE0B-EF3B-D840-862D-290A1A62FD98}" dt="2024-10-11T02:04:56.772" v="20" actId="2696"/>
        <pc:sldMkLst>
          <pc:docMk/>
          <pc:sldMk cId="3290877012" sldId="765"/>
        </pc:sldMkLst>
      </pc:sldChg>
      <pc:sldChg chg="del">
        <pc:chgData name="陈军_工学院" userId="6f7f04a3-a118-4a29-a2ab-4ad1875833df" providerId="ADAL" clId="{D53CAE0B-EF3B-D840-862D-290A1A62FD98}" dt="2024-10-11T02:04:56.772" v="20" actId="2696"/>
        <pc:sldMkLst>
          <pc:docMk/>
          <pc:sldMk cId="448247425" sldId="766"/>
        </pc:sldMkLst>
      </pc:sldChg>
      <pc:sldChg chg="del">
        <pc:chgData name="陈军_工学院" userId="6f7f04a3-a118-4a29-a2ab-4ad1875833df" providerId="ADAL" clId="{D53CAE0B-EF3B-D840-862D-290A1A62FD98}" dt="2024-10-11T02:04:56.772" v="20" actId="2696"/>
        <pc:sldMkLst>
          <pc:docMk/>
          <pc:sldMk cId="1477086749" sldId="767"/>
        </pc:sldMkLst>
      </pc:sldChg>
      <pc:sldChg chg="del">
        <pc:chgData name="陈军_工学院" userId="6f7f04a3-a118-4a29-a2ab-4ad1875833df" providerId="ADAL" clId="{D53CAE0B-EF3B-D840-862D-290A1A62FD98}" dt="2024-10-11T02:04:56.772" v="20" actId="2696"/>
        <pc:sldMkLst>
          <pc:docMk/>
          <pc:sldMk cId="2869662713" sldId="768"/>
        </pc:sldMkLst>
      </pc:sldChg>
      <pc:sldChg chg="modSp mod">
        <pc:chgData name="陈军_工学院" userId="6f7f04a3-a118-4a29-a2ab-4ad1875833df" providerId="ADAL" clId="{D53CAE0B-EF3B-D840-862D-290A1A62FD98}" dt="2024-10-10T04:23:18.607" v="9" actId="1076"/>
        <pc:sldMkLst>
          <pc:docMk/>
          <pc:sldMk cId="1201964687" sldId="772"/>
        </pc:sldMkLst>
      </pc:sldChg>
      <pc:sldChg chg="modSp add del mod">
        <pc:chgData name="陈军_工学院" userId="6f7f04a3-a118-4a29-a2ab-4ad1875833df" providerId="ADAL" clId="{D53CAE0B-EF3B-D840-862D-290A1A62FD98}" dt="2024-09-29T13:57:04.343" v="5" actId="2696"/>
        <pc:sldMkLst>
          <pc:docMk/>
          <pc:sldMk cId="4001115535" sldId="797"/>
        </pc:sldMkLst>
      </pc:sldChg>
      <pc:sldChg chg="del">
        <pc:chgData name="陈军_工学院" userId="6f7f04a3-a118-4a29-a2ab-4ad1875833df" providerId="ADAL" clId="{D53CAE0B-EF3B-D840-862D-290A1A62FD98}" dt="2024-10-11T02:03:51.571" v="19" actId="2696"/>
        <pc:sldMkLst>
          <pc:docMk/>
          <pc:sldMk cId="3060860830" sldId="803"/>
        </pc:sldMkLst>
      </pc:sldChg>
      <pc:sldChg chg="del">
        <pc:chgData name="陈军_工学院" userId="6f7f04a3-a118-4a29-a2ab-4ad1875833df" providerId="ADAL" clId="{D53CAE0B-EF3B-D840-862D-290A1A62FD98}" dt="2024-10-11T02:03:51.571" v="19" actId="2696"/>
        <pc:sldMkLst>
          <pc:docMk/>
          <pc:sldMk cId="2498262500" sldId="804"/>
        </pc:sldMkLst>
      </pc:sldChg>
      <pc:sldChg chg="del">
        <pc:chgData name="陈军_工学院" userId="6f7f04a3-a118-4a29-a2ab-4ad1875833df" providerId="ADAL" clId="{D53CAE0B-EF3B-D840-862D-290A1A62FD98}" dt="2024-10-11T02:03:51.571" v="19" actId="2696"/>
        <pc:sldMkLst>
          <pc:docMk/>
          <pc:sldMk cId="3798671520" sldId="805"/>
        </pc:sldMkLst>
      </pc:sldChg>
      <pc:sldChg chg="del">
        <pc:chgData name="陈军_工学院" userId="6f7f04a3-a118-4a29-a2ab-4ad1875833df" providerId="ADAL" clId="{D53CAE0B-EF3B-D840-862D-290A1A62FD98}" dt="2024-10-10T04:28:00.782" v="10" actId="2696"/>
        <pc:sldMkLst>
          <pc:docMk/>
          <pc:sldMk cId="1436442041" sldId="806"/>
        </pc:sldMkLst>
      </pc:sldChg>
      <pc:sldChg chg="add">
        <pc:chgData name="陈军_工学院" userId="6f7f04a3-a118-4a29-a2ab-4ad1875833df" providerId="ADAL" clId="{D53CAE0B-EF3B-D840-862D-290A1A62FD98}" dt="2024-09-29T13:52:15.669" v="0"/>
        <pc:sldMkLst>
          <pc:docMk/>
          <pc:sldMk cId="1250294649" sldId="810"/>
        </pc:sldMkLst>
      </pc:sldChg>
      <pc:sldChg chg="del">
        <pc:chgData name="陈军_工学院" userId="6f7f04a3-a118-4a29-a2ab-4ad1875833df" providerId="ADAL" clId="{D53CAE0B-EF3B-D840-862D-290A1A62FD98}" dt="2024-10-10T04:28:02.176" v="11" actId="2696"/>
        <pc:sldMkLst>
          <pc:docMk/>
          <pc:sldMk cId="577740078" sldId="889"/>
        </pc:sldMkLst>
      </pc:sldChg>
      <pc:sldChg chg="del">
        <pc:chgData name="陈军_工学院" userId="6f7f04a3-a118-4a29-a2ab-4ad1875833df" providerId="ADAL" clId="{D53CAE0B-EF3B-D840-862D-290A1A62FD98}" dt="2024-10-11T02:03:51.571" v="19" actId="2696"/>
        <pc:sldMkLst>
          <pc:docMk/>
          <pc:sldMk cId="3682323389" sldId="900"/>
        </pc:sldMkLst>
      </pc:sldChg>
      <pc:sldChg chg="ord">
        <pc:chgData name="陈军_工学院" userId="6f7f04a3-a118-4a29-a2ab-4ad1875833df" providerId="ADAL" clId="{D53CAE0B-EF3B-D840-862D-290A1A62FD98}" dt="2024-10-10T04:28:35.239" v="12" actId="20578"/>
        <pc:sldMkLst>
          <pc:docMk/>
          <pc:sldMk cId="1276226012" sldId="903"/>
        </pc:sldMkLst>
      </pc:sldChg>
      <pc:sldChg chg="del">
        <pc:chgData name="陈军_工学院" userId="6f7f04a3-a118-4a29-a2ab-4ad1875833df" providerId="ADAL" clId="{D53CAE0B-EF3B-D840-862D-290A1A62FD98}" dt="2024-10-10T04:29:29.728" v="13" actId="2696"/>
        <pc:sldMkLst>
          <pc:docMk/>
          <pc:sldMk cId="2269298801" sldId="939"/>
        </pc:sldMkLst>
      </pc:sldChg>
      <pc:sldChg chg="modSp mod">
        <pc:chgData name="陈军_工学院" userId="6f7f04a3-a118-4a29-a2ab-4ad1875833df" providerId="ADAL" clId="{D53CAE0B-EF3B-D840-862D-290A1A62FD98}" dt="2024-10-10T04:30:51.324" v="17" actId="20577"/>
        <pc:sldMkLst>
          <pc:docMk/>
          <pc:sldMk cId="3794657795" sldId="946"/>
        </pc:sldMkLst>
      </pc:sldChg>
      <pc:sldChg chg="del">
        <pc:chgData name="陈军_工学院" userId="6f7f04a3-a118-4a29-a2ab-4ad1875833df" providerId="ADAL" clId="{D53CAE0B-EF3B-D840-862D-290A1A62FD98}" dt="2024-10-11T02:03:51.571" v="19" actId="2696"/>
        <pc:sldMkLst>
          <pc:docMk/>
          <pc:sldMk cId="1277699194" sldId="947"/>
        </pc:sldMkLst>
      </pc:sldChg>
      <pc:sldChg chg="del">
        <pc:chgData name="陈军_工学院" userId="6f7f04a3-a118-4a29-a2ab-4ad1875833df" providerId="ADAL" clId="{D53CAE0B-EF3B-D840-862D-290A1A62FD98}" dt="2024-10-11T02:03:51.571" v="19" actId="2696"/>
        <pc:sldMkLst>
          <pc:docMk/>
          <pc:sldMk cId="3840931563" sldId="949"/>
        </pc:sldMkLst>
      </pc:sldChg>
      <pc:sldChg chg="del">
        <pc:chgData name="陈军_工学院" userId="6f7f04a3-a118-4a29-a2ab-4ad1875833df" providerId="ADAL" clId="{D53CAE0B-EF3B-D840-862D-290A1A62FD98}" dt="2024-10-11T02:03:51.571" v="19" actId="2696"/>
        <pc:sldMkLst>
          <pc:docMk/>
          <pc:sldMk cId="1469614541" sldId="950"/>
        </pc:sldMkLst>
      </pc:sldChg>
      <pc:sldChg chg="del">
        <pc:chgData name="陈军_工学院" userId="6f7f04a3-a118-4a29-a2ab-4ad1875833df" providerId="ADAL" clId="{D53CAE0B-EF3B-D840-862D-290A1A62FD98}" dt="2024-10-11T02:03:51.571" v="19" actId="2696"/>
        <pc:sldMkLst>
          <pc:docMk/>
          <pc:sldMk cId="4165666319" sldId="951"/>
        </pc:sldMkLst>
      </pc:sldChg>
      <pc:sldChg chg="del">
        <pc:chgData name="陈军_工学院" userId="6f7f04a3-a118-4a29-a2ab-4ad1875833df" providerId="ADAL" clId="{D53CAE0B-EF3B-D840-862D-290A1A62FD98}" dt="2024-10-11T02:03:51.571" v="19" actId="2696"/>
        <pc:sldMkLst>
          <pc:docMk/>
          <pc:sldMk cId="45644313" sldId="952"/>
        </pc:sldMkLst>
      </pc:sldChg>
      <pc:sldChg chg="del">
        <pc:chgData name="陈军_工学院" userId="6f7f04a3-a118-4a29-a2ab-4ad1875833df" providerId="ADAL" clId="{D53CAE0B-EF3B-D840-862D-290A1A62FD98}" dt="2024-10-11T02:03:51.571" v="19" actId="2696"/>
        <pc:sldMkLst>
          <pc:docMk/>
          <pc:sldMk cId="1536855759" sldId="955"/>
        </pc:sldMkLst>
      </pc:sldChg>
      <pc:sldChg chg="del">
        <pc:chgData name="陈军_工学院" userId="6f7f04a3-a118-4a29-a2ab-4ad1875833df" providerId="ADAL" clId="{D53CAE0B-EF3B-D840-862D-290A1A62FD98}" dt="2024-10-11T02:03:51.571" v="19" actId="2696"/>
        <pc:sldMkLst>
          <pc:docMk/>
          <pc:sldMk cId="2714592538" sldId="958"/>
        </pc:sldMkLst>
      </pc:sldChg>
      <pc:sldChg chg="del">
        <pc:chgData name="陈军_工学院" userId="6f7f04a3-a118-4a29-a2ab-4ad1875833df" providerId="ADAL" clId="{D53CAE0B-EF3B-D840-862D-290A1A62FD98}" dt="2024-10-11T02:03:51.571" v="19" actId="2696"/>
        <pc:sldMkLst>
          <pc:docMk/>
          <pc:sldMk cId="362300892" sldId="959"/>
        </pc:sldMkLst>
      </pc:sldChg>
      <pc:sldChg chg="modSp add mod modAnim">
        <pc:chgData name="陈军_工学院" userId="6f7f04a3-a118-4a29-a2ab-4ad1875833df" providerId="ADAL" clId="{D53CAE0B-EF3B-D840-862D-290A1A62FD98}" dt="2024-10-10T04:15:12.323" v="7"/>
        <pc:sldMkLst>
          <pc:docMk/>
          <pc:sldMk cId="3657148338" sldId="960"/>
        </pc:sldMkLst>
      </pc:sldChg>
      <pc:sldChg chg="del">
        <pc:chgData name="陈军_工学院" userId="6f7f04a3-a118-4a29-a2ab-4ad1875833df" providerId="ADAL" clId="{D53CAE0B-EF3B-D840-862D-290A1A62FD98}" dt="2024-10-11T02:04:56.772" v="20" actId="2696"/>
        <pc:sldMkLst>
          <pc:docMk/>
          <pc:sldMk cId="4115675504" sldId="964"/>
        </pc:sldMkLst>
      </pc:sldChg>
      <pc:sldChg chg="del">
        <pc:chgData name="陈军_工学院" userId="6f7f04a3-a118-4a29-a2ab-4ad1875833df" providerId="ADAL" clId="{D53CAE0B-EF3B-D840-862D-290A1A62FD98}" dt="2024-10-11T02:05:18.177" v="21" actId="2696"/>
        <pc:sldMkLst>
          <pc:docMk/>
          <pc:sldMk cId="874843104" sldId="965"/>
        </pc:sldMkLst>
      </pc:sldChg>
      <pc:sldChg chg="new">
        <pc:chgData name="陈军_工学院" userId="6f7f04a3-a118-4a29-a2ab-4ad1875833df" providerId="ADAL" clId="{D53CAE0B-EF3B-D840-862D-290A1A62FD98}" dt="2024-10-10T05:51:35.970" v="18" actId="680"/>
        <pc:sldMkLst>
          <pc:docMk/>
          <pc:sldMk cId="4179071173" sldId="96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A2A212-11AD-934F-81F1-B483125DF66D}" type="datetimeFigureOut">
              <a:rPr lang="en-US" smtClean="0"/>
              <a:t>10/9/25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50E1F-3977-4747-911E-733EB8B7BB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91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2E6B5E-27DF-4747-96E9-E7A46D46608C}" type="datetimeFigureOut">
              <a:rPr lang="en-US" smtClean="0"/>
              <a:t>10/9/25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12D0D5-ACED-4B29-ADCC-EF2B5D1FE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4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image" Target="../media/image2.jpe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9" Type="http://schemas.openxmlformats.org/officeDocument/2006/relationships/image" Target="../media/image3.jpe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9" Type="http://schemas.openxmlformats.org/officeDocument/2006/relationships/image" Target="../media/image4.jpe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4.jpeg"/><Relationship Id="rId5" Type="http://schemas.openxmlformats.org/officeDocument/2006/relationships/tags" Target="../tags/tag27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26.xml"/><Relationship Id="rId9" Type="http://schemas.openxmlformats.org/officeDocument/2006/relationships/tags" Target="../tags/tag3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4.jpe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5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image" Target="../media/image4.jpe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tags" Target="../tags/tag4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7" Type="http://schemas.openxmlformats.org/officeDocument/2006/relationships/image" Target="../media/image4.jpeg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7.xml"/><Relationship Id="rId4" Type="http://schemas.openxmlformats.org/officeDocument/2006/relationships/tags" Target="../tags/tag56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92.xml"/><Relationship Id="rId3" Type="http://schemas.openxmlformats.org/officeDocument/2006/relationships/tags" Target="../tags/tag87.xml"/><Relationship Id="rId7" Type="http://schemas.openxmlformats.org/officeDocument/2006/relationships/tags" Target="../tags/tag91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88.xml"/><Relationship Id="rId9" Type="http://schemas.openxmlformats.org/officeDocument/2006/relationships/tags" Target="../tags/tag9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9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29AC3-F389-46AB-AFA0-5AC2110A72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276"/>
            <a:ext cx="9144000" cy="1655762"/>
          </a:xfrm>
        </p:spPr>
        <p:txBody>
          <a:bodyPr anchor="ctr">
            <a:normAutofit/>
          </a:bodyPr>
          <a:lstStyle>
            <a:lvl1pPr marL="0" algn="ctr" fontAlgn="ctr">
              <a:defRPr sz="4800"/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5CE61F-886C-4880-A95B-20ED4D3530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44682"/>
            <a:ext cx="9144000" cy="123444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449BB-9DCC-4ED5-AD39-804DFD9F2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BEC1-930D-4F43-BE43-14E696C8C0CC}" type="datetime1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8EAEC-C9B7-4F7D-B809-067E35FB5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38B62-9141-4264-BCED-EF02C827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381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181D2-87B3-414A-A0F9-4827765DF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85" y="191943"/>
            <a:ext cx="6003931" cy="625689"/>
          </a:xfrm>
          <a:solidFill>
            <a:schemeClr val="accent1">
              <a:lumMod val="7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BD4E5-169C-4257-AF04-B7F4A7C53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b="1">
                <a:solidFill>
                  <a:schemeClr val="accent1">
                    <a:lumMod val="75000"/>
                  </a:schemeClr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64327-24B6-4DE0-A117-1F67313E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58E5-715F-2E41-8EB8-9A9AFFBCF659}" type="datetime1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63873-6862-4247-B34B-EF788F309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31B77-68A1-4F2E-B551-E8F4326F2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939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181D2-87B3-414A-A0F9-4827765DF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85" y="191943"/>
            <a:ext cx="6003931" cy="625689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BD4E5-169C-4257-AF04-B7F4A7C53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026" y="1591733"/>
            <a:ext cx="10123516" cy="4671849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b="1">
                <a:solidFill>
                  <a:schemeClr val="accent1">
                    <a:lumMod val="75000"/>
                  </a:schemeClr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64327-24B6-4DE0-A117-1F67313E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B9D7F-371D-D343-BBA4-FDD6ECFF1A18}" type="datetime1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63873-6862-4247-B34B-EF788F309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31B77-68A1-4F2E-B551-E8F4326F2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9C3C248-5F5D-00C6-8D34-6FC56C82B0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2279" y="910400"/>
            <a:ext cx="5507437" cy="528933"/>
          </a:xfrm>
        </p:spPr>
        <p:txBody>
          <a:bodyPr anchor="ctr">
            <a:noAutofit/>
          </a:bodyPr>
          <a:lstStyle>
            <a:lvl1pPr marL="0" indent="0">
              <a:buNone/>
              <a:defRPr sz="28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6896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15B8C-0D5D-4E1D-8BF4-D61F46FB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DC1DC-2BC3-4C6A-8070-5601A2C67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E4DA0-2198-4827-BDDC-80F0A6D9E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CE774-79A6-0D41-A07B-2935C9A9E937}" type="datetime1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77C69-3623-4960-A9FA-1B0F8DB65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557FB-2BC1-4FC4-8AE2-592B3BC46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015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628E-4CB9-4054-BA93-C362841FA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D2D57-0AE5-48FD-B1B2-EFBDD2C705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41615"/>
            <a:ext cx="5181600" cy="503534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59D76-97B2-4CEA-AC86-EB290E4841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41615"/>
            <a:ext cx="5181600" cy="503534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83E77-6C75-4215-8AE0-0F54D8562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705C6-4D26-7A4E-9D90-B87F734A7E6B}" type="datetime1">
              <a:rPr lang="en-US" smtClean="0"/>
              <a:t>10/9/25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111321-E414-460C-A1DE-21A746FDD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F4F03E-5220-4EB0-B9BF-C607CE08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216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5EF3B-CDCE-46FD-92EB-B68217B9A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51" y="288405"/>
            <a:ext cx="6259281" cy="759864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07811-3425-4B48-A99B-1F72A6A26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15403"/>
            <a:ext cx="5157787" cy="55219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E9A445-9357-40B0-BED1-6B2A39767B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978429"/>
            <a:ext cx="5157787" cy="4211234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B0F840-44BE-46FF-858C-0B0B78A059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15403"/>
            <a:ext cx="5183188" cy="55219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2A1B63-95D0-4B45-8CE1-E41F5C6866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78429"/>
            <a:ext cx="5183188" cy="4211234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56EE5C-366C-4A05-B24D-6E5E4B49F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65C5C-4105-BC41-B32C-98AD7F4EC6D9}" type="datetime1">
              <a:rPr lang="en-US" smtClean="0"/>
              <a:t>10/9/25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9B345C-BDB7-4F4C-8229-8545DEC4C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67997F-13F2-4012-9D15-199F86CBB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621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D94C8-E4CB-469D-8759-468A550E0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986076-F514-416F-9FD8-8B5411141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37692-C8F1-BB45-BDD7-626C6F750424}" type="datetime1">
              <a:rPr lang="en-US" smtClean="0"/>
              <a:t>10/9/25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1E3C99-EF16-4E13-9CB8-6C685D63B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9E16B-7C71-4348-A213-7ABD913AF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407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D94C8-E4CB-469D-8759-468A550E0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986076-F514-416F-9FD8-8B5411141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B712E-1679-3B4B-95BE-8FCF99F6675D}" type="datetime1">
              <a:rPr lang="en-US" smtClean="0"/>
              <a:t>10/9/25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1E3C99-EF16-4E13-9CB8-6C685D63B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9E16B-7C71-4348-A213-7ABD913AF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B10DF379-40BA-CEA9-A617-CAA5651FFA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2279" y="817632"/>
            <a:ext cx="5507437" cy="626352"/>
          </a:xfrm>
        </p:spPr>
        <p:txBody>
          <a:bodyPr numCol="1" anchor="ctr">
            <a:noAutofit/>
          </a:bodyPr>
          <a:lstStyle>
            <a:lvl1pPr marL="0" indent="0">
              <a:buNone/>
              <a:defRPr sz="28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84961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EAE017-BA54-4903-90BE-5E03D77E4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8EEE6-164F-284F-9377-BC254821E348}" type="datetime1">
              <a:rPr lang="en-US" smtClean="0"/>
              <a:t>10/9/25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6F8058-50F2-4491-82C1-B80DA2B4A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93026-A32F-485B-931E-8B5B11C5E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B29B452-BDB2-4201-AE17-E702847E20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38200" y="487680"/>
            <a:ext cx="10363403" cy="770313"/>
          </a:xfrm>
        </p:spPr>
        <p:txBody>
          <a:bodyPr anchor="b">
            <a:noAutofit/>
          </a:bodyPr>
          <a:lstStyle>
            <a:lvl1pPr marL="0" indent="0" algn="ctr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06D6614D-F0E2-410C-83EC-843926F9CE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938352" y="1460211"/>
            <a:ext cx="8163098" cy="4693920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spcAft>
                <a:spcPts val="600"/>
              </a:spcAft>
              <a:defRPr sz="3200"/>
            </a:lvl1pPr>
            <a:lvl2pPr>
              <a:spcBef>
                <a:spcPts val="600"/>
              </a:spcBef>
              <a:spcAft>
                <a:spcPts val="600"/>
              </a:spcAft>
              <a:defRPr sz="3200"/>
            </a:lvl2pPr>
            <a:lvl3pPr>
              <a:spcBef>
                <a:spcPts val="600"/>
              </a:spcBef>
              <a:spcAft>
                <a:spcPts val="600"/>
              </a:spcAft>
              <a:defRPr sz="2800"/>
            </a:lvl3pPr>
            <a:lvl4pPr>
              <a:spcBef>
                <a:spcPts val="600"/>
              </a:spcBef>
              <a:spcAft>
                <a:spcPts val="600"/>
              </a:spcAft>
              <a:defRPr sz="2400"/>
            </a:lvl4pPr>
            <a:lvl5pPr>
              <a:spcBef>
                <a:spcPts val="600"/>
              </a:spcBef>
              <a:spcAft>
                <a:spcPts val="600"/>
              </a:spcAft>
              <a:defRPr sz="2400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61727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E7C01-812F-4893-9A0C-92A5D2958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F0BFB-74E3-4B20-9BBD-AF221DE15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6F0D4-7478-4A79-8103-D634F6721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974364-04AB-4E55-AC1A-F2B4127FA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C4B16-E721-2F46-93F0-52AC8A214467}" type="datetime1">
              <a:rPr lang="en-US" smtClean="0"/>
              <a:t>10/9/25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A198EE-5344-4348-8E71-5A87B6DC5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D3E4C5-A969-4885-A0BE-2A760C748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29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5B18-6F1E-42D0-8FED-31E3999A4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3D196E-5D9C-459B-B14C-90F666FF9C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1D1EF5-A4C9-4E66-A9EA-9B5CA5F53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986928-A2BF-4B5F-9D93-879B18BBD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0759C-4A0E-9C41-A1C3-AF1AF8853326}" type="datetime1">
              <a:rPr lang="en-US" smtClean="0"/>
              <a:t>10/9/25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176131-49F2-4B3E-AD09-EDADE8CD6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5DC662-A2DB-429F-A30E-2132412A3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565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08926-5B6E-4CE3-978D-BEBFA2406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9B8062-5C83-4067-B283-F55F0238F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6D8A3-3E49-434E-890B-E08ED9C6F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D0B8D-06B6-4242-918E-D583222FAD7F}" type="datetime1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313AC-44E6-416A-A578-A7EF1D103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631F8-5845-43A3-84C5-610D75AF7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496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7A46F6-727A-40AF-9987-FCA799ADE9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03C102-28C3-448C-964D-C1025F5DEC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6BFBA-56B0-47E9-A049-82F577237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00215-6822-424B-AB92-6E82DA45106B}" type="datetime1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D6BE8-555C-431D-AEE9-48CF2893D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AC4DC-E662-433F-BF78-423BED1F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4980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5759DBFC-4841-C64C-A46C-82FC01FE3AB3}" type="datetime1">
              <a:rPr lang="en-US" smtClean="0"/>
              <a:t>10/9/25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7853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热个体户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 flipV="1">
            <a:off x="-635" y="0"/>
            <a:ext cx="12192000" cy="6857365"/>
          </a:xfrm>
          <a:prstGeom prst="rect">
            <a:avLst/>
          </a:prstGeom>
        </p:spPr>
      </p:pic>
      <p:sp>
        <p:nvSpPr>
          <p:cNvPr id="8" name="署名"/>
          <p:cNvSpPr txBox="1">
            <a:spLocks noGrp="1"/>
          </p:cNvSpPr>
          <p:nvPr>
            <p:ph type="body" idx="3" hasCustomPrompt="1"/>
            <p:custDataLst>
              <p:tags r:id="rId2"/>
            </p:custDataLst>
          </p:nvPr>
        </p:nvSpPr>
        <p:spPr>
          <a:xfrm>
            <a:off x="1098550" y="4037965"/>
            <a:ext cx="1943100" cy="43688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>
                <a:solidFill>
                  <a:schemeClr val="lt1"/>
                </a:soli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3"/>
            </p:custDataLst>
          </p:nvPr>
        </p:nvSpPr>
        <p:spPr>
          <a:xfrm>
            <a:off x="1007110" y="2699385"/>
            <a:ext cx="6332855" cy="1051560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 kumimoji="0" lang="zh-CN" altLang="en-US" sz="4000" b="1" i="0" u="none" strike="noStrike" kern="1200" cap="none" spc="0" normalizeH="0" baseline="0" noProof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460000" scaled="0"/>
                </a:gra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>
                <a:sym typeface="+mn-ea"/>
              </a:rPr>
              <a:t>单击此处编辑副标题</a:t>
            </a: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1007110" y="1318895"/>
            <a:ext cx="6333490" cy="156083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zh-CN" altLang="en-US" sz="56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crosoft YaHei" panose="020B0503020204020204" charset="-122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0ACC3ED9-B03B-F84B-8A4A-795FF9893E1A}" type="datetime1">
              <a:rPr lang="en-US" smtClean="0"/>
              <a:t>10/9/25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2062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 descr="二万个通过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-635" y="0"/>
            <a:ext cx="12192635" cy="6857365"/>
          </a:xfrm>
          <a:prstGeom prst="rect">
            <a:avLst/>
          </a:prstGeom>
        </p:spPr>
      </p:pic>
      <p:sp>
        <p:nvSpPr>
          <p:cNvPr id="33" name="圆角矩形 32"/>
          <p:cNvSpPr/>
          <p:nvPr>
            <p:custDataLst>
              <p:tags r:id="rId2"/>
            </p:custDataLst>
          </p:nvPr>
        </p:nvSpPr>
        <p:spPr>
          <a:xfrm>
            <a:off x="10532110" y="4648200"/>
            <a:ext cx="572770" cy="7556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Microsoft YaHei" panose="020B0503020204020204" charset="-122"/>
            </a:endParaRPr>
          </a:p>
        </p:txBody>
      </p:sp>
      <p:sp>
        <p:nvSpPr>
          <p:cNvPr id="7" name="节编号"/>
          <p:cNvSpPr txBox="1">
            <a:spLocks noGrp="1"/>
          </p:cNvSpPr>
          <p:nvPr>
            <p:ph type="body" idx="2" hasCustomPrompt="1"/>
            <p:custDataLst>
              <p:tags r:id="rId3"/>
            </p:custDataLst>
          </p:nvPr>
        </p:nvSpPr>
        <p:spPr>
          <a:xfrm>
            <a:off x="8674735" y="1183641"/>
            <a:ext cx="2516505" cy="197738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altLang="zh-CN" sz="11500" b="1" i="0" u="none" strike="noStrike" kern="1200" cap="none" spc="0" normalizeH="0" baseline="0" noProof="1" dirty="0">
                <a:gradFill>
                  <a:gsLst>
                    <a:gs pos="0">
                      <a:schemeClr val="accent1">
                        <a:alpha val="20000"/>
                      </a:schemeClr>
                    </a:gs>
                    <a:gs pos="100000">
                      <a:schemeClr val="accent2">
                        <a:alpha val="20000"/>
                      </a:schemeClr>
                    </a:gs>
                  </a:gsLst>
                  <a:lin ang="10920000" scaled="0"/>
                </a:gra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r">
              <a:lnSpc>
                <a:spcPct val="110000"/>
              </a:lnSpc>
              <a:buClrTx/>
              <a:buSzTx/>
              <a:buFontTx/>
            </a:pPr>
            <a:r>
              <a:rPr>
                <a:sym typeface="+mn-ea"/>
              </a:rPr>
              <a:t>编号</a:t>
            </a: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5302885" y="3161030"/>
            <a:ext cx="5888355" cy="13525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 kumimoji="0" lang="zh-CN" altLang="en-US" sz="44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r">
              <a:lnSpc>
                <a:spcPct val="120000"/>
              </a:lnSpc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C0C25F5-8D64-994A-9E9A-FE267FA55055}" type="datetime1">
              <a:rPr lang="en-US" smtClean="0"/>
              <a:t>10/9/25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969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regtgtrgr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alphaModFix amt="57000"/>
          </a:blip>
          <a:srcRect l="6109" t="47811" r="313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8" name="正文"/>
          <p:cNvSpPr txBox="1">
            <a:spLocks noGrp="1"/>
          </p:cNvSpPr>
          <p:nvPr>
            <p:ph idx="3"/>
            <p:custDataLst>
              <p:tags r:id="rId2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lt"/>
                <a:cs typeface="Microsoft YaHei" panose="020B0503020204020204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Click to edit Master text styles</a:t>
            </a:r>
          </a:p>
          <a:p>
            <a:pPr lvl="1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Second level</a:t>
            </a:r>
          </a:p>
          <a:p>
            <a:pPr lvl="2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Third level</a:t>
            </a:r>
          </a:p>
          <a:p>
            <a:pPr lvl="3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Fourth level</a:t>
            </a:r>
          </a:p>
          <a:p>
            <a:pPr lvl="4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Fifth level</a:t>
            </a:r>
            <a:endParaRPr lang="zh-CN" alt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lt"/>
              <a:cs typeface="MiSans" panose="00000500000000000000" pitchFamily="2" charset="-122"/>
              <a:sym typeface="+mn-ea"/>
            </a:endParaRPr>
          </a:p>
        </p:txBody>
      </p:sp>
      <p:sp>
        <p:nvSpPr>
          <p:cNvPr id="7" name="正文"/>
          <p:cNvSpPr txBox="1">
            <a:spLocks noGrp="1"/>
          </p:cNvSpPr>
          <p:nvPr>
            <p:ph idx="2"/>
            <p:custDataLst>
              <p:tags r:id="rId3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lt"/>
                <a:cs typeface="Microsoft YaHei" panose="020B0503020204020204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Click to edit Master text styles</a:t>
            </a:r>
          </a:p>
          <a:p>
            <a:pPr lvl="1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Second level</a:t>
            </a:r>
          </a:p>
          <a:p>
            <a:pPr lvl="2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Third level</a:t>
            </a:r>
          </a:p>
          <a:p>
            <a:pPr lvl="3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Fourth level</a:t>
            </a:r>
          </a:p>
          <a:p>
            <a:pPr lvl="4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Fifth level</a:t>
            </a:r>
            <a:endParaRPr lang="zh-CN" alt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lt"/>
              <a:cs typeface="MiSans" panose="00000500000000000000" pitchFamily="2" charset="-122"/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FB3DC00-FE6B-CE4E-B983-F3974F38EDC7}" type="datetime1">
              <a:rPr lang="en-US" smtClean="0"/>
              <a:t>10/9/25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760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regtgtrgr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>
            <a:alphaModFix amt="57000"/>
          </a:blip>
          <a:srcRect l="6109" t="47811" r="313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10" name="正文"/>
          <p:cNvSpPr txBox="1">
            <a:spLocks noGrp="1"/>
          </p:cNvSpPr>
          <p:nvPr>
            <p:ph idx="5"/>
            <p:custDataLst>
              <p:tags r:id="rId2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lt"/>
                <a:cs typeface="Microsoft YaHei" panose="020B0503020204020204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Click to edit Master text styles</a:t>
            </a:r>
          </a:p>
          <a:p>
            <a:pPr lvl="1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Second level</a:t>
            </a:r>
          </a:p>
          <a:p>
            <a:pPr lvl="2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Third level</a:t>
            </a:r>
          </a:p>
          <a:p>
            <a:pPr lvl="3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Fourth level</a:t>
            </a:r>
          </a:p>
          <a:p>
            <a:pPr lvl="4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Fifth level</a:t>
            </a:r>
            <a:endParaRPr lang="zh-CN" alt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lt"/>
              <a:cs typeface="MiSans" panose="00000500000000000000" pitchFamily="2" charset="-122"/>
              <a:sym typeface="+mn-ea"/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4"/>
            <p:custDataLst>
              <p:tags r:id="rId3"/>
            </p:custDataLst>
          </p:nvPr>
        </p:nvSpPr>
        <p:spPr>
          <a:xfrm>
            <a:off x="6235200" y="1429200"/>
            <a:ext cx="5342400" cy="3987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3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lt"/>
                <a:cs typeface="Microsoft YaHei" panose="020B0503020204020204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Click to edit Master text styles</a:t>
            </a:r>
          </a:p>
          <a:p>
            <a:pPr lvl="1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Second level</a:t>
            </a:r>
          </a:p>
          <a:p>
            <a:pPr lvl="2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Third level</a:t>
            </a:r>
          </a:p>
          <a:p>
            <a:pPr lvl="3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Fourth level</a:t>
            </a:r>
          </a:p>
          <a:p>
            <a:pPr lvl="4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Fifth level</a:t>
            </a:r>
            <a:endParaRPr lang="zh-CN" alt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lt"/>
              <a:cs typeface="MiSans" panose="00000500000000000000" pitchFamily="2" charset="-122"/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xfrm>
            <a:off x="608400" y="1429200"/>
            <a:ext cx="5342400" cy="3987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620917D-E05C-504C-A8FF-43BABE4FC4FC}" type="datetime1">
              <a:rPr lang="en-US" smtClean="0"/>
              <a:t>10/9/25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295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regtgtrgr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57000"/>
          </a:blip>
          <a:srcRect l="6109" t="47811" r="313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68D49F1B-5470-D641-8472-6DFD4175D193}" type="datetime1">
              <a:rPr lang="en-US" smtClean="0"/>
              <a:t>10/9/25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333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en-US" altLang="zh-CN">
                <a:sym typeface="+mn-ea"/>
              </a:rPr>
              <a:t>Click icon to add picture</a:t>
            </a:r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text styles</a:t>
            </a: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3EE2ACB3-82CE-2040-922B-FDACEF9A0D4C}" type="datetime1">
              <a:rPr lang="en-US" smtClean="0"/>
              <a:t>10/9/25</a:t>
            </a:fld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5082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regtgtrgr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alphaModFix amt="57000"/>
          </a:blip>
          <a:srcRect l="6109" t="47811" r="313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6" name="正文"/>
          <p:cNvSpPr txBox="1"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608330"/>
            <a:ext cx="10968990" cy="56483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lt"/>
                <a:cs typeface="Microsoft YaHei" panose="020B0503020204020204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Click to edit Master text styles</a:t>
            </a:r>
          </a:p>
          <a:p>
            <a:pPr lvl="1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Second level</a:t>
            </a:r>
          </a:p>
          <a:p>
            <a:pPr lvl="2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Third level</a:t>
            </a:r>
          </a:p>
          <a:p>
            <a:pPr lvl="3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Fourth level</a:t>
            </a:r>
          </a:p>
          <a:p>
            <a:pPr lvl="4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Fifth level</a:t>
            </a:r>
            <a:endParaRPr lang="zh-CN" alt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lt"/>
              <a:cs typeface="MiSans" panose="00000500000000000000" pitchFamily="2" charset="-122"/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8B46364-D568-A845-99A5-A787E6DFF9BC}" type="datetime1">
              <a:rPr lang="en-US" smtClean="0"/>
              <a:t>10/9/25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9492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末尾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热个体户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rcRect t="12314" r="7229"/>
          <a:stretch>
            <a:fillRect/>
          </a:stretch>
        </p:blipFill>
        <p:spPr>
          <a:xfrm flipV="1">
            <a:off x="-635" y="0"/>
            <a:ext cx="12192000" cy="6857365"/>
          </a:xfrm>
          <a:prstGeom prst="rect">
            <a:avLst/>
          </a:prstGeom>
        </p:spPr>
      </p:pic>
      <p:sp>
        <p:nvSpPr>
          <p:cNvPr id="7" name="标题"/>
          <p:cNvSpPr txBox="1">
            <a:spLocks noGrp="1"/>
          </p:cNvSpPr>
          <p:nvPr>
            <p:ph type="title" idx="2" hasCustomPrompt="1"/>
            <p:custDataLst>
              <p:tags r:id="rId2"/>
            </p:custDataLst>
          </p:nvPr>
        </p:nvSpPr>
        <p:spPr>
          <a:xfrm>
            <a:off x="1013460" y="1395730"/>
            <a:ext cx="6620510" cy="214757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 kumimoji="0" lang="en-US" altLang="zh-CN" sz="6000" b="1" i="0" u="none" strike="noStrike" kern="1200" cap="none" spc="0" normalizeH="0" baseline="0" noProof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460000" scaled="0"/>
                </a:gra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6" name="署名"/>
          <p:cNvSpPr txBox="1"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013460" y="4037965"/>
            <a:ext cx="1943100" cy="43688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 wrap="square" lIns="91440" tIns="45720" rIns="91440" bIns="45720" rtlCol="0" anchor="ctr" anchorCtr="0">
            <a:no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>
                <a:solidFill>
                  <a:schemeClr val="lt1"/>
                </a:soli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BFD431-BB7D-6541-8D97-314687ECED1D}" type="datetime1">
              <a:rPr lang="en-US" smtClean="0"/>
              <a:t>10/9/25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007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通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regtgtrgr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alphaModFix amt="57000"/>
          </a:blip>
          <a:srcRect l="6109" t="47811" r="313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B3F8711F-503E-9A46-9371-C35DE32E6199}" type="datetime1">
              <a:rPr lang="en-US" smtClean="0"/>
              <a:t>10/9/25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2691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crosoft YaHei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4"/>
            <p:custDataLst>
              <p:tags r:id="rId4"/>
            </p:custDataLst>
          </p:nvPr>
        </p:nvSpPr>
        <p:spPr/>
        <p:txBody>
          <a:bodyPr/>
          <a:lstStyle/>
          <a:p>
            <a:fld id="{A7266F0D-C789-E14F-86F9-558A521F31E6}" type="datetime1">
              <a:rPr lang="en-US" smtClean="0"/>
              <a:t>10/9/25</a:t>
            </a:fld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5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6"/>
            <p:custDataLst>
              <p:tags r:id="rId6"/>
            </p:custDataLst>
          </p:nvPr>
        </p:nvSpPr>
        <p:spPr/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0577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cs typeface="Microsoft YaHei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4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5"/>
            <p:custDataLst>
              <p:tags r:id="rId5"/>
            </p:custDataLst>
          </p:nvPr>
        </p:nvSpPr>
        <p:spPr/>
        <p:txBody>
          <a:bodyPr/>
          <a:lstStyle/>
          <a:p>
            <a:fld id="{21348B1C-7CCA-6341-9D87-620255D85207}" type="datetime1">
              <a:rPr lang="en-US" smtClean="0"/>
              <a:t>10/9/25</a:t>
            </a:fld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6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7"/>
            <p:custDataLst>
              <p:tags r:id="rId7"/>
            </p:custDataLst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6883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cs typeface="Microsoft YaHei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4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5"/>
            <p:custDataLst>
              <p:tags r:id="rId5"/>
            </p:custDataLst>
          </p:nvPr>
        </p:nvSpPr>
        <p:spPr/>
        <p:txBody>
          <a:bodyPr/>
          <a:lstStyle/>
          <a:p>
            <a:fld id="{B95DEC22-A5DF-DB4D-97B8-5236BBD188A4}" type="datetime1">
              <a:rPr lang="en-US" smtClean="0"/>
              <a:t>10/9/25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6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7"/>
            <p:custDataLst>
              <p:tags r:id="rId7"/>
            </p:custDataLst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37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cs typeface="Microsoft YaHei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4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5"/>
            <p:custDataLst>
              <p:tags r:id="rId5"/>
            </p:custDataLst>
          </p:nvPr>
        </p:nvSpPr>
        <p:spPr/>
        <p:txBody>
          <a:bodyPr/>
          <a:lstStyle/>
          <a:p>
            <a:fld id="{CD2B1267-B191-EE4B-AFE2-AA763267310F}" type="datetime1">
              <a:rPr lang="en-US" smtClean="0"/>
              <a:t>10/9/25</a:t>
            </a:fld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6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7"/>
            <p:custDataLst>
              <p:tags r:id="rId7"/>
            </p:custDataLst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6038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cs typeface="Microsoft YaHei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4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5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6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7"/>
            <p:custDataLst>
              <p:tags r:id="rId7"/>
            </p:custDataLst>
          </p:nvPr>
        </p:nvSpPr>
        <p:spPr/>
        <p:txBody>
          <a:bodyPr/>
          <a:lstStyle/>
          <a:p>
            <a:fld id="{1E08EFD1-7372-FB4F-A6D8-E8EFDB276432}" type="datetime1">
              <a:rPr lang="en-US" smtClean="0"/>
              <a:t>10/9/25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8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9"/>
            <p:custDataLst>
              <p:tags r:id="rId9"/>
            </p:custDataLst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73456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cs typeface="Microsoft YaHei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4"/>
            <p:custDataLst>
              <p:tags r:id="rId4"/>
            </p:custDataLst>
          </p:nvPr>
        </p:nvSpPr>
        <p:spPr/>
        <p:txBody>
          <a:bodyPr/>
          <a:lstStyle/>
          <a:p>
            <a:fld id="{F9A985EC-51B8-8241-954F-C050BBB147E9}" type="datetime1">
              <a:rPr lang="en-US" smtClean="0"/>
              <a:t>10/9/25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5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6"/>
            <p:custDataLst>
              <p:tags r:id="rId6"/>
            </p:custDataLst>
          </p:nvPr>
        </p:nvSpPr>
        <p:spPr/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7345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877" y="3050575"/>
            <a:ext cx="8932244" cy="703278"/>
          </a:xfr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442CB-5568-9740-9ABC-EA4BBB020D0C}" type="datetime1">
              <a:rPr lang="en-US" smtClean="0"/>
              <a:t>10/9/25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5740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878" y="3050575"/>
            <a:ext cx="8932244" cy="703278"/>
          </a:xfr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71EB3-5ADB-2A45-B052-7C07553381E1}" type="datetime1">
              <a:rPr lang="en-US" smtClean="0"/>
              <a:t>10/9/25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897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E01F9-99E2-2742-BDBE-BBFA08885B99}" type="datetime1">
              <a:rPr lang="en-US" smtClean="0"/>
              <a:t>10/9/25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ags" Target="../tags/tag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gif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7EE955-D44B-46F3-A0B9-FDBE5CDF2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68" y="191280"/>
            <a:ext cx="6048267" cy="62635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D793E-2A17-4837-852C-44235CB2A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1026" y="1091737"/>
            <a:ext cx="10123516" cy="5171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A6ED5-48B4-4311-840C-6EF776C0FE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fld id="{F87263B5-35AF-6044-9FA1-20FAF8F9F124}" type="datetime1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47A07-B8EF-4017-9D40-6DF6C997A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53CD0-A9C8-4733-84A7-C287D1A7F2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KSO_TEMPLATE" hidden="1">
            <a:extLst>
              <a:ext uri="{FF2B5EF4-FFF2-40B4-BE49-F238E27FC236}">
                <a16:creationId xmlns:a16="http://schemas.microsoft.com/office/drawing/2014/main" id="{99179082-B492-9FA8-BE7D-47FB6E5C19E5}"/>
              </a:ext>
            </a:extLst>
          </p:cNvPr>
          <p:cNvSpPr/>
          <p:nvPr>
            <p:custDataLst>
              <p:tags r:id="rId3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4B7E40-A509-27CD-47DE-560C5BCDD004}"/>
              </a:ext>
            </a:extLst>
          </p:cNvPr>
          <p:cNvPicPr>
            <a:picLocks noChangeAspect="1"/>
          </p:cNvPicPr>
          <p:nvPr userDrawn="1"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312" y="132757"/>
            <a:ext cx="2692517" cy="64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465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1" r:id="rId14"/>
    <p:sldLayoutId id="2147483704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685" r:id="rId31"/>
    <p:sldLayoutId id="2147483722" r:id="rId32"/>
  </p:sldLayoutIdLst>
  <p:hf hdr="0"/>
  <p:txStyles>
    <p:titleStyle>
      <a:lvl1pPr marL="274320" indent="0"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>
            <a:lumMod val="50000"/>
          </a:schemeClr>
        </a:buClr>
        <a:buSzPct val="100000"/>
        <a:buFont typeface="Arial" panose="020B0604020202020204" pitchFamily="34" charset="0"/>
        <a:buChar char="•"/>
        <a:defRPr sz="2400" b="1" kern="120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75000"/>
          </a:schemeClr>
        </a:buClr>
        <a:buSzPct val="12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3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Arial"/>
                <a:ea typeface="SimHei"/>
                <a:cs typeface="Arial"/>
              </a:rPr>
              <a:t>工程制图</a:t>
            </a:r>
            <a:br>
              <a:rPr lang="zh-CN" altLang="en-US" dirty="0">
                <a:latin typeface="Arial" panose="020B0604020202020204" pitchFamily="34" charset="0"/>
                <a:ea typeface="SimHei" panose="02010609060101010101" charset="-122"/>
              </a:rPr>
            </a:br>
            <a:r>
              <a:rPr lang="zh-CN" altLang="en-US" sz="4000" dirty="0">
                <a:solidFill>
                  <a:schemeClr val="bg1">
                    <a:lumMod val="95000"/>
                  </a:schemeClr>
                </a:solidFill>
                <a:latin typeface="Arial"/>
                <a:ea typeface="SimHei"/>
                <a:cs typeface="Arial"/>
              </a:rPr>
              <a:t>第</a:t>
            </a:r>
            <a:r>
              <a:rPr lang="en-US" altLang="zh-CN" sz="4000" dirty="0">
                <a:solidFill>
                  <a:schemeClr val="bg1">
                    <a:lumMod val="95000"/>
                  </a:schemeClr>
                </a:solidFill>
                <a:latin typeface="Arial"/>
                <a:ea typeface="SimHei"/>
                <a:cs typeface="Arial"/>
              </a:rPr>
              <a:t>7</a:t>
            </a:r>
            <a:r>
              <a:rPr lang="zh-CN" altLang="en-US" sz="4000" dirty="0">
                <a:solidFill>
                  <a:schemeClr val="bg1">
                    <a:lumMod val="95000"/>
                  </a:schemeClr>
                </a:solidFill>
                <a:latin typeface="Arial"/>
                <a:ea typeface="SimHei"/>
                <a:cs typeface="Arial"/>
              </a:rPr>
              <a:t>讲</a:t>
            </a:r>
            <a:endParaRPr lang="zh-CN" altLang="en-US" dirty="0">
              <a:solidFill>
                <a:schemeClr val="bg1">
                  <a:lumMod val="95000"/>
                </a:schemeClr>
              </a:solidFill>
              <a:latin typeface="Arial"/>
              <a:ea typeface="SimHei"/>
              <a:cs typeface="Arial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sz="2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SimHei" panose="02010609060101010101" charset="-122"/>
              </a:rPr>
              <a:t>授课教师：陈 军</a:t>
            </a:r>
          </a:p>
          <a:p>
            <a:r>
              <a:rPr lang="zh-CN" altLang="en-US" sz="2400" b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SimHei" panose="02010609060101010101" charset="-122"/>
              </a:rPr>
              <a:t>北京大学 工学院</a:t>
            </a:r>
          </a:p>
          <a:p>
            <a:r>
              <a:rPr lang="en-US" altLang="zh-CN" sz="2400" b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SimHei" panose="02010609060101010101" charset="-122"/>
              </a:rPr>
              <a:t>jun@pku.edu.cn</a:t>
            </a:r>
            <a:endParaRPr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SimHei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EBBC466-C58D-1E65-7855-31F28D9DB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r>
              <a:rPr lang="en-US" altLang="zh-CN" dirty="0"/>
              <a:t>#4</a:t>
            </a:r>
            <a:endParaRPr lang="en-C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5CF220-4803-45A9-BAB8-28083F7D6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2D08-79D7-8B40-98F1-06643D8792B7}" type="datetime1">
              <a:rPr lang="en-US" smtClean="0"/>
              <a:t>10/9/25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284040-DC70-44EA-A719-5652C90D9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D10FE5-0927-4030-852F-9F5AF36FE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</a:t>
            </a:fld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idx="4294967295"/>
          </p:nvPr>
        </p:nvSpPr>
        <p:spPr>
          <a:xfrm>
            <a:off x="1380460" y="1411521"/>
            <a:ext cx="5972443" cy="3259717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P13: 1, 2, 4</a:t>
            </a:r>
          </a:p>
          <a:p>
            <a:r>
              <a:rPr lang="en-US" altLang="zh-CN" sz="3600" dirty="0"/>
              <a:t>P14: 3, 4</a:t>
            </a:r>
          </a:p>
          <a:p>
            <a:r>
              <a:rPr lang="en-US" altLang="zh-CN" sz="3600" dirty="0"/>
              <a:t>P15: 3, 4</a:t>
            </a:r>
          </a:p>
          <a:p>
            <a:r>
              <a:rPr lang="en-US" altLang="zh-CN" sz="3600" dirty="0"/>
              <a:t>P16: 1, 2, 3</a:t>
            </a:r>
          </a:p>
          <a:p>
            <a:pPr marL="0" indent="0">
              <a:buNone/>
            </a:pPr>
            <a:endParaRPr lang="en-US" altLang="zh-CN" sz="3600" dirty="0"/>
          </a:p>
          <a:p>
            <a:endParaRPr lang="zh-CN" altLang="en-US" sz="3600" dirty="0"/>
          </a:p>
        </p:txBody>
      </p:sp>
      <p:sp>
        <p:nvSpPr>
          <p:cNvPr id="8" name="文本框 8">
            <a:extLst>
              <a:ext uri="{FF2B5EF4-FFF2-40B4-BE49-F238E27FC236}">
                <a16:creationId xmlns:a16="http://schemas.microsoft.com/office/drawing/2014/main" id="{06F30913-3F57-FA64-1C66-6EA2616AB6CD}"/>
              </a:ext>
            </a:extLst>
          </p:cNvPr>
          <p:cNvSpPr txBox="1"/>
          <p:nvPr/>
        </p:nvSpPr>
        <p:spPr>
          <a:xfrm>
            <a:off x="1788607" y="4834931"/>
            <a:ext cx="27366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10</a:t>
            </a:r>
            <a:r>
              <a:rPr lang="zh-CN" altLang="en-US" sz="2800" dirty="0"/>
              <a:t>月</a:t>
            </a:r>
            <a:r>
              <a:rPr lang="en-US" altLang="zh-CN" sz="2800" dirty="0"/>
              <a:t>20</a:t>
            </a:r>
            <a:r>
              <a:rPr lang="zh-CN" altLang="en-US" sz="2800" dirty="0"/>
              <a:t>日提交。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CEEFEF63-769E-4AF1-7470-BC5D735DAAE5}"/>
              </a:ext>
            </a:extLst>
          </p:cNvPr>
          <p:cNvSpPr/>
          <p:nvPr/>
        </p:nvSpPr>
        <p:spPr>
          <a:xfrm flipH="1">
            <a:off x="4664148" y="2204484"/>
            <a:ext cx="385752" cy="1502734"/>
          </a:xfrm>
          <a:prstGeom prst="leftBrace">
            <a:avLst>
              <a:gd name="adj1" fmla="val 39730"/>
              <a:gd name="adj2" fmla="val 48447"/>
            </a:avLst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B3AB17-DE69-94E2-D02A-E796887F0CD7}"/>
              </a:ext>
            </a:extLst>
          </p:cNvPr>
          <p:cNvSpPr txBox="1"/>
          <p:nvPr/>
        </p:nvSpPr>
        <p:spPr>
          <a:xfrm>
            <a:off x="5049900" y="2664774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换面法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298336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76147B6-A8EC-4416-B693-634FB88CD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8221" y="1720784"/>
            <a:ext cx="8932244" cy="2208082"/>
          </a:xfrm>
        </p:spPr>
        <p:txBody>
          <a:bodyPr>
            <a:normAutofit/>
          </a:bodyPr>
          <a:lstStyle/>
          <a:p>
            <a:r>
              <a:rPr lang="zh-CN" altLang="en-US" sz="4800" dirty="0"/>
              <a:t> 热 身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4B7817-B99E-4B85-9AE1-D5AA0E9F1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24E95-1B5B-4758-8971-340126446BFB}" type="datetime1">
              <a:rPr lang="zh-CN" altLang="en-US" smtClean="0"/>
              <a:t>2025/10/9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7AB416-4FB4-4239-B7DB-5288F175F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D47784-748B-4634-B14C-17773CBB2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</a:t>
            </a:fld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D7ED7EC-7886-1DE1-C308-6691C68B2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361835" y="2881086"/>
            <a:ext cx="1767024" cy="338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294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1E607AB-63F4-6512-5E08-A3A6B00B1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35DFF-39A1-F94C-AC0F-3B70B5F13D47}" type="datetime1">
              <a:rPr lang="zh-CN" altLang="en-US" smtClean="0"/>
              <a:t>2025/10/9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B8DFFDC-C986-3C4E-3708-B2AA087C7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6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315D80-5E53-F771-2249-3AD0929A6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D95460-E8BA-18EA-3DFA-FB4463DB7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87" r="11086"/>
          <a:stretch>
            <a:fillRect/>
          </a:stretch>
        </p:blipFill>
        <p:spPr bwMode="auto">
          <a:xfrm>
            <a:off x="2097571" y="1451878"/>
            <a:ext cx="4433888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099B86B-B877-5659-6345-4945081E70A9}"/>
              </a:ext>
            </a:extLst>
          </p:cNvPr>
          <p:cNvCxnSpPr>
            <a:cxnSpLocks/>
          </p:cNvCxnSpPr>
          <p:nvPr/>
        </p:nvCxnSpPr>
        <p:spPr>
          <a:xfrm flipH="1">
            <a:off x="2246107" y="3642490"/>
            <a:ext cx="3812484" cy="216894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10">
            <a:extLst>
              <a:ext uri="{FF2B5EF4-FFF2-40B4-BE49-F238E27FC236}">
                <a16:creationId xmlns:a16="http://schemas.microsoft.com/office/drawing/2014/main" id="{57B00448-E784-85F3-1E29-DD45B16A6051}"/>
              </a:ext>
            </a:extLst>
          </p:cNvPr>
          <p:cNvCxnSpPr/>
          <p:nvPr/>
        </p:nvCxnSpPr>
        <p:spPr>
          <a:xfrm flipV="1">
            <a:off x="2159968" y="5767256"/>
            <a:ext cx="172278" cy="8834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12">
            <a:extLst>
              <a:ext uri="{FF2B5EF4-FFF2-40B4-BE49-F238E27FC236}">
                <a16:creationId xmlns:a16="http://schemas.microsoft.com/office/drawing/2014/main" id="{91914287-B96B-CBA2-01C2-9AD217C192BF}"/>
              </a:ext>
            </a:extLst>
          </p:cNvPr>
          <p:cNvCxnSpPr/>
          <p:nvPr/>
        </p:nvCxnSpPr>
        <p:spPr>
          <a:xfrm flipV="1">
            <a:off x="5989293" y="3598316"/>
            <a:ext cx="172278" cy="8834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87828B5-29BD-B48E-B301-F586D8A11C0A}"/>
              </a:ext>
            </a:extLst>
          </p:cNvPr>
          <p:cNvSpPr txBox="1"/>
          <p:nvPr/>
        </p:nvSpPr>
        <p:spPr>
          <a:xfrm>
            <a:off x="1803570" y="5723082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</a:t>
            </a:r>
            <a:r>
              <a:rPr lang="en-US" altLang="zh-CN" baseline="-25000" dirty="0"/>
              <a:t>H</a:t>
            </a:r>
            <a:endParaRPr lang="zh-CN" altLang="en-US" baseline="-25000" dirty="0"/>
          </a:p>
        </p:txBody>
      </p:sp>
      <p:cxnSp>
        <p:nvCxnSpPr>
          <p:cNvPr id="10" name="直接连接符 14">
            <a:extLst>
              <a:ext uri="{FF2B5EF4-FFF2-40B4-BE49-F238E27FC236}">
                <a16:creationId xmlns:a16="http://schemas.microsoft.com/office/drawing/2014/main" id="{495E4A3A-7383-D55F-28A1-3660163931AA}"/>
              </a:ext>
            </a:extLst>
          </p:cNvPr>
          <p:cNvCxnSpPr/>
          <p:nvPr/>
        </p:nvCxnSpPr>
        <p:spPr>
          <a:xfrm flipV="1">
            <a:off x="5263458" y="2330527"/>
            <a:ext cx="0" cy="17537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6">
            <a:extLst>
              <a:ext uri="{FF2B5EF4-FFF2-40B4-BE49-F238E27FC236}">
                <a16:creationId xmlns:a16="http://schemas.microsoft.com/office/drawing/2014/main" id="{03BF2947-F77B-F6DE-19F4-8C951966035D}"/>
              </a:ext>
            </a:extLst>
          </p:cNvPr>
          <p:cNvCxnSpPr>
            <a:cxnSpLocks/>
          </p:cNvCxnSpPr>
          <p:nvPr/>
        </p:nvCxnSpPr>
        <p:spPr>
          <a:xfrm flipH="1" flipV="1">
            <a:off x="3728414" y="3244925"/>
            <a:ext cx="20549" cy="17161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8">
            <a:extLst>
              <a:ext uri="{FF2B5EF4-FFF2-40B4-BE49-F238E27FC236}">
                <a16:creationId xmlns:a16="http://schemas.microsoft.com/office/drawing/2014/main" id="{ED820B2D-62F3-DAB7-315F-91FFF9A35848}"/>
              </a:ext>
            </a:extLst>
          </p:cNvPr>
          <p:cNvCxnSpPr/>
          <p:nvPr/>
        </p:nvCxnSpPr>
        <p:spPr>
          <a:xfrm flipH="1">
            <a:off x="3728414" y="2330527"/>
            <a:ext cx="1535044" cy="9143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3C281B0B-FB0E-0322-6BD2-5147C4AA2F18}"/>
              </a:ext>
            </a:extLst>
          </p:cNvPr>
          <p:cNvSpPr txBox="1"/>
          <p:nvPr/>
        </p:nvSpPr>
        <p:spPr>
          <a:xfrm>
            <a:off x="3576770" y="4946177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463A849-8EFA-EAB5-4C12-7B310178CB17}"/>
              </a:ext>
            </a:extLst>
          </p:cNvPr>
          <p:cNvSpPr txBox="1"/>
          <p:nvPr/>
        </p:nvSpPr>
        <p:spPr>
          <a:xfrm>
            <a:off x="5208547" y="404426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A4031EA-9799-21EA-0C66-BEC3472173D9}"/>
              </a:ext>
            </a:extLst>
          </p:cNvPr>
          <p:cNvSpPr txBox="1"/>
          <p:nvPr/>
        </p:nvSpPr>
        <p:spPr>
          <a:xfrm>
            <a:off x="3401882" y="3190574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a'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9F0B2E8-FF84-F65D-55B2-1C4F52B74CEC}"/>
              </a:ext>
            </a:extLst>
          </p:cNvPr>
          <p:cNvSpPr txBox="1"/>
          <p:nvPr/>
        </p:nvSpPr>
        <p:spPr>
          <a:xfrm>
            <a:off x="5263458" y="2145861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b’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接连接符 24">
            <a:extLst>
              <a:ext uri="{FF2B5EF4-FFF2-40B4-BE49-F238E27FC236}">
                <a16:creationId xmlns:a16="http://schemas.microsoft.com/office/drawing/2014/main" id="{81DDE5F5-009D-B607-3485-6CA1A33CBCDD}"/>
              </a:ext>
            </a:extLst>
          </p:cNvPr>
          <p:cNvCxnSpPr>
            <a:cxnSpLocks/>
          </p:cNvCxnSpPr>
          <p:nvPr/>
        </p:nvCxnSpPr>
        <p:spPr>
          <a:xfrm>
            <a:off x="3707342" y="2468309"/>
            <a:ext cx="1107016" cy="4720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DE9C2C9F-ABBC-229E-C0BD-008ACB45D17B}"/>
              </a:ext>
            </a:extLst>
          </p:cNvPr>
          <p:cNvSpPr txBox="1"/>
          <p:nvPr/>
        </p:nvSpPr>
        <p:spPr>
          <a:xfrm>
            <a:off x="4306272" y="2434300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k'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接连接符 30">
            <a:extLst>
              <a:ext uri="{FF2B5EF4-FFF2-40B4-BE49-F238E27FC236}">
                <a16:creationId xmlns:a16="http://schemas.microsoft.com/office/drawing/2014/main" id="{EEF09F61-AFB4-6924-3572-B73D49360F2C}"/>
              </a:ext>
            </a:extLst>
          </p:cNvPr>
          <p:cNvCxnSpPr>
            <a:cxnSpLocks/>
          </p:cNvCxnSpPr>
          <p:nvPr/>
        </p:nvCxnSpPr>
        <p:spPr>
          <a:xfrm flipH="1">
            <a:off x="4463033" y="2793691"/>
            <a:ext cx="15376" cy="17609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A2D3E6A6-B6B7-BBD4-572B-7847C587EABE}"/>
              </a:ext>
            </a:extLst>
          </p:cNvPr>
          <p:cNvSpPr txBox="1"/>
          <p:nvPr/>
        </p:nvSpPr>
        <p:spPr>
          <a:xfrm>
            <a:off x="4314515" y="4470404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直接连接符 37">
            <a:extLst>
              <a:ext uri="{FF2B5EF4-FFF2-40B4-BE49-F238E27FC236}">
                <a16:creationId xmlns:a16="http://schemas.microsoft.com/office/drawing/2014/main" id="{8702E3AC-702B-C222-AD3B-813F78135FF8}"/>
              </a:ext>
            </a:extLst>
          </p:cNvPr>
          <p:cNvCxnSpPr>
            <a:cxnSpLocks/>
          </p:cNvCxnSpPr>
          <p:nvPr/>
        </p:nvCxnSpPr>
        <p:spPr>
          <a:xfrm flipV="1">
            <a:off x="4508983" y="4095444"/>
            <a:ext cx="723900" cy="4191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34">
            <a:extLst>
              <a:ext uri="{FF2B5EF4-FFF2-40B4-BE49-F238E27FC236}">
                <a16:creationId xmlns:a16="http://schemas.microsoft.com/office/drawing/2014/main" id="{3DE90599-2A84-69D5-88CC-79FD360D5B7D}"/>
              </a:ext>
            </a:extLst>
          </p:cNvPr>
          <p:cNvCxnSpPr>
            <a:cxnSpLocks/>
          </p:cNvCxnSpPr>
          <p:nvPr/>
        </p:nvCxnSpPr>
        <p:spPr>
          <a:xfrm flipV="1">
            <a:off x="4416674" y="4071319"/>
            <a:ext cx="886261" cy="505450"/>
          </a:xfrm>
          <a:prstGeom prst="line">
            <a:avLst/>
          </a:prstGeom>
          <a:ln>
            <a:prstDash val="lg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47">
            <a:extLst>
              <a:ext uri="{FF2B5EF4-FFF2-40B4-BE49-F238E27FC236}">
                <a16:creationId xmlns:a16="http://schemas.microsoft.com/office/drawing/2014/main" id="{EA354D78-645E-77B8-DF23-133F5CDC55D8}"/>
              </a:ext>
            </a:extLst>
          </p:cNvPr>
          <p:cNvCxnSpPr>
            <a:cxnSpLocks/>
          </p:cNvCxnSpPr>
          <p:nvPr/>
        </p:nvCxnSpPr>
        <p:spPr>
          <a:xfrm>
            <a:off x="4486104" y="2808387"/>
            <a:ext cx="335994" cy="11824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44">
            <a:extLst>
              <a:ext uri="{FF2B5EF4-FFF2-40B4-BE49-F238E27FC236}">
                <a16:creationId xmlns:a16="http://schemas.microsoft.com/office/drawing/2014/main" id="{D682DB67-8D08-3F57-4924-788A6CE2C4E6}"/>
              </a:ext>
            </a:extLst>
          </p:cNvPr>
          <p:cNvCxnSpPr>
            <a:cxnSpLocks/>
          </p:cNvCxnSpPr>
          <p:nvPr/>
        </p:nvCxnSpPr>
        <p:spPr>
          <a:xfrm>
            <a:off x="4479787" y="2801189"/>
            <a:ext cx="343241" cy="140745"/>
          </a:xfrm>
          <a:prstGeom prst="line">
            <a:avLst/>
          </a:prstGeom>
          <a:ln>
            <a:prstDash val="lg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49">
            <a:extLst>
              <a:ext uri="{FF2B5EF4-FFF2-40B4-BE49-F238E27FC236}">
                <a16:creationId xmlns:a16="http://schemas.microsoft.com/office/drawing/2014/main" id="{EF3A6E95-8172-AFCA-1C3F-9D0FA4AA3CDC}"/>
              </a:ext>
            </a:extLst>
          </p:cNvPr>
          <p:cNvCxnSpPr>
            <a:cxnSpLocks/>
          </p:cNvCxnSpPr>
          <p:nvPr/>
        </p:nvCxnSpPr>
        <p:spPr>
          <a:xfrm>
            <a:off x="3672728" y="2455815"/>
            <a:ext cx="812446" cy="348621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55">
            <a:extLst>
              <a:ext uri="{FF2B5EF4-FFF2-40B4-BE49-F238E27FC236}">
                <a16:creationId xmlns:a16="http://schemas.microsoft.com/office/drawing/2014/main" id="{6C9A6077-9596-FD3F-563D-D5FBED54A36F}"/>
              </a:ext>
            </a:extLst>
          </p:cNvPr>
          <p:cNvCxnSpPr>
            <a:cxnSpLocks/>
          </p:cNvCxnSpPr>
          <p:nvPr/>
        </p:nvCxnSpPr>
        <p:spPr>
          <a:xfrm flipV="1">
            <a:off x="3707226" y="4542741"/>
            <a:ext cx="766833" cy="441207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5190F965-3DFD-62D4-E365-2C26A6EEBAC9}"/>
              </a:ext>
            </a:extLst>
          </p:cNvPr>
          <p:cNvSpPr txBox="1"/>
          <p:nvPr/>
        </p:nvSpPr>
        <p:spPr>
          <a:xfrm>
            <a:off x="244056" y="673921"/>
            <a:ext cx="10792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n-ea"/>
                <a:sym typeface="Wingdings" panose="05000000000000000000" pitchFamily="2" charset="2"/>
              </a:rPr>
              <a:t>【</a:t>
            </a:r>
            <a:r>
              <a:rPr lang="zh-CN" altLang="en-US" sz="2800" dirty="0">
                <a:latin typeface="+mn-ea"/>
                <a:sym typeface="Wingdings" panose="05000000000000000000" pitchFamily="2" charset="2"/>
              </a:rPr>
              <a:t>练</a:t>
            </a:r>
            <a:r>
              <a:rPr lang="en-US" altLang="zh-CN" sz="2800" dirty="0">
                <a:latin typeface="+mn-ea"/>
                <a:sym typeface="Wingdings" panose="05000000000000000000" pitchFamily="2" charset="2"/>
              </a:rPr>
              <a:t>1】</a:t>
            </a:r>
            <a:r>
              <a:rPr lang="zh-CN" altLang="en-US" sz="2800" dirty="0">
                <a:solidFill>
                  <a:srgbClr val="C00000"/>
                </a:solidFill>
                <a:latin typeface="+mn-ea"/>
                <a:sym typeface="Wingdings" panose="05000000000000000000" pitchFamily="2" charset="2"/>
              </a:rPr>
              <a:t> </a:t>
            </a:r>
            <a:r>
              <a:rPr lang="en-US" altLang="zh-CN" sz="2800" dirty="0">
                <a:latin typeface="+mn-ea"/>
              </a:rPr>
              <a:t> </a:t>
            </a:r>
            <a:r>
              <a:rPr lang="zh-CN" altLang="en-US" sz="2800" dirty="0">
                <a:latin typeface="+mn-ea"/>
              </a:rPr>
              <a:t>求一般位置直线与一般位置平面的交点并判别可见性。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DEBB076-3971-E30F-F96A-F1F1C8B5192A}"/>
              </a:ext>
            </a:extLst>
          </p:cNvPr>
          <p:cNvSpPr txBox="1"/>
          <p:nvPr/>
        </p:nvSpPr>
        <p:spPr>
          <a:xfrm>
            <a:off x="6586370" y="1551084"/>
            <a:ext cx="5115093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空间及投影分析：</a:t>
            </a:r>
            <a:endParaRPr lang="en-US" altLang="zh-CN" sz="2000" dirty="0"/>
          </a:p>
          <a:p>
            <a:pPr marL="342900" indent="-342900">
              <a:buAutoNum type="arabicPeriod"/>
            </a:pPr>
            <a:r>
              <a:rPr lang="en-US" altLang="zh-CN" dirty="0"/>
              <a:t>FG</a:t>
            </a:r>
            <a:r>
              <a:rPr lang="zh-CN" altLang="en-US" dirty="0"/>
              <a:t>为一般位置直线；</a:t>
            </a:r>
            <a:r>
              <a:rPr lang="en-US" altLang="zh-CN" dirty="0"/>
              <a:t>CDE</a:t>
            </a:r>
            <a:r>
              <a:rPr lang="zh-CN" altLang="en-US" dirty="0"/>
              <a:t>为一般位置平面。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FG</a:t>
            </a:r>
            <a:r>
              <a:rPr lang="zh-CN" altLang="en-US" dirty="0"/>
              <a:t>的同名投影有类似性；</a:t>
            </a:r>
            <a:r>
              <a:rPr lang="en-US" altLang="zh-CN" dirty="0"/>
              <a:t>CDE</a:t>
            </a:r>
            <a:r>
              <a:rPr lang="zh-CN" altLang="en-US" dirty="0"/>
              <a:t>的同名投影有类似性。</a:t>
            </a: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r>
              <a:rPr lang="zh-CN" altLang="en-US" sz="2000" dirty="0"/>
              <a:t>作图方法：</a:t>
            </a:r>
            <a:endParaRPr lang="en-US" altLang="zh-CN" sz="2000" dirty="0"/>
          </a:p>
          <a:p>
            <a:pPr marL="342900" indent="-342900">
              <a:buAutoNum type="arabicPeriod"/>
            </a:pPr>
            <a:r>
              <a:rPr lang="zh-CN" altLang="en-US" dirty="0"/>
              <a:t>作垂直于</a:t>
            </a:r>
            <a:r>
              <a:rPr lang="en-US" altLang="zh-CN" dirty="0"/>
              <a:t>H</a:t>
            </a:r>
            <a:r>
              <a:rPr lang="zh-CN" altLang="en-US" dirty="0"/>
              <a:t>面的辅助平面</a:t>
            </a:r>
            <a:r>
              <a:rPr lang="en-US" altLang="zh-CN" dirty="0"/>
              <a:t>P</a:t>
            </a:r>
            <a:r>
              <a:rPr lang="en-US" altLang="zh-CN" baseline="-25000" dirty="0"/>
              <a:t>H </a:t>
            </a:r>
            <a:r>
              <a:rPr lang="zh-CN" altLang="en-US" dirty="0"/>
              <a:t>。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求出交点</a:t>
            </a:r>
            <a:r>
              <a:rPr lang="en-US" altLang="zh-CN" dirty="0"/>
              <a:t>K</a:t>
            </a:r>
            <a:r>
              <a:rPr lang="zh-CN" altLang="en-US" dirty="0"/>
              <a:t>在</a:t>
            </a:r>
            <a:r>
              <a:rPr lang="en-US" altLang="zh-CN" dirty="0"/>
              <a:t>V</a:t>
            </a:r>
            <a:r>
              <a:rPr lang="zh-CN" altLang="en-US" dirty="0"/>
              <a:t>面上的投影。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通过线上找点的方法求出</a:t>
            </a:r>
            <a:r>
              <a:rPr lang="en-US" altLang="zh-CN" dirty="0"/>
              <a:t>K</a:t>
            </a:r>
            <a:r>
              <a:rPr lang="zh-CN" altLang="en-US" dirty="0"/>
              <a:t>在</a:t>
            </a:r>
            <a:r>
              <a:rPr lang="en-US" altLang="zh-CN" dirty="0"/>
              <a:t>H</a:t>
            </a:r>
            <a:r>
              <a:rPr lang="zh-CN" altLang="en-US" dirty="0"/>
              <a:t>面上的投影。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通过</a:t>
            </a:r>
            <a:r>
              <a:rPr lang="en-US" altLang="zh-CN" dirty="0"/>
              <a:t>FK</a:t>
            </a:r>
            <a:r>
              <a:rPr lang="zh-CN" altLang="en-US" dirty="0"/>
              <a:t>和</a:t>
            </a:r>
            <a:r>
              <a:rPr lang="en-US" altLang="zh-CN" dirty="0"/>
              <a:t>EC</a:t>
            </a:r>
            <a:r>
              <a:rPr lang="zh-CN" altLang="en-US" dirty="0"/>
              <a:t>的前后关系，判断</a:t>
            </a:r>
            <a:r>
              <a:rPr lang="en-US" altLang="zh-CN" dirty="0"/>
              <a:t>FK</a:t>
            </a:r>
            <a:r>
              <a:rPr lang="zh-CN" altLang="en-US" dirty="0"/>
              <a:t>在</a:t>
            </a:r>
            <a:r>
              <a:rPr lang="en-US" altLang="zh-CN" dirty="0"/>
              <a:t>V</a:t>
            </a:r>
            <a:r>
              <a:rPr lang="zh-CN" altLang="en-US" dirty="0"/>
              <a:t>面上投影的可见性。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通过</a:t>
            </a:r>
            <a:r>
              <a:rPr lang="en-US" altLang="zh-CN" dirty="0"/>
              <a:t>FK</a:t>
            </a:r>
            <a:r>
              <a:rPr lang="zh-CN" altLang="en-US" dirty="0"/>
              <a:t>和</a:t>
            </a:r>
            <a:r>
              <a:rPr lang="en-US" altLang="zh-CN" dirty="0"/>
              <a:t>ED</a:t>
            </a:r>
            <a:r>
              <a:rPr lang="zh-CN" altLang="en-US" dirty="0"/>
              <a:t>的上下关系，判断</a:t>
            </a:r>
            <a:r>
              <a:rPr lang="en-US" altLang="zh-CN" dirty="0"/>
              <a:t>FK</a:t>
            </a:r>
            <a:r>
              <a:rPr lang="zh-CN" altLang="en-US" dirty="0"/>
              <a:t>在</a:t>
            </a:r>
            <a:r>
              <a:rPr lang="en-US" altLang="zh-CN" dirty="0"/>
              <a:t>H</a:t>
            </a:r>
            <a:r>
              <a:rPr lang="zh-CN" altLang="en-US" dirty="0"/>
              <a:t>面上投影的可见性。</a:t>
            </a:r>
            <a:endParaRPr lang="en-US" altLang="zh-CN" dirty="0"/>
          </a:p>
        </p:txBody>
      </p:sp>
      <p:sp>
        <p:nvSpPr>
          <p:cNvPr id="29" name="图文框 243717">
            <a:extLst>
              <a:ext uri="{FF2B5EF4-FFF2-40B4-BE49-F238E27FC236}">
                <a16:creationId xmlns:a16="http://schemas.microsoft.com/office/drawing/2014/main" id="{8935ECF1-85F2-F5B4-98EF-78190A437595}"/>
              </a:ext>
            </a:extLst>
          </p:cNvPr>
          <p:cNvSpPr/>
          <p:nvPr/>
        </p:nvSpPr>
        <p:spPr>
          <a:xfrm>
            <a:off x="10694011" y="5893391"/>
            <a:ext cx="342900" cy="273878"/>
          </a:xfrm>
          <a:prstGeom prst="fra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148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4" grpId="0"/>
      <p:bldP spid="15" grpId="0"/>
      <p:bldP spid="16" grpId="0"/>
      <p:bldP spid="18" grpId="0"/>
      <p:bldP spid="20" grpId="0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9D43AA9-817A-D056-C091-A3CF1E038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CD40E-4FFE-0449-BC26-A6DA9F09B04D}" type="datetime1">
              <a:rPr lang="en-US" smtClean="0"/>
              <a:t>10/9/25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AE128D9-EDB5-9F7B-EC7E-F759FCF7D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DEF261-964A-BDE5-8229-457698569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5</a:t>
            </a:fld>
            <a:endParaRPr lang="en-US"/>
          </a:p>
        </p:txBody>
      </p:sp>
      <p:sp>
        <p:nvSpPr>
          <p:cNvPr id="5" name="Line 2">
            <a:extLst>
              <a:ext uri="{FF2B5EF4-FFF2-40B4-BE49-F238E27FC236}">
                <a16:creationId xmlns:a16="http://schemas.microsoft.com/office/drawing/2014/main" id="{2B379A3F-02F9-CA7B-9273-06F2CC04EA4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4179" y="4832377"/>
            <a:ext cx="1865312" cy="738187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6" name="AutoShape 3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CB336A1D-BBD2-4206-AB7A-28CC522D7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14456" y="262391"/>
            <a:ext cx="4435929" cy="689429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1352" tIns="45680" rIns="91352" bIns="45680" anchor="ctr"/>
          <a:lstStyle/>
          <a:p>
            <a:pPr algn="ctr" defTabSz="1279525"/>
            <a:r>
              <a:rPr kumimoji="1" lang="zh-CN" altLang="en-US" sz="3214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</a:rPr>
              <a:t>综合复习</a:t>
            </a:r>
            <a:r>
              <a:rPr lang="zh-CN" altLang="en-US" sz="3600" dirty="0">
                <a:solidFill>
                  <a:srgbClr val="C00000"/>
                </a:solidFill>
                <a:sym typeface="Wingdings" panose="05000000000000000000" pitchFamily="2" charset="2"/>
              </a:rPr>
              <a:t></a:t>
            </a:r>
            <a:endParaRPr kumimoji="1" lang="zh-CN" altLang="en-US" sz="3214" b="1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82E317A5-AA5C-7AB7-CA04-F60B82A72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3071" y="1157315"/>
            <a:ext cx="2312080" cy="466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52" tIns="45680" rIns="91352" bIns="45680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endParaRPr kumimoji="1" lang="en-US" altLang="en-US" sz="2429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F680D813-9568-5B35-AD79-2356DAB3D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5309" y="1275379"/>
            <a:ext cx="7370346" cy="543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352" tIns="45680" rIns="91352" bIns="45680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929" b="1" dirty="0">
                <a:solidFill>
                  <a:srgbClr val="002060"/>
                </a:solidFill>
                <a:latin typeface="+mn-ea"/>
                <a:ea typeface="+mn-ea"/>
              </a:rPr>
              <a:t>求直线与平面交点，并判断其可见性。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13FEDEB2-EA6F-01F0-2E85-15873AE1E4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1634" y="2160842"/>
            <a:ext cx="1974170" cy="58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52" tIns="45680" rIns="91352" bIns="45680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50000"/>
              </a:spcBef>
            </a:pPr>
            <a:r>
              <a:rPr kumimoji="1" lang="zh-CN" altLang="en-US" sz="3200" b="1" dirty="0">
                <a:solidFill>
                  <a:srgbClr val="C00000"/>
                </a:solidFill>
                <a:latin typeface="+mn-ea"/>
                <a:ea typeface="+mn-ea"/>
              </a:rPr>
              <a:t>复习内容</a:t>
            </a: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F749A25C-1B32-3AF9-AF25-9C4A1A98E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572" y="2917172"/>
            <a:ext cx="2473098" cy="9047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52" tIns="45680" rIns="91352" bIns="45680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</a:pPr>
            <a:r>
              <a:rPr kumimoji="1" lang="en-US" altLang="zh-CN" sz="1400">
                <a:latin typeface="+mn-ea"/>
                <a:ea typeface="+mn-ea"/>
              </a:rPr>
              <a:t>●  </a:t>
            </a:r>
            <a:r>
              <a:rPr kumimoji="1" lang="zh-CN" altLang="en-US" sz="2400" b="1">
                <a:solidFill>
                  <a:schemeClr val="tx2"/>
                </a:solidFill>
                <a:latin typeface="+mn-ea"/>
                <a:ea typeface="+mn-ea"/>
              </a:rPr>
              <a:t>直线与平面</a:t>
            </a:r>
          </a:p>
          <a:p>
            <a:pPr>
              <a:lnSpc>
                <a:spcPct val="110000"/>
              </a:lnSpc>
            </a:pPr>
            <a:r>
              <a:rPr kumimoji="1" lang="zh-CN" altLang="en-US" sz="2400" b="1">
                <a:solidFill>
                  <a:schemeClr val="tx2"/>
                </a:solidFill>
                <a:latin typeface="+mn-ea"/>
                <a:ea typeface="+mn-ea"/>
              </a:rPr>
              <a:t>    交点的特性</a:t>
            </a:r>
            <a:endParaRPr kumimoji="1" lang="zh-CN" altLang="en-US" sz="1400" b="1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DEE59A5E-5929-12D4-8FAF-2FA2927A43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5045" y="4020485"/>
            <a:ext cx="2551339" cy="9047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52" tIns="45680" rIns="91352" bIns="45680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</a:pPr>
            <a:r>
              <a:rPr kumimoji="1" lang="en-US" altLang="zh-CN" sz="1400">
                <a:latin typeface="+mn-ea"/>
                <a:ea typeface="+mn-ea"/>
              </a:rPr>
              <a:t>●  </a:t>
            </a:r>
            <a:r>
              <a:rPr kumimoji="1" lang="zh-CN" altLang="en-US" sz="2400" b="1">
                <a:latin typeface="+mn-ea"/>
                <a:ea typeface="+mn-ea"/>
              </a:rPr>
              <a:t>判断可见性</a:t>
            </a:r>
          </a:p>
          <a:p>
            <a:pPr>
              <a:lnSpc>
                <a:spcPct val="110000"/>
              </a:lnSpc>
            </a:pPr>
            <a:r>
              <a:rPr kumimoji="1" lang="zh-CN" altLang="en-US" sz="2400" b="1">
                <a:latin typeface="+mn-ea"/>
                <a:ea typeface="+mn-ea"/>
              </a:rPr>
              <a:t>  的方法</a:t>
            </a:r>
            <a:endParaRPr kumimoji="1" lang="zh-CN" altLang="en-US" sz="1400" b="1">
              <a:latin typeface="+mn-ea"/>
              <a:ea typeface="+mn-ea"/>
            </a:endParaRPr>
          </a:p>
        </p:txBody>
      </p:sp>
      <p:sp>
        <p:nvSpPr>
          <p:cNvPr id="12" name="Line 9">
            <a:extLst>
              <a:ext uri="{FF2B5EF4-FFF2-40B4-BE49-F238E27FC236}">
                <a16:creationId xmlns:a16="http://schemas.microsoft.com/office/drawing/2014/main" id="{0C9171F9-1CC1-FF01-B77E-B4CFBEB320B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7758" y="4030689"/>
            <a:ext cx="4473349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13" name="Line 10">
            <a:extLst>
              <a:ext uri="{FF2B5EF4-FFF2-40B4-BE49-F238E27FC236}">
                <a16:creationId xmlns:a16="http://schemas.microsoft.com/office/drawing/2014/main" id="{6731E67E-DAFD-02B4-DC4D-A5E0FF23E3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49268" y="2437521"/>
            <a:ext cx="2654526" cy="1317625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14" name="Line 11">
            <a:extLst>
              <a:ext uri="{FF2B5EF4-FFF2-40B4-BE49-F238E27FC236}">
                <a16:creationId xmlns:a16="http://schemas.microsoft.com/office/drawing/2014/main" id="{C8E503FB-9F4B-4085-FA51-330A88C08BE8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6571" y="2486279"/>
            <a:ext cx="2978830" cy="116114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15" name="Line 12">
            <a:extLst>
              <a:ext uri="{FF2B5EF4-FFF2-40B4-BE49-F238E27FC236}">
                <a16:creationId xmlns:a16="http://schemas.microsoft.com/office/drawing/2014/main" id="{2FD93720-09D4-D141-1E36-FB661E7ABD2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4196" y="2997681"/>
            <a:ext cx="0" cy="2271259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16" name="Line 13">
            <a:extLst>
              <a:ext uri="{FF2B5EF4-FFF2-40B4-BE49-F238E27FC236}">
                <a16:creationId xmlns:a16="http://schemas.microsoft.com/office/drawing/2014/main" id="{78E70896-2ED8-82F9-99CC-AFD4E0B3AB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40197" y="4394681"/>
            <a:ext cx="9071" cy="255134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17" name="Line 14">
            <a:extLst>
              <a:ext uri="{FF2B5EF4-FFF2-40B4-BE49-F238E27FC236}">
                <a16:creationId xmlns:a16="http://schemas.microsoft.com/office/drawing/2014/main" id="{7FD3F48C-6E63-DCA0-B6FB-D2D09CBF74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5241" y="5407279"/>
            <a:ext cx="10206" cy="2936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18" name="Line 15">
            <a:extLst>
              <a:ext uri="{FF2B5EF4-FFF2-40B4-BE49-F238E27FC236}">
                <a16:creationId xmlns:a16="http://schemas.microsoft.com/office/drawing/2014/main" id="{C814F7E4-8EAE-A903-CFEF-5AD225E40F30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6366" y="4089654"/>
            <a:ext cx="0" cy="23472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19" name="Line 16">
            <a:extLst>
              <a:ext uri="{FF2B5EF4-FFF2-40B4-BE49-F238E27FC236}">
                <a16:creationId xmlns:a16="http://schemas.microsoft.com/office/drawing/2014/main" id="{BF33D428-E783-73A2-8534-8C6B6DD09228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5401" y="4453645"/>
            <a:ext cx="10206" cy="344714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20" name="Line 17">
            <a:extLst>
              <a:ext uri="{FF2B5EF4-FFF2-40B4-BE49-F238E27FC236}">
                <a16:creationId xmlns:a16="http://schemas.microsoft.com/office/drawing/2014/main" id="{B64109CB-513C-290A-581D-BF15B4BD9F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87304" y="4807431"/>
            <a:ext cx="1848304" cy="1682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21" name="Line 18">
            <a:extLst>
              <a:ext uri="{FF2B5EF4-FFF2-40B4-BE49-F238E27FC236}">
                <a16:creationId xmlns:a16="http://schemas.microsoft.com/office/drawing/2014/main" id="{856CAA89-71BD-68E5-972D-23EF7531D6B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36366" y="4324378"/>
            <a:ext cx="1170214" cy="217374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22" name="Line 19">
            <a:extLst>
              <a:ext uri="{FF2B5EF4-FFF2-40B4-BE49-F238E27FC236}">
                <a16:creationId xmlns:a16="http://schemas.microsoft.com/office/drawing/2014/main" id="{9CA9A522-4ED3-345A-2A7B-2EE22389CF08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6366" y="4335717"/>
            <a:ext cx="2999241" cy="46264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23" name="Line 20">
            <a:extLst>
              <a:ext uri="{FF2B5EF4-FFF2-40B4-BE49-F238E27FC236}">
                <a16:creationId xmlns:a16="http://schemas.microsoft.com/office/drawing/2014/main" id="{263BD750-C1D4-8CB2-F0EB-42B6AAC60D5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79491" y="5573967"/>
            <a:ext cx="295956" cy="12700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24" name="Line 21">
            <a:extLst>
              <a:ext uri="{FF2B5EF4-FFF2-40B4-BE49-F238E27FC236}">
                <a16:creationId xmlns:a16="http://schemas.microsoft.com/office/drawing/2014/main" id="{20F059AC-A262-7E89-764D-1964A5F9B598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0196" y="4649815"/>
            <a:ext cx="470580" cy="197304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8574B460-19D0-859C-2519-14028596D62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9268" y="3764217"/>
            <a:ext cx="0" cy="16895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26" name="Line 23">
            <a:extLst>
              <a:ext uri="{FF2B5EF4-FFF2-40B4-BE49-F238E27FC236}">
                <a16:creationId xmlns:a16="http://schemas.microsoft.com/office/drawing/2014/main" id="{A3371A90-7AFB-A427-583D-00DA3838E666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6366" y="2467002"/>
            <a:ext cx="0" cy="235857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0012C3DE-3D42-FA63-B816-8C1799A38E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75447" y="2446592"/>
            <a:ext cx="9071" cy="28575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28" name="Line 25">
            <a:extLst>
              <a:ext uri="{FF2B5EF4-FFF2-40B4-BE49-F238E27FC236}">
                <a16:creationId xmlns:a16="http://schemas.microsoft.com/office/drawing/2014/main" id="{F194B2FF-50ED-43C7-E803-3DA71A03AB8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5607" y="3656493"/>
            <a:ext cx="0" cy="236991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3AF8F5E3-F70B-4713-32A0-FFC9CDBA84A9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4402" y="5250797"/>
            <a:ext cx="805089" cy="319768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30" name="Line 27">
            <a:extLst>
              <a:ext uri="{FF2B5EF4-FFF2-40B4-BE49-F238E27FC236}">
                <a16:creationId xmlns:a16="http://schemas.microsoft.com/office/drawing/2014/main" id="{AA88A52F-0BAA-9EEB-C085-658C9226EE43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8196" y="4864127"/>
            <a:ext cx="1052286" cy="394607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31" name="AutoShape 28">
            <a:extLst>
              <a:ext uri="{FF2B5EF4-FFF2-40B4-BE49-F238E27FC236}">
                <a16:creationId xmlns:a16="http://schemas.microsoft.com/office/drawing/2014/main" id="{8D77B2A3-EEE7-D3AC-3388-8FB73CC02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46804" y="6229378"/>
            <a:ext cx="179161" cy="436562"/>
          </a:xfrm>
          <a:prstGeom prst="downArrow">
            <a:avLst>
              <a:gd name="adj1" fmla="val 15324"/>
              <a:gd name="adj2" fmla="val 145943"/>
            </a:avLst>
          </a:prstGeom>
          <a:solidFill>
            <a:srgbClr val="FF66FF">
              <a:alpha val="8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286"/>
          </a:p>
        </p:txBody>
      </p:sp>
    </p:spTree>
    <p:extLst>
      <p:ext uri="{BB962C8B-B14F-4D97-AF65-F5344CB8AC3E}">
        <p14:creationId xmlns:p14="http://schemas.microsoft.com/office/powerpoint/2010/main" val="2908746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AB67543-A5C3-2EFC-5870-DE297F04A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1534F-57E0-1B43-88B1-B2E1BDC7FEDE}" type="datetime1">
              <a:rPr lang="en-US" smtClean="0"/>
              <a:t>10/9/25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1AFA0FF-D220-1984-AAEB-864104CD3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19523F-F586-8830-7F3B-9E95BA760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0B489384-9EB4-423F-79B2-0EED5657C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14" r="40329" b="1701"/>
          <a:stretch>
            <a:fillRect/>
          </a:stretch>
        </p:blipFill>
        <p:spPr bwMode="auto">
          <a:xfrm>
            <a:off x="3949008" y="978631"/>
            <a:ext cx="3840162" cy="47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959B1792-F908-EA5F-567F-616D13D84521}"/>
              </a:ext>
            </a:extLst>
          </p:cNvPr>
          <p:cNvCxnSpPr>
            <a:cxnSpLocks/>
          </p:cNvCxnSpPr>
          <p:nvPr/>
        </p:nvCxnSpPr>
        <p:spPr>
          <a:xfrm flipV="1">
            <a:off x="5213822" y="2573645"/>
            <a:ext cx="0" cy="20015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4">
            <a:extLst>
              <a:ext uri="{FF2B5EF4-FFF2-40B4-BE49-F238E27FC236}">
                <a16:creationId xmlns:a16="http://schemas.microsoft.com/office/drawing/2014/main" id="{ED7DF781-A702-5D41-B45E-A41BEF147A80}"/>
              </a:ext>
            </a:extLst>
          </p:cNvPr>
          <p:cNvCxnSpPr/>
          <p:nvPr/>
        </p:nvCxnSpPr>
        <p:spPr>
          <a:xfrm>
            <a:off x="4903942" y="2152005"/>
            <a:ext cx="441960" cy="6146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09E47F75-A896-108D-D67A-B0AE5E92A14C}"/>
              </a:ext>
            </a:extLst>
          </p:cNvPr>
          <p:cNvCxnSpPr>
            <a:cxnSpLocks/>
          </p:cNvCxnSpPr>
          <p:nvPr/>
        </p:nvCxnSpPr>
        <p:spPr>
          <a:xfrm flipH="1">
            <a:off x="5869089" y="2309485"/>
            <a:ext cx="680773" cy="5283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8">
            <a:extLst>
              <a:ext uri="{FF2B5EF4-FFF2-40B4-BE49-F238E27FC236}">
                <a16:creationId xmlns:a16="http://schemas.microsoft.com/office/drawing/2014/main" id="{73D82BE2-349C-85C1-6C8F-A84D5D68CCDC}"/>
              </a:ext>
            </a:extLst>
          </p:cNvPr>
          <p:cNvCxnSpPr>
            <a:cxnSpLocks/>
          </p:cNvCxnSpPr>
          <p:nvPr/>
        </p:nvCxnSpPr>
        <p:spPr>
          <a:xfrm flipH="1">
            <a:off x="5422102" y="1693535"/>
            <a:ext cx="650241" cy="355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31EF59-C3FF-F0D8-43F9-4E05851529D0}"/>
              </a:ext>
            </a:extLst>
          </p:cNvPr>
          <p:cNvCxnSpPr>
            <a:cxnSpLocks/>
          </p:cNvCxnSpPr>
          <p:nvPr/>
        </p:nvCxnSpPr>
        <p:spPr>
          <a:xfrm flipH="1">
            <a:off x="4934422" y="1724015"/>
            <a:ext cx="487680" cy="4165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3">
            <a:extLst>
              <a:ext uri="{FF2B5EF4-FFF2-40B4-BE49-F238E27FC236}">
                <a16:creationId xmlns:a16="http://schemas.microsoft.com/office/drawing/2014/main" id="{601F3D68-49B4-1207-F6C3-DD430F4664F6}"/>
              </a:ext>
            </a:extLst>
          </p:cNvPr>
          <p:cNvCxnSpPr>
            <a:cxnSpLocks/>
          </p:cNvCxnSpPr>
          <p:nvPr/>
        </p:nvCxnSpPr>
        <p:spPr>
          <a:xfrm>
            <a:off x="6097743" y="1699885"/>
            <a:ext cx="452119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5">
            <a:extLst>
              <a:ext uri="{FF2B5EF4-FFF2-40B4-BE49-F238E27FC236}">
                <a16:creationId xmlns:a16="http://schemas.microsoft.com/office/drawing/2014/main" id="{31E5B578-B039-67AE-BB04-BA77606CD23C}"/>
              </a:ext>
            </a:extLst>
          </p:cNvPr>
          <p:cNvCxnSpPr>
            <a:cxnSpLocks/>
          </p:cNvCxnSpPr>
          <p:nvPr/>
        </p:nvCxnSpPr>
        <p:spPr>
          <a:xfrm>
            <a:off x="5345902" y="2786608"/>
            <a:ext cx="549116" cy="365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20">
            <a:extLst>
              <a:ext uri="{FF2B5EF4-FFF2-40B4-BE49-F238E27FC236}">
                <a16:creationId xmlns:a16="http://schemas.microsoft.com/office/drawing/2014/main" id="{D7F9F58E-BED1-E24D-3334-86DDCBDD4584}"/>
              </a:ext>
            </a:extLst>
          </p:cNvPr>
          <p:cNvCxnSpPr>
            <a:cxnSpLocks/>
          </p:cNvCxnSpPr>
          <p:nvPr/>
        </p:nvCxnSpPr>
        <p:spPr>
          <a:xfrm flipV="1">
            <a:off x="6323802" y="2487285"/>
            <a:ext cx="0" cy="19532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22">
            <a:extLst>
              <a:ext uri="{FF2B5EF4-FFF2-40B4-BE49-F238E27FC236}">
                <a16:creationId xmlns:a16="http://schemas.microsoft.com/office/drawing/2014/main" id="{E6CA82E2-6489-AEC5-B0FC-676951A63FA2}"/>
              </a:ext>
            </a:extLst>
          </p:cNvPr>
          <p:cNvCxnSpPr>
            <a:cxnSpLocks/>
          </p:cNvCxnSpPr>
          <p:nvPr/>
        </p:nvCxnSpPr>
        <p:spPr>
          <a:xfrm flipH="1">
            <a:off x="5209723" y="2493636"/>
            <a:ext cx="1109980" cy="965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5">
            <a:extLst>
              <a:ext uri="{FF2B5EF4-FFF2-40B4-BE49-F238E27FC236}">
                <a16:creationId xmlns:a16="http://schemas.microsoft.com/office/drawing/2014/main" id="{514941B3-0FF6-46C2-A4D7-7C528B271FC1}"/>
              </a:ext>
            </a:extLst>
          </p:cNvPr>
          <p:cNvCxnSpPr/>
          <p:nvPr/>
        </p:nvCxnSpPr>
        <p:spPr>
          <a:xfrm>
            <a:off x="5047239" y="2766685"/>
            <a:ext cx="1231900" cy="952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4">
            <a:extLst>
              <a:ext uri="{FF2B5EF4-FFF2-40B4-BE49-F238E27FC236}">
                <a16:creationId xmlns:a16="http://schemas.microsoft.com/office/drawing/2014/main" id="{4CF5E757-B7FB-4F20-3807-EE2E5E266D27}"/>
              </a:ext>
            </a:extLst>
          </p:cNvPr>
          <p:cNvCxnSpPr>
            <a:cxnSpLocks/>
          </p:cNvCxnSpPr>
          <p:nvPr/>
        </p:nvCxnSpPr>
        <p:spPr>
          <a:xfrm flipH="1" flipV="1">
            <a:off x="4903941" y="2143750"/>
            <a:ext cx="309880" cy="44005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21">
            <a:extLst>
              <a:ext uri="{FF2B5EF4-FFF2-40B4-BE49-F238E27FC236}">
                <a16:creationId xmlns:a16="http://schemas.microsoft.com/office/drawing/2014/main" id="{E7C8A9CB-3D5B-E1C6-4A98-7788F2FBDEBF}"/>
              </a:ext>
            </a:extLst>
          </p:cNvPr>
          <p:cNvCxnSpPr>
            <a:cxnSpLocks/>
          </p:cNvCxnSpPr>
          <p:nvPr/>
        </p:nvCxnSpPr>
        <p:spPr>
          <a:xfrm flipH="1">
            <a:off x="6323803" y="2301389"/>
            <a:ext cx="226058" cy="19510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23">
            <a:extLst>
              <a:ext uri="{FF2B5EF4-FFF2-40B4-BE49-F238E27FC236}">
                <a16:creationId xmlns:a16="http://schemas.microsoft.com/office/drawing/2014/main" id="{610D17A4-5AC4-E354-2578-9FC11124A03E}"/>
              </a:ext>
            </a:extLst>
          </p:cNvPr>
          <p:cNvCxnSpPr>
            <a:cxnSpLocks/>
          </p:cNvCxnSpPr>
          <p:nvPr/>
        </p:nvCxnSpPr>
        <p:spPr>
          <a:xfrm flipH="1">
            <a:off x="5401465" y="1679565"/>
            <a:ext cx="716917" cy="4699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24">
            <a:extLst>
              <a:ext uri="{FF2B5EF4-FFF2-40B4-BE49-F238E27FC236}">
                <a16:creationId xmlns:a16="http://schemas.microsoft.com/office/drawing/2014/main" id="{BCD1D578-76BC-9534-24A5-B17ED724E04E}"/>
              </a:ext>
            </a:extLst>
          </p:cNvPr>
          <p:cNvCxnSpPr>
            <a:cxnSpLocks/>
          </p:cNvCxnSpPr>
          <p:nvPr/>
        </p:nvCxnSpPr>
        <p:spPr>
          <a:xfrm flipH="1">
            <a:off x="5209723" y="2497842"/>
            <a:ext cx="1118178" cy="8596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33">
            <a:extLst>
              <a:ext uri="{FF2B5EF4-FFF2-40B4-BE49-F238E27FC236}">
                <a16:creationId xmlns:a16="http://schemas.microsoft.com/office/drawing/2014/main" id="{90122D43-C414-5C20-CDFB-EEE5563A8540}"/>
              </a:ext>
            </a:extLst>
          </p:cNvPr>
          <p:cNvCxnSpPr>
            <a:cxnSpLocks/>
          </p:cNvCxnSpPr>
          <p:nvPr/>
        </p:nvCxnSpPr>
        <p:spPr>
          <a:xfrm flipH="1" flipV="1">
            <a:off x="5163019" y="2510146"/>
            <a:ext cx="168911" cy="246379"/>
          </a:xfrm>
          <a:prstGeom prst="line">
            <a:avLst/>
          </a:prstGeom>
          <a:ln w="158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36">
            <a:extLst>
              <a:ext uri="{FF2B5EF4-FFF2-40B4-BE49-F238E27FC236}">
                <a16:creationId xmlns:a16="http://schemas.microsoft.com/office/drawing/2014/main" id="{76AE8FFF-9A2C-D2AF-C319-0F4817848550}"/>
              </a:ext>
            </a:extLst>
          </p:cNvPr>
          <p:cNvCxnSpPr>
            <a:cxnSpLocks/>
          </p:cNvCxnSpPr>
          <p:nvPr/>
        </p:nvCxnSpPr>
        <p:spPr>
          <a:xfrm flipV="1">
            <a:off x="5747222" y="2487286"/>
            <a:ext cx="576579" cy="462280"/>
          </a:xfrm>
          <a:prstGeom prst="line">
            <a:avLst/>
          </a:prstGeom>
          <a:ln w="158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5">
            <a:extLst>
              <a:ext uri="{FF2B5EF4-FFF2-40B4-BE49-F238E27FC236}">
                <a16:creationId xmlns:a16="http://schemas.microsoft.com/office/drawing/2014/main" id="{9DD6C1BE-7CE4-DE73-7542-95435866F831}"/>
              </a:ext>
            </a:extLst>
          </p:cNvPr>
          <p:cNvCxnSpPr>
            <a:cxnSpLocks/>
          </p:cNvCxnSpPr>
          <p:nvPr/>
        </p:nvCxnSpPr>
        <p:spPr>
          <a:xfrm flipV="1">
            <a:off x="4875837" y="1707981"/>
            <a:ext cx="558804" cy="476330"/>
          </a:xfrm>
          <a:prstGeom prst="line">
            <a:avLst/>
          </a:prstGeom>
          <a:ln w="158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6">
            <a:extLst>
              <a:ext uri="{FF2B5EF4-FFF2-40B4-BE49-F238E27FC236}">
                <a16:creationId xmlns:a16="http://schemas.microsoft.com/office/drawing/2014/main" id="{C21C139C-FA97-BB09-AC41-2E583EF07EE5}"/>
              </a:ext>
            </a:extLst>
          </p:cNvPr>
          <p:cNvCxnSpPr>
            <a:cxnSpLocks/>
          </p:cNvCxnSpPr>
          <p:nvPr/>
        </p:nvCxnSpPr>
        <p:spPr>
          <a:xfrm flipH="1" flipV="1">
            <a:off x="6085043" y="1685173"/>
            <a:ext cx="490219" cy="642094"/>
          </a:xfrm>
          <a:prstGeom prst="line">
            <a:avLst/>
          </a:prstGeom>
          <a:ln w="158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AutoShape 3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26DC8130-357D-ACC0-673C-26045E32E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947" y="377515"/>
            <a:ext cx="4055470" cy="68829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1352" tIns="45680" rIns="91352" bIns="45680" anchor="ctr"/>
          <a:lstStyle/>
          <a:p>
            <a:pPr algn="ctr" defTabSz="1279525"/>
            <a:r>
              <a:rPr kumimoji="1" lang="zh-CN" altLang="en-US" sz="3214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</a:rPr>
              <a:t>综合复习</a:t>
            </a:r>
            <a:r>
              <a:rPr lang="zh-CN" altLang="en-US" sz="3200" dirty="0">
                <a:solidFill>
                  <a:srgbClr val="C00000"/>
                </a:solidFill>
                <a:sym typeface="Wingdings" panose="05000000000000000000" pitchFamily="2" charset="2"/>
              </a:rPr>
              <a:t></a:t>
            </a:r>
            <a:endParaRPr kumimoji="1" lang="zh-CN" altLang="en-US" sz="3214" b="1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93518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ABED653-7A69-4519-72D1-FD42A7724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635CA-A74A-2449-AF19-D92E56CF7776}" type="datetime1">
              <a:rPr lang="en-US" smtClean="0"/>
              <a:t>10/9/25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91B765A-D959-A5A2-4FA0-CE2E98788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E6EF36-D3BA-32D4-CDDF-42E5C83C6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7</a:t>
            </a:fld>
            <a:endParaRPr lang="en-US"/>
          </a:p>
        </p:txBody>
      </p:sp>
      <p:sp>
        <p:nvSpPr>
          <p:cNvPr id="5" name="Line 2">
            <a:extLst>
              <a:ext uri="{FF2B5EF4-FFF2-40B4-BE49-F238E27FC236}">
                <a16:creationId xmlns:a16="http://schemas.microsoft.com/office/drawing/2014/main" id="{ED49F795-87AC-5B61-3338-DE8D3A2CD2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14015" y="2769571"/>
            <a:ext cx="0" cy="3374571"/>
          </a:xfrm>
          <a:prstGeom prst="line">
            <a:avLst/>
          </a:prstGeom>
          <a:noFill/>
          <a:ln w="9525">
            <a:solidFill>
              <a:srgbClr val="CC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6" name="AutoShape 3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66C15680-1E2A-BEB4-DF1A-AE4A35083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947" y="377515"/>
            <a:ext cx="4055470" cy="68829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1352" tIns="45680" rIns="91352" bIns="45680" anchor="ctr"/>
          <a:lstStyle/>
          <a:p>
            <a:pPr algn="ctr" defTabSz="1279525"/>
            <a:r>
              <a:rPr kumimoji="1" lang="zh-CN" altLang="en-US" sz="3214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</a:rPr>
              <a:t>综合复习</a:t>
            </a:r>
            <a:r>
              <a:rPr lang="zh-CN" altLang="en-US" sz="3200" dirty="0">
                <a:solidFill>
                  <a:srgbClr val="C00000"/>
                </a:solidFill>
                <a:sym typeface="Wingdings" panose="05000000000000000000" pitchFamily="2" charset="2"/>
              </a:rPr>
              <a:t></a:t>
            </a:r>
            <a:endParaRPr kumimoji="1" lang="zh-CN" altLang="en-US" sz="3214" b="1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77683A42-F354-535A-C5F2-4B641A62C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4996" y="1279589"/>
            <a:ext cx="2446935" cy="466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352" tIns="45680" rIns="91352" bIns="45680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endParaRPr kumimoji="1" lang="en-US" altLang="en-US" sz="2429">
              <a:effectLst>
                <a:outerShdw blurRad="38100" dist="38100" dir="2700000" algn="tl">
                  <a:srgbClr val="C0C0C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259FD8BF-5B90-15C5-5C5E-DEE1FA4D67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6184" y="1238768"/>
            <a:ext cx="9316103" cy="543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352" tIns="45680" rIns="91352" bIns="45680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929" b="1" dirty="0">
                <a:solidFill>
                  <a:srgbClr val="002060"/>
                </a:solidFill>
                <a:latin typeface="+mn-ea"/>
                <a:ea typeface="+mn-ea"/>
              </a:rPr>
              <a:t>作水平面</a:t>
            </a:r>
            <a:r>
              <a:rPr kumimoji="1" lang="en-US" altLang="zh-CN" sz="2929" b="1" dirty="0">
                <a:solidFill>
                  <a:srgbClr val="002060"/>
                </a:solidFill>
                <a:latin typeface="+mn-ea"/>
                <a:ea typeface="+mn-ea"/>
              </a:rPr>
              <a:t>P</a:t>
            </a:r>
            <a:r>
              <a:rPr kumimoji="1" lang="zh-CN" altLang="en-US" sz="2929" b="1" dirty="0">
                <a:solidFill>
                  <a:srgbClr val="002060"/>
                </a:solidFill>
                <a:latin typeface="+mn-ea"/>
                <a:ea typeface="+mn-ea"/>
              </a:rPr>
              <a:t>、平面</a:t>
            </a:r>
            <a:r>
              <a:rPr kumimoji="1" lang="en-US" altLang="zh-CN" sz="2929" b="1" dirty="0">
                <a:solidFill>
                  <a:srgbClr val="002060"/>
                </a:solidFill>
                <a:latin typeface="+mn-ea"/>
                <a:ea typeface="+mn-ea"/>
              </a:rPr>
              <a:t>ABCD</a:t>
            </a:r>
            <a:r>
              <a:rPr kumimoji="1" lang="zh-CN" altLang="en-US" sz="2929" b="1" dirty="0">
                <a:solidFill>
                  <a:srgbClr val="002060"/>
                </a:solidFill>
                <a:latin typeface="+mn-ea"/>
                <a:ea typeface="+mn-ea"/>
              </a:rPr>
              <a:t>、平面</a:t>
            </a:r>
            <a:r>
              <a:rPr kumimoji="1" lang="en-US" altLang="zh-CN" sz="2929" b="1" dirty="0">
                <a:solidFill>
                  <a:srgbClr val="002060"/>
                </a:solidFill>
                <a:latin typeface="+mn-ea"/>
                <a:ea typeface="+mn-ea"/>
              </a:rPr>
              <a:t>EFG</a:t>
            </a:r>
            <a:r>
              <a:rPr kumimoji="1" lang="zh-CN" altLang="en-US" sz="2929" b="1" dirty="0">
                <a:solidFill>
                  <a:srgbClr val="002060"/>
                </a:solidFill>
                <a:latin typeface="+mn-ea"/>
                <a:ea typeface="+mn-ea"/>
              </a:rPr>
              <a:t>的公有点。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CFF4CBBD-D51B-F3C2-A6E3-1BE6441C5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2310728"/>
            <a:ext cx="2008187" cy="523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52" tIns="45680" rIns="91352" bIns="45680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CC6600"/>
                </a:solidFill>
                <a:latin typeface="+mn-ea"/>
                <a:ea typeface="+mn-ea"/>
              </a:rPr>
              <a:t>解题思路</a:t>
            </a: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60C9AE2C-F8DD-2BB1-59DB-F2D228440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6077" y="3039445"/>
            <a:ext cx="4476904" cy="830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352" tIns="45680" rIns="91352" bIns="45680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400" dirty="0">
                <a:solidFill>
                  <a:srgbClr val="CC3300"/>
                </a:solidFill>
                <a:latin typeface="+mn-ea"/>
                <a:ea typeface="+mn-ea"/>
              </a:rPr>
              <a:t>●</a:t>
            </a:r>
            <a:r>
              <a:rPr kumimoji="1" lang="zh-CN" altLang="en-US" sz="2400" b="1" dirty="0">
                <a:solidFill>
                  <a:schemeClr val="tx2"/>
                </a:solidFill>
                <a:latin typeface="+mn-ea"/>
                <a:ea typeface="+mn-ea"/>
              </a:rPr>
              <a:t>平面与平面的交线是两平面的共有线。</a:t>
            </a: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E6CF8DBF-9D28-2901-59A2-DD633EDA2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7264" y="4142067"/>
            <a:ext cx="4518662" cy="830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352" tIns="45680" rIns="91352" bIns="45680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CC3300"/>
                </a:solidFill>
                <a:latin typeface="+mn-ea"/>
                <a:ea typeface="+mn-ea"/>
              </a:rPr>
              <a:t>●</a:t>
            </a:r>
            <a:r>
              <a:rPr kumimoji="1" lang="zh-CN" altLang="en-US" sz="2400" b="1" dirty="0">
                <a:latin typeface="+mn-ea"/>
                <a:ea typeface="+mn-ea"/>
              </a:rPr>
              <a:t>三个平面的两条公有线的交点是三个平面的公有点。</a:t>
            </a:r>
          </a:p>
        </p:txBody>
      </p:sp>
      <p:sp>
        <p:nvSpPr>
          <p:cNvPr id="12" name="AutoShape 9">
            <a:extLst>
              <a:ext uri="{FF2B5EF4-FFF2-40B4-BE49-F238E27FC236}">
                <a16:creationId xmlns:a16="http://schemas.microsoft.com/office/drawing/2014/main" id="{F5379401-847A-45B7-00CB-9FD1FB4CD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2981" y="5858123"/>
            <a:ext cx="179161" cy="436562"/>
          </a:xfrm>
          <a:prstGeom prst="downArrow">
            <a:avLst>
              <a:gd name="adj1" fmla="val 15324"/>
              <a:gd name="adj2" fmla="val 145943"/>
            </a:avLst>
          </a:prstGeom>
          <a:solidFill>
            <a:srgbClr val="FF66FF">
              <a:alpha val="8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286"/>
          </a:p>
        </p:txBody>
      </p:sp>
      <p:sp>
        <p:nvSpPr>
          <p:cNvPr id="13" name="Line 10">
            <a:extLst>
              <a:ext uri="{FF2B5EF4-FFF2-40B4-BE49-F238E27FC236}">
                <a16:creationId xmlns:a16="http://schemas.microsoft.com/office/drawing/2014/main" id="{0F9378C8-2A9F-73FA-F9D0-0C841A6F1215}"/>
              </a:ext>
            </a:extLst>
          </p:cNvPr>
          <p:cNvSpPr>
            <a:spLocks noChangeShapeType="1"/>
          </p:cNvSpPr>
          <p:nvPr/>
        </p:nvSpPr>
        <p:spPr bwMode="auto">
          <a:xfrm>
            <a:off x="1874015" y="4183580"/>
            <a:ext cx="440417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14" name="Line 11">
            <a:extLst>
              <a:ext uri="{FF2B5EF4-FFF2-40B4-BE49-F238E27FC236}">
                <a16:creationId xmlns:a16="http://schemas.microsoft.com/office/drawing/2014/main" id="{20ACC61E-A49D-DEED-FF7E-894A20F5B45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3167" y="3700526"/>
            <a:ext cx="0" cy="1800679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15" name="Line 12">
            <a:extLst>
              <a:ext uri="{FF2B5EF4-FFF2-40B4-BE49-F238E27FC236}">
                <a16:creationId xmlns:a16="http://schemas.microsoft.com/office/drawing/2014/main" id="{D41AED0D-5343-C0A1-D0B4-4613A7EB114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03622" y="2319401"/>
            <a:ext cx="0" cy="218508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16" name="Line 13">
            <a:extLst>
              <a:ext uri="{FF2B5EF4-FFF2-40B4-BE49-F238E27FC236}">
                <a16:creationId xmlns:a16="http://schemas.microsoft.com/office/drawing/2014/main" id="{6F1389D8-060B-E4A6-16B7-42F5532ACF2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5140" y="3380758"/>
            <a:ext cx="0" cy="263525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17" name="Line 14">
            <a:extLst>
              <a:ext uri="{FF2B5EF4-FFF2-40B4-BE49-F238E27FC236}">
                <a16:creationId xmlns:a16="http://schemas.microsoft.com/office/drawing/2014/main" id="{10BB8F35-8951-FB79-E051-3967A37F5428}"/>
              </a:ext>
            </a:extLst>
          </p:cNvPr>
          <p:cNvSpPr>
            <a:spLocks noChangeShapeType="1"/>
          </p:cNvSpPr>
          <p:nvPr/>
        </p:nvSpPr>
        <p:spPr bwMode="auto">
          <a:xfrm>
            <a:off x="4028480" y="1997365"/>
            <a:ext cx="0" cy="3052536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18" name="Line 15">
            <a:extLst>
              <a:ext uri="{FF2B5EF4-FFF2-40B4-BE49-F238E27FC236}">
                <a16:creationId xmlns:a16="http://schemas.microsoft.com/office/drawing/2014/main" id="{4F1F951C-EE8F-24B7-0006-FE1E6A2118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64185" y="2094883"/>
            <a:ext cx="0" cy="4145643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19" name="Line 16">
            <a:extLst>
              <a:ext uri="{FF2B5EF4-FFF2-40B4-BE49-F238E27FC236}">
                <a16:creationId xmlns:a16="http://schemas.microsoft.com/office/drawing/2014/main" id="{C1302829-873E-4DCA-2605-32BAC84B4344}"/>
              </a:ext>
            </a:extLst>
          </p:cNvPr>
          <p:cNvSpPr>
            <a:spLocks noChangeShapeType="1"/>
          </p:cNvSpPr>
          <p:nvPr/>
        </p:nvSpPr>
        <p:spPr bwMode="auto">
          <a:xfrm>
            <a:off x="5989042" y="2094884"/>
            <a:ext cx="0" cy="2955018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20" name="Line 17">
            <a:extLst>
              <a:ext uri="{FF2B5EF4-FFF2-40B4-BE49-F238E27FC236}">
                <a16:creationId xmlns:a16="http://schemas.microsoft.com/office/drawing/2014/main" id="{39472EAA-AAE1-BFFE-6A0B-4691B3120127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9667" y="2769571"/>
            <a:ext cx="3695474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21" name="Line 18">
            <a:extLst>
              <a:ext uri="{FF2B5EF4-FFF2-40B4-BE49-F238E27FC236}">
                <a16:creationId xmlns:a16="http://schemas.microsoft.com/office/drawing/2014/main" id="{4B0F39F4-3CEC-4D8A-6275-7B648973E3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63167" y="2319402"/>
            <a:ext cx="740456" cy="1381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22" name="Line 19">
            <a:extLst>
              <a:ext uri="{FF2B5EF4-FFF2-40B4-BE49-F238E27FC236}">
                <a16:creationId xmlns:a16="http://schemas.microsoft.com/office/drawing/2014/main" id="{8A942E33-F9E7-A0CD-584B-F1E42EA5F60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63167" y="4504481"/>
            <a:ext cx="740456" cy="96497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23" name="Line 20">
            <a:extLst>
              <a:ext uri="{FF2B5EF4-FFF2-40B4-BE49-F238E27FC236}">
                <a16:creationId xmlns:a16="http://schemas.microsoft.com/office/drawing/2014/main" id="{4CDA6A90-1162-BEED-D8CE-484F8D3779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55141" y="1997366"/>
            <a:ext cx="773339" cy="141514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24" name="Line 21">
            <a:extLst>
              <a:ext uri="{FF2B5EF4-FFF2-40B4-BE49-F238E27FC236}">
                <a16:creationId xmlns:a16="http://schemas.microsoft.com/office/drawing/2014/main" id="{8D425F59-1680-EB37-F836-A7202C48705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3952" y="2769571"/>
            <a:ext cx="0" cy="2056946"/>
          </a:xfrm>
          <a:prstGeom prst="line">
            <a:avLst/>
          </a:prstGeom>
          <a:noFill/>
          <a:ln w="9525">
            <a:solidFill>
              <a:srgbClr val="CC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403E3330-C390-6FFC-7F9D-7D75FF5F170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0060" y="2769571"/>
            <a:ext cx="0" cy="2796268"/>
          </a:xfrm>
          <a:prstGeom prst="line">
            <a:avLst/>
          </a:prstGeom>
          <a:noFill/>
          <a:ln w="9525">
            <a:solidFill>
              <a:srgbClr val="CC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26" name="Line 23">
            <a:extLst>
              <a:ext uri="{FF2B5EF4-FFF2-40B4-BE49-F238E27FC236}">
                <a16:creationId xmlns:a16="http://schemas.microsoft.com/office/drawing/2014/main" id="{2049F98C-BF31-CEC8-3991-F46C05302B7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55935" y="4603134"/>
            <a:ext cx="2315482" cy="1766661"/>
          </a:xfrm>
          <a:prstGeom prst="line">
            <a:avLst/>
          </a:prstGeom>
          <a:noFill/>
          <a:ln w="9525">
            <a:solidFill>
              <a:srgbClr val="CC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0F36A198-5905-B9EF-F86D-5AFCE465B8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64185" y="2094883"/>
            <a:ext cx="112485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28" name="Line 25">
            <a:extLst>
              <a:ext uri="{FF2B5EF4-FFF2-40B4-BE49-F238E27FC236}">
                <a16:creationId xmlns:a16="http://schemas.microsoft.com/office/drawing/2014/main" id="{4B91E7BF-C417-8FF3-B967-A929C45351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20452" y="2094884"/>
            <a:ext cx="835706" cy="12223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AA76C816-E737-8A30-F304-0A36BE01FF4C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0452" y="3317258"/>
            <a:ext cx="0" cy="1732643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30" name="Line 27">
            <a:extLst>
              <a:ext uri="{FF2B5EF4-FFF2-40B4-BE49-F238E27FC236}">
                <a16:creationId xmlns:a16="http://schemas.microsoft.com/office/drawing/2014/main" id="{8C709513-408B-B642-6DFA-366DEACD44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20453" y="5049901"/>
            <a:ext cx="86858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31" name="Line 28">
            <a:extLst>
              <a:ext uri="{FF2B5EF4-FFF2-40B4-BE49-F238E27FC236}">
                <a16:creationId xmlns:a16="http://schemas.microsoft.com/office/drawing/2014/main" id="{C9A188EC-DB7F-9786-286F-8AA05E292C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64185" y="5049902"/>
            <a:ext cx="1124857" cy="1158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32" name="Line 29">
            <a:extLst>
              <a:ext uri="{FF2B5EF4-FFF2-40B4-BE49-F238E27FC236}">
                <a16:creationId xmlns:a16="http://schemas.microsoft.com/office/drawing/2014/main" id="{B4F4E959-EED1-43ED-4553-083F83D25C6A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7122" y="2769571"/>
            <a:ext cx="0" cy="2280331"/>
          </a:xfrm>
          <a:prstGeom prst="line">
            <a:avLst/>
          </a:prstGeom>
          <a:noFill/>
          <a:ln w="9525">
            <a:solidFill>
              <a:srgbClr val="CC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33" name="Line 30">
            <a:extLst>
              <a:ext uri="{FF2B5EF4-FFF2-40B4-BE49-F238E27FC236}">
                <a16:creationId xmlns:a16="http://schemas.microsoft.com/office/drawing/2014/main" id="{E57EBED0-6393-4520-6D7D-5AC8205A473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91980" y="5049902"/>
            <a:ext cx="1415143" cy="1416276"/>
          </a:xfrm>
          <a:prstGeom prst="line">
            <a:avLst/>
          </a:prstGeom>
          <a:noFill/>
          <a:ln w="9525">
            <a:solidFill>
              <a:srgbClr val="CC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34" name="Line 31">
            <a:extLst>
              <a:ext uri="{FF2B5EF4-FFF2-40B4-BE49-F238E27FC236}">
                <a16:creationId xmlns:a16="http://schemas.microsoft.com/office/drawing/2014/main" id="{EE9BBC8B-7323-0C72-1024-5BE387436C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55141" y="5018151"/>
            <a:ext cx="773339" cy="96610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35" name="Text Box 32">
            <a:extLst>
              <a:ext uri="{FF2B5EF4-FFF2-40B4-BE49-F238E27FC236}">
                <a16:creationId xmlns:a16="http://schemas.microsoft.com/office/drawing/2014/main" id="{F0D08CB6-98D1-E879-282F-3D1CBC20F0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9667" y="2430527"/>
            <a:ext cx="740456" cy="373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250" tIns="32625" rIns="65250" bIns="3262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281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i="1"/>
              <a:t>P</a:t>
            </a:r>
            <a:r>
              <a:rPr lang="en-US" altLang="zh-CN" sz="1429" i="1"/>
              <a:t>V</a:t>
            </a:r>
          </a:p>
        </p:txBody>
      </p:sp>
      <p:sp>
        <p:nvSpPr>
          <p:cNvPr id="36" name="Text Box 33">
            <a:extLst>
              <a:ext uri="{FF2B5EF4-FFF2-40B4-BE49-F238E27FC236}">
                <a16:creationId xmlns:a16="http://schemas.microsoft.com/office/drawing/2014/main" id="{DBB09319-05F5-DD5F-7F10-3CE777F85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6105" y="1997366"/>
            <a:ext cx="674687" cy="373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250" tIns="32625" rIns="65250" bIns="3262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281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i="1"/>
              <a:t>a′</a:t>
            </a:r>
          </a:p>
        </p:txBody>
      </p:sp>
      <p:sp>
        <p:nvSpPr>
          <p:cNvPr id="37" name="Text Box 34">
            <a:extLst>
              <a:ext uri="{FF2B5EF4-FFF2-40B4-BE49-F238E27FC236}">
                <a16:creationId xmlns:a16="http://schemas.microsoft.com/office/drawing/2014/main" id="{B28E4636-40CA-DA37-42D5-94561527CE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7631" y="3444259"/>
            <a:ext cx="578304" cy="373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250" tIns="32625" rIns="65250" bIns="3262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281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i="1" dirty="0"/>
              <a:t>b′</a:t>
            </a:r>
          </a:p>
        </p:txBody>
      </p:sp>
      <p:sp>
        <p:nvSpPr>
          <p:cNvPr id="38" name="Text Box 35">
            <a:extLst>
              <a:ext uri="{FF2B5EF4-FFF2-40B4-BE49-F238E27FC236}">
                <a16:creationId xmlns:a16="http://schemas.microsoft.com/office/drawing/2014/main" id="{36AC1E6F-B854-6E89-B65E-50F368C15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1873" y="4311714"/>
            <a:ext cx="383268" cy="373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250" tIns="32625" rIns="65250" bIns="3262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281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i="1"/>
              <a:t>a</a:t>
            </a:r>
          </a:p>
        </p:txBody>
      </p:sp>
      <p:sp>
        <p:nvSpPr>
          <p:cNvPr id="39" name="Text Box 36">
            <a:extLst>
              <a:ext uri="{FF2B5EF4-FFF2-40B4-BE49-F238E27FC236}">
                <a16:creationId xmlns:a16="http://schemas.microsoft.com/office/drawing/2014/main" id="{C3F1CACD-640B-D148-4D9E-E9E01FEE00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766" y="5309571"/>
            <a:ext cx="418419" cy="373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250" tIns="32625" rIns="65250" bIns="3262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281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i="1"/>
              <a:t>b</a:t>
            </a:r>
          </a:p>
        </p:txBody>
      </p:sp>
      <p:sp>
        <p:nvSpPr>
          <p:cNvPr id="40" name="Text Box 37">
            <a:extLst>
              <a:ext uri="{FF2B5EF4-FFF2-40B4-BE49-F238E27FC236}">
                <a16:creationId xmlns:a16="http://schemas.microsoft.com/office/drawing/2014/main" id="{8F0D3A45-FC5C-593E-271E-4B0F09CF2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596" y="1803464"/>
            <a:ext cx="579438" cy="373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250" tIns="32625" rIns="65250" bIns="3262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281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i="1"/>
              <a:t>c′</a:t>
            </a:r>
          </a:p>
        </p:txBody>
      </p:sp>
      <p:sp>
        <p:nvSpPr>
          <p:cNvPr id="41" name="Text Box 38">
            <a:extLst>
              <a:ext uri="{FF2B5EF4-FFF2-40B4-BE49-F238E27FC236}">
                <a16:creationId xmlns:a16="http://schemas.microsoft.com/office/drawing/2014/main" id="{4561E469-6FC9-1B08-C2B0-6430765B31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3390" y="3251491"/>
            <a:ext cx="579437" cy="373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250" tIns="32625" rIns="65250" bIns="3262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281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i="1"/>
              <a:t>d′</a:t>
            </a:r>
          </a:p>
        </p:txBody>
      </p:sp>
      <p:sp>
        <p:nvSpPr>
          <p:cNvPr id="42" name="Text Box 39">
            <a:extLst>
              <a:ext uri="{FF2B5EF4-FFF2-40B4-BE49-F238E27FC236}">
                <a16:creationId xmlns:a16="http://schemas.microsoft.com/office/drawing/2014/main" id="{24B81CCE-25AA-8115-D277-65AD1F6CB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595" y="4794767"/>
            <a:ext cx="418420" cy="373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250" tIns="32625" rIns="65250" bIns="3262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281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i="1"/>
              <a:t>c</a:t>
            </a:r>
          </a:p>
        </p:txBody>
      </p:sp>
      <p:sp>
        <p:nvSpPr>
          <p:cNvPr id="43" name="Text Box 40">
            <a:extLst>
              <a:ext uri="{FF2B5EF4-FFF2-40B4-BE49-F238E27FC236}">
                <a16:creationId xmlns:a16="http://schemas.microsoft.com/office/drawing/2014/main" id="{D3A45A20-5A3D-6B14-BBFB-CE908C8584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9891" y="5889009"/>
            <a:ext cx="418419" cy="373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250" tIns="32625" rIns="65250" bIns="3262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281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i="1"/>
              <a:t>d</a:t>
            </a:r>
          </a:p>
        </p:txBody>
      </p:sp>
      <p:sp>
        <p:nvSpPr>
          <p:cNvPr id="44" name="Text Box 41">
            <a:extLst>
              <a:ext uri="{FF2B5EF4-FFF2-40B4-BE49-F238E27FC236}">
                <a16:creationId xmlns:a16="http://schemas.microsoft.com/office/drawing/2014/main" id="{51F92C1D-1ABD-F93A-CDE8-1672E47786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1015" y="1869232"/>
            <a:ext cx="611187" cy="373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250" tIns="32625" rIns="65250" bIns="3262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281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i="1"/>
              <a:t>e′</a:t>
            </a:r>
          </a:p>
        </p:txBody>
      </p:sp>
      <p:sp>
        <p:nvSpPr>
          <p:cNvPr id="45" name="Text Box 42">
            <a:extLst>
              <a:ext uri="{FF2B5EF4-FFF2-40B4-BE49-F238E27FC236}">
                <a16:creationId xmlns:a16="http://schemas.microsoft.com/office/drawing/2014/main" id="{0C2C84B8-00D1-5685-893A-D3DA8773D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9042" y="1869232"/>
            <a:ext cx="674688" cy="373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250" tIns="32625" rIns="65250" bIns="3262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281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i="1"/>
              <a:t>f′</a:t>
            </a:r>
          </a:p>
        </p:txBody>
      </p:sp>
      <p:sp>
        <p:nvSpPr>
          <p:cNvPr id="46" name="Text Box 43">
            <a:extLst>
              <a:ext uri="{FF2B5EF4-FFF2-40B4-BE49-F238E27FC236}">
                <a16:creationId xmlns:a16="http://schemas.microsoft.com/office/drawing/2014/main" id="{74DEEEAF-195A-5A53-4899-2C3CD222F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8703" y="3186857"/>
            <a:ext cx="738188" cy="373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250" tIns="32625" rIns="65250" bIns="3262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281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i="1"/>
              <a:t>g′</a:t>
            </a:r>
          </a:p>
        </p:txBody>
      </p:sp>
      <p:sp>
        <p:nvSpPr>
          <p:cNvPr id="47" name="Text Box 44">
            <a:extLst>
              <a:ext uri="{FF2B5EF4-FFF2-40B4-BE49-F238E27FC236}">
                <a16:creationId xmlns:a16="http://schemas.microsoft.com/office/drawing/2014/main" id="{90D89264-2C12-9F2C-4F43-EB648C5518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6667" y="6127134"/>
            <a:ext cx="514804" cy="373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250" tIns="32625" rIns="65250" bIns="3262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281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i="1"/>
              <a:t>e</a:t>
            </a:r>
          </a:p>
        </p:txBody>
      </p:sp>
      <p:sp>
        <p:nvSpPr>
          <p:cNvPr id="48" name="Text Box 45">
            <a:extLst>
              <a:ext uri="{FF2B5EF4-FFF2-40B4-BE49-F238E27FC236}">
                <a16:creationId xmlns:a16="http://schemas.microsoft.com/office/drawing/2014/main" id="{43A3B910-3722-8929-F97E-B713F5C923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9042" y="4858267"/>
            <a:ext cx="480786" cy="373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250" tIns="32625" rIns="65250" bIns="3262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281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i="1"/>
              <a:t>f</a:t>
            </a:r>
          </a:p>
        </p:txBody>
      </p:sp>
      <p:sp>
        <p:nvSpPr>
          <p:cNvPr id="49" name="Text Box 46">
            <a:extLst>
              <a:ext uri="{FF2B5EF4-FFF2-40B4-BE49-F238E27FC236}">
                <a16:creationId xmlns:a16="http://schemas.microsoft.com/office/drawing/2014/main" id="{7B5847C5-B46E-4D94-D293-D0914BB125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8703" y="4666634"/>
            <a:ext cx="546554" cy="373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250" tIns="32625" rIns="65250" bIns="3262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281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i="1"/>
              <a:t>g</a:t>
            </a:r>
          </a:p>
        </p:txBody>
      </p:sp>
      <p:sp>
        <p:nvSpPr>
          <p:cNvPr id="50" name="Text Box 47">
            <a:extLst>
              <a:ext uri="{FF2B5EF4-FFF2-40B4-BE49-F238E27FC236}">
                <a16:creationId xmlns:a16="http://schemas.microsoft.com/office/drawing/2014/main" id="{FB918B3D-3DFA-8FE0-75E8-0EC5F747A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5997" y="3991946"/>
            <a:ext cx="544286" cy="373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250" tIns="32625" rIns="65250" bIns="3262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281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i="1"/>
              <a:t>X</a:t>
            </a:r>
          </a:p>
        </p:txBody>
      </p:sp>
      <p:sp>
        <p:nvSpPr>
          <p:cNvPr id="51" name="Text Box 48">
            <a:extLst>
              <a:ext uri="{FF2B5EF4-FFF2-40B4-BE49-F238E27FC236}">
                <a16:creationId xmlns:a16="http://schemas.microsoft.com/office/drawing/2014/main" id="{70CCA23A-377A-C3E8-F064-36D25ADCB9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6444" y="3991946"/>
            <a:ext cx="546554" cy="373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250" tIns="32625" rIns="65250" bIns="3262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281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i="1"/>
              <a:t>O</a:t>
            </a:r>
          </a:p>
        </p:txBody>
      </p:sp>
      <p:sp>
        <p:nvSpPr>
          <p:cNvPr id="52" name="Oval 49">
            <a:extLst>
              <a:ext uri="{FF2B5EF4-FFF2-40B4-BE49-F238E27FC236}">
                <a16:creationId xmlns:a16="http://schemas.microsoft.com/office/drawing/2014/main" id="{5E989F09-9F4F-CB2F-CF39-FE1E3DFB6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381" y="2706071"/>
            <a:ext cx="96384" cy="952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286"/>
          </a:p>
        </p:txBody>
      </p:sp>
      <p:sp>
        <p:nvSpPr>
          <p:cNvPr id="53" name="Oval 50">
            <a:extLst>
              <a:ext uri="{FF2B5EF4-FFF2-40B4-BE49-F238E27FC236}">
                <a16:creationId xmlns:a16="http://schemas.microsoft.com/office/drawing/2014/main" id="{71CB505E-1A04-F49D-828E-474ABFD9D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381" y="6112392"/>
            <a:ext cx="96384" cy="96384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286"/>
          </a:p>
        </p:txBody>
      </p:sp>
      <p:sp>
        <p:nvSpPr>
          <p:cNvPr id="54" name="Text Box 44">
            <a:extLst>
              <a:ext uri="{FF2B5EF4-FFF2-40B4-BE49-F238E27FC236}">
                <a16:creationId xmlns:a16="http://schemas.microsoft.com/office/drawing/2014/main" id="{50DCD3E1-1768-E98D-2568-7C4E29931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3613" y="6198269"/>
            <a:ext cx="514804" cy="373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250" tIns="32625" rIns="65250" bIns="3262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281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i="1" dirty="0"/>
              <a:t>k</a:t>
            </a:r>
          </a:p>
        </p:txBody>
      </p:sp>
      <p:sp>
        <p:nvSpPr>
          <p:cNvPr id="55" name="Text Box 44">
            <a:extLst>
              <a:ext uri="{FF2B5EF4-FFF2-40B4-BE49-F238E27FC236}">
                <a16:creationId xmlns:a16="http://schemas.microsoft.com/office/drawing/2014/main" id="{631211FE-60A9-B727-0A92-BE91F243C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395" y="2310728"/>
            <a:ext cx="514804" cy="373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250" tIns="32625" rIns="65250" bIns="3262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281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i="1" dirty="0"/>
              <a:t>k'</a:t>
            </a:r>
          </a:p>
        </p:txBody>
      </p:sp>
    </p:spTree>
    <p:extLst>
      <p:ext uri="{BB962C8B-B14F-4D97-AF65-F5344CB8AC3E}">
        <p14:creationId xmlns:p14="http://schemas.microsoft.com/office/powerpoint/2010/main" val="3481340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3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54" grpId="0"/>
      <p:bldP spid="5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复杂面面相交问题</a:t>
            </a:r>
            <a:endParaRPr 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94" t="15097" r="15360" b="20111"/>
          <a:stretch/>
        </p:blipFill>
        <p:spPr>
          <a:xfrm>
            <a:off x="8726521" y="2271859"/>
            <a:ext cx="2993011" cy="231428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EEE06D-E16F-4C8E-85B4-73961D830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24AAE-21C7-1842-885A-24EC077FECE7}" type="datetime1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D4A1-938A-4C1D-AA2E-D6B5BC66D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FE03D-68A7-4D17-AA39-0E389D153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527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F617D9D-FD3F-C71E-A0EE-12784261F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4442B-6376-5B4D-AF28-7F60AB9DF076}" type="datetime1">
              <a:rPr lang="en-US" altLang="zh-CN" smtClean="0"/>
              <a:t>10/9/25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04915CA-AB3E-FB73-9498-64BC0B160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6F18DF-7D7F-B28E-E1DC-F659E7764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9</a:t>
            </a:fld>
            <a:endParaRPr lang="en-US"/>
          </a:p>
        </p:txBody>
      </p:sp>
      <p:pic>
        <p:nvPicPr>
          <p:cNvPr id="5" name="内容占位符 3">
            <a:extLst>
              <a:ext uri="{FF2B5EF4-FFF2-40B4-BE49-F238E27FC236}">
                <a16:creationId xmlns:a16="http://schemas.microsoft.com/office/drawing/2014/main" id="{2EF1D87D-FA5E-9739-6684-705A70EF419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0108" b="8530"/>
          <a:stretch/>
        </p:blipFill>
        <p:spPr>
          <a:xfrm>
            <a:off x="3064720" y="1309889"/>
            <a:ext cx="4423014" cy="541158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375F917-1F23-7258-9B77-205059B6ACE7}"/>
              </a:ext>
            </a:extLst>
          </p:cNvPr>
          <p:cNvSpPr txBox="1"/>
          <p:nvPr/>
        </p:nvSpPr>
        <p:spPr>
          <a:xfrm flipH="1">
            <a:off x="1042620" y="848224"/>
            <a:ext cx="10249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+mn-ea"/>
              </a:rPr>
              <a:t>例题</a:t>
            </a:r>
            <a:r>
              <a:rPr lang="en-US" altLang="zh-CN" sz="2400" dirty="0">
                <a:latin typeface="+mn-ea"/>
              </a:rPr>
              <a:t>7.1 </a:t>
            </a:r>
            <a:r>
              <a:rPr lang="zh-CN" altLang="en-US" sz="2400" dirty="0">
                <a:solidFill>
                  <a:srgbClr val="C00000"/>
                </a:solidFill>
                <a:latin typeface="+mn-ea"/>
                <a:sym typeface="Wingdings" panose="05000000000000000000" pitchFamily="2" charset="2"/>
              </a:rPr>
              <a:t> </a:t>
            </a:r>
            <a:r>
              <a:rPr lang="zh-CN" altLang="en-US" sz="2400" dirty="0">
                <a:latin typeface="+mn-ea"/>
              </a:rPr>
              <a:t>直线</a:t>
            </a:r>
            <a:r>
              <a:rPr lang="en-US" altLang="zh-CN" sz="2400" dirty="0">
                <a:latin typeface="+mn-ea"/>
              </a:rPr>
              <a:t>AB</a:t>
            </a:r>
            <a:r>
              <a:rPr lang="zh-CN" altLang="en-US" sz="2400" dirty="0">
                <a:latin typeface="+mn-ea"/>
              </a:rPr>
              <a:t>与</a:t>
            </a:r>
            <a:r>
              <a:rPr lang="en-US" altLang="zh-CN" sz="2400" dirty="0">
                <a:latin typeface="+mn-ea"/>
              </a:rPr>
              <a:t>CD</a:t>
            </a:r>
            <a:r>
              <a:rPr lang="zh-CN" altLang="en-US" sz="2400" dirty="0">
                <a:latin typeface="+mn-ea"/>
              </a:rPr>
              <a:t>是两条交叉直线，求它们之间的最短距离。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DE4590F-8B94-EEC9-8110-A68979EB946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2503" y="3720531"/>
            <a:ext cx="3003100" cy="230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780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992A30B-79E3-D574-A534-9708972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E473F-064D-6C41-94D2-52DBF9BE76B1}" type="datetime1">
              <a:rPr lang="en-US" altLang="zh-CN" smtClean="0"/>
              <a:t>10/9/25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DF02385-2E6E-F1D0-15B9-294FA17B3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860870-5055-A1C2-0FD5-2D874B64B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10</a:t>
            </a:fld>
            <a:endParaRPr lang="en-US"/>
          </a:p>
        </p:txBody>
      </p:sp>
      <p:pic>
        <p:nvPicPr>
          <p:cNvPr id="5" name="内容占位符 3">
            <a:extLst>
              <a:ext uri="{FF2B5EF4-FFF2-40B4-BE49-F238E27FC236}">
                <a16:creationId xmlns:a16="http://schemas.microsoft.com/office/drawing/2014/main" id="{622258EB-EF6F-9101-BDE7-E5C520930A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8946" b="16354"/>
          <a:stretch/>
        </p:blipFill>
        <p:spPr>
          <a:xfrm>
            <a:off x="1422401" y="1163030"/>
            <a:ext cx="4310742" cy="471329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0E803FC-4742-1EE5-81EF-C47E5D5FB16E}"/>
              </a:ext>
            </a:extLst>
          </p:cNvPr>
          <p:cNvSpPr txBox="1"/>
          <p:nvPr/>
        </p:nvSpPr>
        <p:spPr>
          <a:xfrm>
            <a:off x="6021437" y="1531907"/>
            <a:ext cx="5836733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/>
              <a:t>空间分析：</a:t>
            </a:r>
            <a:endParaRPr lang="en-US" altLang="zh-CN" b="1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zh-CN" altLang="en-US" dirty="0"/>
              <a:t>两交叉直线最短距离是它们的</a:t>
            </a:r>
            <a:r>
              <a:rPr lang="zh-CN" altLang="en-US" dirty="0">
                <a:solidFill>
                  <a:srgbClr val="C00000"/>
                </a:solidFill>
              </a:rPr>
              <a:t>公垂线的实长</a:t>
            </a:r>
            <a:r>
              <a:rPr lang="zh-CN" altLang="en-US" dirty="0"/>
              <a:t>。</a:t>
            </a:r>
            <a:r>
              <a:rPr lang="en-US" altLang="zh-CN" b="1" dirty="0"/>
              <a:t>EF</a:t>
            </a:r>
            <a:r>
              <a:rPr lang="zh-CN" altLang="en-US" b="1" dirty="0"/>
              <a:t>是公垂线。</a:t>
            </a:r>
            <a:endParaRPr lang="en-US" altLang="zh-CN" b="1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zh-CN" altLang="en-US" b="1" dirty="0"/>
              <a:t>包含直线</a:t>
            </a:r>
            <a:r>
              <a:rPr lang="en-US" altLang="zh-CN" b="1" dirty="0"/>
              <a:t>AB</a:t>
            </a:r>
            <a:r>
              <a:rPr lang="zh-CN" altLang="en-US" b="1" dirty="0"/>
              <a:t>作与直线</a:t>
            </a:r>
            <a:r>
              <a:rPr lang="en-US" altLang="zh-CN" b="1" dirty="0"/>
              <a:t>CD</a:t>
            </a:r>
            <a:r>
              <a:rPr lang="zh-CN" altLang="en-US" b="1" dirty="0"/>
              <a:t>平行的平面</a:t>
            </a:r>
            <a:r>
              <a:rPr lang="en-US" altLang="zh-CN" b="1" dirty="0"/>
              <a:t>P</a:t>
            </a:r>
            <a:r>
              <a:rPr lang="zh-CN" altLang="en-US" dirty="0"/>
              <a:t>，那么垂直于平面</a:t>
            </a:r>
            <a:r>
              <a:rPr lang="en-US" altLang="zh-CN" dirty="0"/>
              <a:t>P</a:t>
            </a:r>
            <a:r>
              <a:rPr lang="zh-CN" altLang="en-US" dirty="0"/>
              <a:t>的直线必定同时垂直于</a:t>
            </a:r>
            <a:r>
              <a:rPr lang="en-US" altLang="zh-CN" dirty="0"/>
              <a:t>AB</a:t>
            </a:r>
            <a:r>
              <a:rPr lang="zh-CN" altLang="en-US" dirty="0"/>
              <a:t>及</a:t>
            </a:r>
            <a:r>
              <a:rPr lang="en-US" altLang="zh-CN" dirty="0"/>
              <a:t>CD</a:t>
            </a:r>
            <a:r>
              <a:rPr lang="zh-CN" altLang="en-US" dirty="0"/>
              <a:t>。</a:t>
            </a:r>
            <a:endParaRPr lang="en-US" altLang="zh-CN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zh-CN" altLang="en-US" dirty="0"/>
              <a:t>垂直于平面</a:t>
            </a:r>
            <a:r>
              <a:rPr lang="en-US" altLang="zh-CN" dirty="0"/>
              <a:t>P</a:t>
            </a:r>
            <a:r>
              <a:rPr lang="zh-CN" altLang="en-US" dirty="0"/>
              <a:t>的直线有无数条，但所求直线必须与</a:t>
            </a:r>
            <a:r>
              <a:rPr lang="en-US" altLang="zh-CN" dirty="0"/>
              <a:t>CD</a:t>
            </a:r>
            <a:r>
              <a:rPr lang="zh-CN" altLang="en-US" dirty="0"/>
              <a:t>相交，所以，包含直线</a:t>
            </a:r>
            <a:r>
              <a:rPr lang="en-US" altLang="zh-CN" dirty="0"/>
              <a:t>CD</a:t>
            </a:r>
            <a:r>
              <a:rPr lang="zh-CN" altLang="en-US" dirty="0"/>
              <a:t>作</a:t>
            </a:r>
            <a:r>
              <a:rPr lang="zh-CN" altLang="en-US" b="1" dirty="0"/>
              <a:t>平面</a:t>
            </a:r>
            <a:r>
              <a:rPr lang="en-US" altLang="zh-CN" b="1" dirty="0"/>
              <a:t>Q</a:t>
            </a:r>
            <a:r>
              <a:rPr lang="zh-CN" altLang="en-US" b="1" dirty="0"/>
              <a:t>垂直于平面</a:t>
            </a:r>
            <a:r>
              <a:rPr lang="en-US" altLang="zh-CN" b="1" dirty="0"/>
              <a:t>P</a:t>
            </a:r>
            <a:r>
              <a:rPr lang="zh-CN" altLang="en-US" dirty="0"/>
              <a:t>。求出平面</a:t>
            </a:r>
            <a:r>
              <a:rPr lang="en-US" altLang="zh-CN" dirty="0"/>
              <a:t>Q</a:t>
            </a:r>
            <a:r>
              <a:rPr lang="zh-CN" altLang="en-US" dirty="0"/>
              <a:t>与直线</a:t>
            </a:r>
            <a:r>
              <a:rPr lang="en-US" altLang="zh-CN" dirty="0"/>
              <a:t>AB</a:t>
            </a:r>
            <a:r>
              <a:rPr lang="zh-CN" altLang="en-US" dirty="0"/>
              <a:t>的</a:t>
            </a:r>
            <a:r>
              <a:rPr lang="zh-CN" altLang="en-US" b="1" dirty="0"/>
              <a:t>交点</a:t>
            </a:r>
            <a:r>
              <a:rPr lang="en-US" altLang="zh-CN" b="1" dirty="0"/>
              <a:t>E</a:t>
            </a:r>
            <a:r>
              <a:rPr lang="zh-CN" altLang="en-US" dirty="0"/>
              <a:t>。</a:t>
            </a:r>
            <a:endParaRPr lang="en-US" altLang="zh-CN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zh-CN" altLang="en-US" b="1" dirty="0"/>
              <a:t>过</a:t>
            </a:r>
            <a:r>
              <a:rPr lang="en-US" altLang="zh-CN" b="1" dirty="0"/>
              <a:t>E</a:t>
            </a:r>
            <a:r>
              <a:rPr lang="zh-CN" altLang="en-US" b="1" dirty="0"/>
              <a:t>点作直线</a:t>
            </a:r>
            <a:r>
              <a:rPr lang="en-US" altLang="zh-CN" b="1" dirty="0"/>
              <a:t>EF</a:t>
            </a:r>
            <a:r>
              <a:rPr lang="zh-CN" altLang="en-US" b="1" dirty="0"/>
              <a:t>垂直于平面</a:t>
            </a:r>
            <a:r>
              <a:rPr lang="en-US" altLang="zh-CN" b="1" dirty="0"/>
              <a:t>P</a:t>
            </a:r>
            <a:r>
              <a:rPr lang="zh-CN" altLang="en-US" dirty="0"/>
              <a:t>必与</a:t>
            </a:r>
            <a:r>
              <a:rPr lang="en-US" altLang="zh-CN" dirty="0"/>
              <a:t>CD</a:t>
            </a:r>
            <a:r>
              <a:rPr lang="zh-CN" altLang="en-US" dirty="0"/>
              <a:t>交于点</a:t>
            </a:r>
            <a:r>
              <a:rPr lang="en-US" altLang="zh-CN" dirty="0"/>
              <a:t>F</a:t>
            </a:r>
            <a:r>
              <a:rPr lang="zh-CN" altLang="en-US" dirty="0"/>
              <a:t>，即公垂线。</a:t>
            </a:r>
            <a:endParaRPr lang="en-US" altLang="zh-CN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zh-CN" altLang="en-US" dirty="0"/>
              <a:t>用</a:t>
            </a:r>
            <a:r>
              <a:rPr lang="zh-CN" altLang="en-US" b="1" dirty="0"/>
              <a:t>直角三角形法求出</a:t>
            </a:r>
            <a:r>
              <a:rPr lang="en-US" altLang="zh-CN" b="1" dirty="0"/>
              <a:t>EF</a:t>
            </a:r>
            <a:r>
              <a:rPr lang="zh-CN" altLang="en-US" b="1" dirty="0"/>
              <a:t>的实长</a:t>
            </a:r>
            <a:r>
              <a:rPr lang="zh-CN" altLang="en-US" dirty="0"/>
              <a:t>，该实长就是两条交叉直线</a:t>
            </a:r>
            <a:r>
              <a:rPr lang="en-US" altLang="zh-CN" dirty="0"/>
              <a:t>AB</a:t>
            </a:r>
            <a:r>
              <a:rPr lang="zh-CN" altLang="en-US" dirty="0"/>
              <a:t>与</a:t>
            </a:r>
            <a:r>
              <a:rPr lang="en-US" altLang="zh-CN" dirty="0"/>
              <a:t>CD</a:t>
            </a:r>
            <a:r>
              <a:rPr lang="zh-CN" altLang="en-US" dirty="0"/>
              <a:t>之间的最短距离。</a:t>
            </a:r>
            <a:endParaRPr 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090252F-309F-EC1D-7F20-4CF85CC20280}"/>
              </a:ext>
            </a:extLst>
          </p:cNvPr>
          <p:cNvSpPr txBox="1"/>
          <p:nvPr/>
        </p:nvSpPr>
        <p:spPr>
          <a:xfrm>
            <a:off x="3302197" y="5195556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</a:rPr>
              <a:t>②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FEEB59D-07E6-DF94-2082-5D247A00503F}"/>
              </a:ext>
            </a:extLst>
          </p:cNvPr>
          <p:cNvSpPr txBox="1"/>
          <p:nvPr/>
        </p:nvSpPr>
        <p:spPr>
          <a:xfrm>
            <a:off x="3094448" y="3368431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</a:rPr>
              <a:t>①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B31D72A-7EBE-73F3-3D20-CC56B78593B8}"/>
              </a:ext>
            </a:extLst>
          </p:cNvPr>
          <p:cNvSpPr txBox="1"/>
          <p:nvPr/>
        </p:nvSpPr>
        <p:spPr>
          <a:xfrm>
            <a:off x="3302197" y="461078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</a:rPr>
              <a:t>③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98F98D4-47BE-DC0D-2377-096C6A0D3CCC}"/>
              </a:ext>
            </a:extLst>
          </p:cNvPr>
          <p:cNvSpPr txBox="1"/>
          <p:nvPr/>
        </p:nvSpPr>
        <p:spPr>
          <a:xfrm>
            <a:off x="3213437" y="2310748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</a:rPr>
              <a:t>④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9645173-A459-AD1F-367F-21672EF27BA9}"/>
              </a:ext>
            </a:extLst>
          </p:cNvPr>
          <p:cNvSpPr txBox="1"/>
          <p:nvPr/>
        </p:nvSpPr>
        <p:spPr>
          <a:xfrm>
            <a:off x="3475698" y="3202483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</a:rPr>
              <a:t>⑤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2" name="文本框 4">
            <a:extLst>
              <a:ext uri="{FF2B5EF4-FFF2-40B4-BE49-F238E27FC236}">
                <a16:creationId xmlns:a16="http://schemas.microsoft.com/office/drawing/2014/main" id="{8D3AEE00-2D07-FCFB-D8F7-1431FC5ACE73}"/>
              </a:ext>
            </a:extLst>
          </p:cNvPr>
          <p:cNvSpPr txBox="1"/>
          <p:nvPr/>
        </p:nvSpPr>
        <p:spPr>
          <a:xfrm flipH="1">
            <a:off x="612190" y="699067"/>
            <a:ext cx="10389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+mn-ea"/>
              </a:rPr>
              <a:t>例题</a:t>
            </a:r>
            <a:r>
              <a:rPr lang="en-US" altLang="zh-CN" sz="2400" dirty="0">
                <a:latin typeface="+mn-ea"/>
              </a:rPr>
              <a:t>7.1 </a:t>
            </a:r>
            <a:r>
              <a:rPr lang="zh-CN" altLang="en-US" sz="2400" dirty="0">
                <a:solidFill>
                  <a:srgbClr val="C00000"/>
                </a:solidFill>
                <a:latin typeface="+mn-ea"/>
                <a:sym typeface="Wingdings" panose="05000000000000000000" pitchFamily="2" charset="2"/>
              </a:rPr>
              <a:t> </a:t>
            </a:r>
            <a:r>
              <a:rPr lang="zh-CN" altLang="en-US" sz="2400" dirty="0">
                <a:latin typeface="+mn-ea"/>
              </a:rPr>
              <a:t>直线</a:t>
            </a:r>
            <a:r>
              <a:rPr lang="en-US" altLang="zh-CN" sz="2400" dirty="0">
                <a:latin typeface="+mn-ea"/>
              </a:rPr>
              <a:t>AB</a:t>
            </a:r>
            <a:r>
              <a:rPr lang="zh-CN" altLang="en-US" sz="2400" dirty="0">
                <a:latin typeface="+mn-ea"/>
              </a:rPr>
              <a:t>与</a:t>
            </a:r>
            <a:r>
              <a:rPr lang="en-US" altLang="zh-CN" sz="2400" dirty="0">
                <a:latin typeface="+mn-ea"/>
              </a:rPr>
              <a:t>CD</a:t>
            </a:r>
            <a:r>
              <a:rPr lang="zh-CN" altLang="en-US" sz="2400" dirty="0">
                <a:latin typeface="+mn-ea"/>
              </a:rPr>
              <a:t>是两条交叉直线，求它们之间的最短距离。</a:t>
            </a:r>
          </a:p>
        </p:txBody>
      </p:sp>
    </p:spTree>
    <p:extLst>
      <p:ext uri="{BB962C8B-B14F-4D97-AF65-F5344CB8AC3E}">
        <p14:creationId xmlns:p14="http://schemas.microsoft.com/office/powerpoint/2010/main" val="3467506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40FA630-19C8-C323-F767-2B096C875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DCBEA-198B-9948-AB1F-AC1A4A02BEC8}" type="datetime1">
              <a:rPr lang="en-US" altLang="zh-CN" smtClean="0"/>
              <a:t>10/9/25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6E7BCA-B4C4-CFE3-A060-26148E5C9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59E6D8-DE87-2338-E6FC-27CC367D0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11</a:t>
            </a:fld>
            <a:endParaRPr lang="en-US"/>
          </a:p>
        </p:txBody>
      </p:sp>
      <p:pic>
        <p:nvPicPr>
          <p:cNvPr id="5" name="内容占位符 3">
            <a:extLst>
              <a:ext uri="{FF2B5EF4-FFF2-40B4-BE49-F238E27FC236}">
                <a16:creationId xmlns:a16="http://schemas.microsoft.com/office/drawing/2014/main" id="{D8A15900-D696-D667-97C0-CD0958F9A0A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0108" b="8530"/>
          <a:stretch/>
        </p:blipFill>
        <p:spPr>
          <a:xfrm>
            <a:off x="5428847" y="1091517"/>
            <a:ext cx="4601495" cy="562995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9DEE9BE-3BA0-5019-1948-87C04FF0E91E}"/>
              </a:ext>
            </a:extLst>
          </p:cNvPr>
          <p:cNvSpPr txBox="1"/>
          <p:nvPr/>
        </p:nvSpPr>
        <p:spPr>
          <a:xfrm flipH="1">
            <a:off x="611561" y="471563"/>
            <a:ext cx="7025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直线</a:t>
            </a:r>
            <a:r>
              <a:rPr lang="en-US" altLang="zh-CN" sz="2000" dirty="0"/>
              <a:t>AB</a:t>
            </a:r>
            <a:r>
              <a:rPr lang="zh-CN" altLang="en-US" sz="2000" dirty="0"/>
              <a:t>与</a:t>
            </a:r>
            <a:r>
              <a:rPr lang="en-US" altLang="zh-CN" sz="2000" dirty="0"/>
              <a:t>CD</a:t>
            </a:r>
            <a:r>
              <a:rPr lang="zh-CN" altLang="en-US" sz="2000" dirty="0"/>
              <a:t>是两条交叉直线，求它们之间的最短距离。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62984F5-C709-F3A2-33B8-D1BD748F00BD}"/>
              </a:ext>
            </a:extLst>
          </p:cNvPr>
          <p:cNvCxnSpPr/>
          <p:nvPr/>
        </p:nvCxnSpPr>
        <p:spPr>
          <a:xfrm flipH="1" flipV="1">
            <a:off x="6825028" y="3511242"/>
            <a:ext cx="2826775" cy="16862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5D82335-6B10-D461-39B0-7CEFD75D4724}"/>
              </a:ext>
            </a:extLst>
          </p:cNvPr>
          <p:cNvCxnSpPr/>
          <p:nvPr/>
        </p:nvCxnSpPr>
        <p:spPr>
          <a:xfrm flipH="1">
            <a:off x="5748396" y="3511242"/>
            <a:ext cx="1076633" cy="1071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27528D2-2BAB-D4B1-63FF-C807E7AC3FF9}"/>
              </a:ext>
            </a:extLst>
          </p:cNvPr>
          <p:cNvCxnSpPr/>
          <p:nvPr/>
        </p:nvCxnSpPr>
        <p:spPr>
          <a:xfrm flipH="1" flipV="1">
            <a:off x="6879106" y="1091517"/>
            <a:ext cx="2812025" cy="10087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E40863DF-2395-B2CC-47C6-7AEE18546BCD}"/>
              </a:ext>
            </a:extLst>
          </p:cNvPr>
          <p:cNvCxnSpPr/>
          <p:nvPr/>
        </p:nvCxnSpPr>
        <p:spPr>
          <a:xfrm flipV="1">
            <a:off x="6825028" y="1091517"/>
            <a:ext cx="54078" cy="24197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5C267EE-D1B4-1CE1-BBCF-2124C1D0CA82}"/>
              </a:ext>
            </a:extLst>
          </p:cNvPr>
          <p:cNvCxnSpPr/>
          <p:nvPr/>
        </p:nvCxnSpPr>
        <p:spPr>
          <a:xfrm flipH="1">
            <a:off x="5748396" y="1092301"/>
            <a:ext cx="1120878" cy="241894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15EAF077-7CEE-75BA-3B2D-B7A94522005A}"/>
              </a:ext>
            </a:extLst>
          </p:cNvPr>
          <p:cNvSpPr txBox="1"/>
          <p:nvPr/>
        </p:nvSpPr>
        <p:spPr>
          <a:xfrm>
            <a:off x="6577420" y="3170817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g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5244205-D718-4748-9632-080EC7D15FEF}"/>
              </a:ext>
            </a:extLst>
          </p:cNvPr>
          <p:cNvSpPr txBox="1"/>
          <p:nvPr/>
        </p:nvSpPr>
        <p:spPr>
          <a:xfrm>
            <a:off x="6577420" y="864520"/>
            <a:ext cx="360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g’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3306EA6-7E25-004C-E436-DE95EA6915C7}"/>
              </a:ext>
            </a:extLst>
          </p:cNvPr>
          <p:cNvCxnSpPr/>
          <p:nvPr/>
        </p:nvCxnSpPr>
        <p:spPr>
          <a:xfrm flipH="1" flipV="1">
            <a:off x="6387493" y="2100312"/>
            <a:ext cx="3273756" cy="54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52BE2EE-6D95-2543-5867-7D8EFDCBF3C2}"/>
              </a:ext>
            </a:extLst>
          </p:cNvPr>
          <p:cNvCxnSpPr/>
          <p:nvPr/>
        </p:nvCxnSpPr>
        <p:spPr>
          <a:xfrm flipV="1">
            <a:off x="6404700" y="2095114"/>
            <a:ext cx="0" cy="185612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C247FDEC-29F0-1C17-F642-440AA5522539}"/>
              </a:ext>
            </a:extLst>
          </p:cNvPr>
          <p:cNvCxnSpPr/>
          <p:nvPr/>
        </p:nvCxnSpPr>
        <p:spPr>
          <a:xfrm flipH="1" flipV="1">
            <a:off x="6419449" y="3951236"/>
            <a:ext cx="3242186" cy="12708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ABDFEA4-24AB-40EC-8C40-EFC642A47A35}"/>
              </a:ext>
            </a:extLst>
          </p:cNvPr>
          <p:cNvSpPr txBox="1"/>
          <p:nvPr/>
        </p:nvSpPr>
        <p:spPr>
          <a:xfrm>
            <a:off x="6118132" y="1827155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2’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02714A5-C119-7263-2D19-2E13DBD54F75}"/>
              </a:ext>
            </a:extLst>
          </p:cNvPr>
          <p:cNvSpPr txBox="1"/>
          <p:nvPr/>
        </p:nvSpPr>
        <p:spPr>
          <a:xfrm>
            <a:off x="6118132" y="36559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2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7B91B12-1905-2F89-DF94-8521CFDDE6AE}"/>
              </a:ext>
            </a:extLst>
          </p:cNvPr>
          <p:cNvCxnSpPr/>
          <p:nvPr/>
        </p:nvCxnSpPr>
        <p:spPr>
          <a:xfrm flipH="1" flipV="1">
            <a:off x="5748396" y="4599913"/>
            <a:ext cx="3077497" cy="973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3547379D-5C7D-6060-BF0D-58743A6BD316}"/>
              </a:ext>
            </a:extLst>
          </p:cNvPr>
          <p:cNvCxnSpPr/>
          <p:nvPr/>
        </p:nvCxnSpPr>
        <p:spPr>
          <a:xfrm flipH="1" flipV="1">
            <a:off x="8757067" y="1751267"/>
            <a:ext cx="61453" cy="29459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472BB69-9124-6EBF-8A35-17E9DE563A3C}"/>
              </a:ext>
            </a:extLst>
          </p:cNvPr>
          <p:cNvCxnSpPr/>
          <p:nvPr/>
        </p:nvCxnSpPr>
        <p:spPr>
          <a:xfrm flipV="1">
            <a:off x="5748396" y="1762623"/>
            <a:ext cx="3008671" cy="17316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DE8CEB36-B4E8-864E-EA1F-7FDC79465D61}"/>
              </a:ext>
            </a:extLst>
          </p:cNvPr>
          <p:cNvSpPr txBox="1"/>
          <p:nvPr/>
        </p:nvSpPr>
        <p:spPr>
          <a:xfrm>
            <a:off x="8636066" y="1430317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1’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2C53386-A8EA-A821-13DE-4AA2AB1D3B71}"/>
              </a:ext>
            </a:extLst>
          </p:cNvPr>
          <p:cNvSpPr txBox="1"/>
          <p:nvPr/>
        </p:nvSpPr>
        <p:spPr>
          <a:xfrm>
            <a:off x="8818151" y="43912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1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4937FD3-3B91-DDEB-05B2-69D9A36E7D86}"/>
              </a:ext>
            </a:extLst>
          </p:cNvPr>
          <p:cNvCxnSpPr/>
          <p:nvPr/>
        </p:nvCxnSpPr>
        <p:spPr>
          <a:xfrm flipV="1">
            <a:off x="7437085" y="3505643"/>
            <a:ext cx="508821" cy="16002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9EC003DD-9ABD-5502-906F-B36DC518D394}"/>
              </a:ext>
            </a:extLst>
          </p:cNvPr>
          <p:cNvCxnSpPr/>
          <p:nvPr/>
        </p:nvCxnSpPr>
        <p:spPr>
          <a:xfrm flipV="1">
            <a:off x="7940990" y="2881481"/>
            <a:ext cx="4916" cy="6177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14AFF2E0-B10B-35E7-2B4E-6E0AB07FDA62}"/>
              </a:ext>
            </a:extLst>
          </p:cNvPr>
          <p:cNvCxnSpPr/>
          <p:nvPr/>
        </p:nvCxnSpPr>
        <p:spPr>
          <a:xfrm flipH="1" flipV="1">
            <a:off x="7462896" y="1751587"/>
            <a:ext cx="477499" cy="112469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AAC782B4-9017-B4A8-9884-5CC54E74953B}"/>
              </a:ext>
            </a:extLst>
          </p:cNvPr>
          <p:cNvSpPr txBox="1"/>
          <p:nvPr/>
        </p:nvSpPr>
        <p:spPr>
          <a:xfrm>
            <a:off x="7873528" y="341410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3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535AC8A-D90C-7C0D-1014-8B85C86111BC}"/>
              </a:ext>
            </a:extLst>
          </p:cNvPr>
          <p:cNvSpPr txBox="1"/>
          <p:nvPr/>
        </p:nvSpPr>
        <p:spPr>
          <a:xfrm>
            <a:off x="7911357" y="2722176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3’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51BE90D-367E-37D4-A61E-057EE5698736}"/>
              </a:ext>
            </a:extLst>
          </p:cNvPr>
          <p:cNvSpPr txBox="1"/>
          <p:nvPr/>
        </p:nvSpPr>
        <p:spPr>
          <a:xfrm rot="17454872">
            <a:off x="7635759" y="4163481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̚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019C7C4-CE2E-99DE-B00D-BC35DBBA01B0}"/>
              </a:ext>
            </a:extLst>
          </p:cNvPr>
          <p:cNvSpPr txBox="1"/>
          <p:nvPr/>
        </p:nvSpPr>
        <p:spPr>
          <a:xfrm rot="9180000">
            <a:off x="7562005" y="2110562"/>
            <a:ext cx="137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̚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59E278BD-CA03-C276-F8A4-1BFA0241D920}"/>
              </a:ext>
            </a:extLst>
          </p:cNvPr>
          <p:cNvCxnSpPr/>
          <p:nvPr/>
        </p:nvCxnSpPr>
        <p:spPr>
          <a:xfrm flipV="1">
            <a:off x="7844888" y="2766854"/>
            <a:ext cx="28431" cy="10568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5DAFDC5E-F2C9-6FFD-3581-89C9BE7AB510}"/>
              </a:ext>
            </a:extLst>
          </p:cNvPr>
          <p:cNvCxnSpPr/>
          <p:nvPr/>
        </p:nvCxnSpPr>
        <p:spPr>
          <a:xfrm flipV="1">
            <a:off x="9043635" y="2314320"/>
            <a:ext cx="13053" cy="385624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88116312-4A52-36D0-EE57-E61B3F6B1F37}"/>
              </a:ext>
            </a:extLst>
          </p:cNvPr>
          <p:cNvCxnSpPr>
            <a:cxnSpLocks/>
          </p:cNvCxnSpPr>
          <p:nvPr/>
        </p:nvCxnSpPr>
        <p:spPr>
          <a:xfrm flipH="1" flipV="1">
            <a:off x="7842573" y="3816881"/>
            <a:ext cx="1201061" cy="23536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0934C150-F250-9231-DC2E-65E7E10B4655}"/>
              </a:ext>
            </a:extLst>
          </p:cNvPr>
          <p:cNvCxnSpPr/>
          <p:nvPr/>
        </p:nvCxnSpPr>
        <p:spPr>
          <a:xfrm flipV="1">
            <a:off x="8445305" y="2545069"/>
            <a:ext cx="7220" cy="249464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06B854B2-AB4A-3DCB-9213-4F8093945294}"/>
              </a:ext>
            </a:extLst>
          </p:cNvPr>
          <p:cNvCxnSpPr/>
          <p:nvPr/>
        </p:nvCxnSpPr>
        <p:spPr>
          <a:xfrm flipH="1" flipV="1">
            <a:off x="8147415" y="1984941"/>
            <a:ext cx="308204" cy="57229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BCFF55D3-0C51-4587-6943-2CF65EB0F2D9}"/>
              </a:ext>
            </a:extLst>
          </p:cNvPr>
          <p:cNvSpPr txBox="1"/>
          <p:nvPr/>
        </p:nvSpPr>
        <p:spPr>
          <a:xfrm rot="3780000">
            <a:off x="8077540" y="1917265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̚</a:t>
            </a:r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CD6340E3-C18E-E567-7312-2B9758F0FDF1}"/>
              </a:ext>
            </a:extLst>
          </p:cNvPr>
          <p:cNvCxnSpPr/>
          <p:nvPr/>
        </p:nvCxnSpPr>
        <p:spPr>
          <a:xfrm flipH="1" flipV="1">
            <a:off x="8155276" y="1981305"/>
            <a:ext cx="18376" cy="360287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BF9E1872-B058-CBC9-EE15-B16EF59EF639}"/>
              </a:ext>
            </a:extLst>
          </p:cNvPr>
          <p:cNvCxnSpPr/>
          <p:nvPr/>
        </p:nvCxnSpPr>
        <p:spPr>
          <a:xfrm flipV="1">
            <a:off x="8182047" y="4787498"/>
            <a:ext cx="390275" cy="81607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6D07F020-60DA-48F3-8648-0B5D07C846FA}"/>
              </a:ext>
            </a:extLst>
          </p:cNvPr>
          <p:cNvSpPr txBox="1"/>
          <p:nvPr/>
        </p:nvSpPr>
        <p:spPr>
          <a:xfrm rot="6720000">
            <a:off x="8385057" y="4593586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̚</a:t>
            </a: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7BB2C15A-14ED-F985-3D3F-6DF3ECE832BF}"/>
              </a:ext>
            </a:extLst>
          </p:cNvPr>
          <p:cNvCxnSpPr/>
          <p:nvPr/>
        </p:nvCxnSpPr>
        <p:spPr>
          <a:xfrm flipV="1">
            <a:off x="8188400" y="5023702"/>
            <a:ext cx="274359" cy="56721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F3AD844D-F48F-3B65-2669-4A45F1619E51}"/>
              </a:ext>
            </a:extLst>
          </p:cNvPr>
          <p:cNvCxnSpPr/>
          <p:nvPr/>
        </p:nvCxnSpPr>
        <p:spPr>
          <a:xfrm flipH="1" flipV="1">
            <a:off x="8161952" y="2009098"/>
            <a:ext cx="292625" cy="539907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45E67F9B-68BB-2621-3345-5E3F0850D2CD}"/>
              </a:ext>
            </a:extLst>
          </p:cNvPr>
          <p:cNvCxnSpPr/>
          <p:nvPr/>
        </p:nvCxnSpPr>
        <p:spPr>
          <a:xfrm flipH="1">
            <a:off x="8161952" y="2559570"/>
            <a:ext cx="286452" cy="286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1C45135B-F6C6-1306-F430-493CF5769A90}"/>
              </a:ext>
            </a:extLst>
          </p:cNvPr>
          <p:cNvCxnSpPr>
            <a:cxnSpLocks/>
          </p:cNvCxnSpPr>
          <p:nvPr/>
        </p:nvCxnSpPr>
        <p:spPr>
          <a:xfrm>
            <a:off x="5060202" y="5635917"/>
            <a:ext cx="727709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88B302E1-50B1-5484-1B21-F67B4A855AA5}"/>
              </a:ext>
            </a:extLst>
          </p:cNvPr>
          <p:cNvCxnSpPr>
            <a:cxnSpLocks/>
          </p:cNvCxnSpPr>
          <p:nvPr/>
        </p:nvCxnSpPr>
        <p:spPr>
          <a:xfrm flipV="1">
            <a:off x="5070235" y="5071742"/>
            <a:ext cx="8791" cy="57673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ACCB443E-29E1-3E15-DC7E-7BE6B0B1561B}"/>
              </a:ext>
            </a:extLst>
          </p:cNvPr>
          <p:cNvCxnSpPr>
            <a:cxnSpLocks/>
          </p:cNvCxnSpPr>
          <p:nvPr/>
        </p:nvCxnSpPr>
        <p:spPr>
          <a:xfrm flipH="1" flipV="1">
            <a:off x="5070234" y="5080964"/>
            <a:ext cx="730564" cy="56199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2FCB2222-1AB4-F533-3C5E-0200F7148C69}"/>
              </a:ext>
            </a:extLst>
          </p:cNvPr>
          <p:cNvSpPr txBox="1"/>
          <p:nvPr/>
        </p:nvSpPr>
        <p:spPr>
          <a:xfrm>
            <a:off x="7548428" y="249599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</a:rPr>
              <a:t>4’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60233F1-003F-EC4D-E900-2015555FC987}"/>
              </a:ext>
            </a:extLst>
          </p:cNvPr>
          <p:cNvSpPr txBox="1"/>
          <p:nvPr/>
        </p:nvSpPr>
        <p:spPr>
          <a:xfrm>
            <a:off x="7598263" y="36369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F4DC7F4E-DD78-4A77-4088-AB3D642E0D16}"/>
              </a:ext>
            </a:extLst>
          </p:cNvPr>
          <p:cNvSpPr txBox="1"/>
          <p:nvPr/>
        </p:nvSpPr>
        <p:spPr>
          <a:xfrm>
            <a:off x="8887936" y="2011091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</a:rPr>
              <a:t>5’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C1CD9739-6ACD-5E83-6251-90512C07A673}"/>
              </a:ext>
            </a:extLst>
          </p:cNvPr>
          <p:cNvSpPr txBox="1"/>
          <p:nvPr/>
        </p:nvSpPr>
        <p:spPr>
          <a:xfrm>
            <a:off x="8892791" y="61416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3453B4D-5FDA-1E52-86D0-70B5DF4909B1}"/>
              </a:ext>
            </a:extLst>
          </p:cNvPr>
          <p:cNvSpPr txBox="1"/>
          <p:nvPr/>
        </p:nvSpPr>
        <p:spPr>
          <a:xfrm>
            <a:off x="8177153" y="48978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</a:rPr>
              <a:t>e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C88D0A07-356C-DAD0-F141-732F28A401DA}"/>
              </a:ext>
            </a:extLst>
          </p:cNvPr>
          <p:cNvSpPr txBox="1"/>
          <p:nvPr/>
        </p:nvSpPr>
        <p:spPr>
          <a:xfrm>
            <a:off x="8413735" y="243665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</a:rPr>
              <a:t>e'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8E32E77C-306E-E343-B106-33477D124539}"/>
              </a:ext>
            </a:extLst>
          </p:cNvPr>
          <p:cNvSpPr txBox="1"/>
          <p:nvPr/>
        </p:nvSpPr>
        <p:spPr>
          <a:xfrm>
            <a:off x="7938438" y="5531784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</a:rPr>
              <a:t>f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7D99285-B1A8-E069-DB73-FC3E754035AC}"/>
              </a:ext>
            </a:extLst>
          </p:cNvPr>
          <p:cNvSpPr txBox="1"/>
          <p:nvPr/>
        </p:nvSpPr>
        <p:spPr>
          <a:xfrm rot="1920000">
            <a:off x="8005383" y="212743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=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0BAEB53-F154-EE55-54AB-B5AFA402047D}"/>
              </a:ext>
            </a:extLst>
          </p:cNvPr>
          <p:cNvSpPr txBox="1"/>
          <p:nvPr/>
        </p:nvSpPr>
        <p:spPr>
          <a:xfrm rot="1920000">
            <a:off x="4926133" y="515388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=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73DB701-56FD-7B2F-B1D0-12A36C50D2D1}"/>
              </a:ext>
            </a:extLst>
          </p:cNvPr>
          <p:cNvSpPr txBox="1"/>
          <p:nvPr/>
        </p:nvSpPr>
        <p:spPr>
          <a:xfrm>
            <a:off x="5685618" y="55228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</a:rPr>
              <a:t>e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E63E783C-B7D0-50F4-AA34-99F1C51E35AC}"/>
              </a:ext>
            </a:extLst>
          </p:cNvPr>
          <p:cNvSpPr txBox="1"/>
          <p:nvPr/>
        </p:nvSpPr>
        <p:spPr>
          <a:xfrm>
            <a:off x="4865411" y="5550625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</a:rPr>
              <a:t>f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A174F19B-2208-6D77-6278-392F580E4794}"/>
              </a:ext>
            </a:extLst>
          </p:cNvPr>
          <p:cNvSpPr txBox="1"/>
          <p:nvPr/>
        </p:nvSpPr>
        <p:spPr>
          <a:xfrm>
            <a:off x="4766179" y="527914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</a:rPr>
              <a:t>h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DB517E8-A1F3-2270-EA6E-FDA52E3276A3}"/>
              </a:ext>
            </a:extLst>
          </p:cNvPr>
          <p:cNvSpPr txBox="1"/>
          <p:nvPr/>
        </p:nvSpPr>
        <p:spPr>
          <a:xfrm>
            <a:off x="3842533" y="5259545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</a:rPr>
              <a:t>h=</a:t>
            </a:r>
            <a:r>
              <a:rPr lang="en-US" i="1" dirty="0" err="1">
                <a:solidFill>
                  <a:srgbClr val="C00000"/>
                </a:solidFill>
              </a:rPr>
              <a:t>Fz-Ez</a:t>
            </a:r>
            <a:endParaRPr lang="en-US" i="1" dirty="0">
              <a:solidFill>
                <a:srgbClr val="C00000"/>
              </a:solidFill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335FC83-9EEA-3DBD-8887-4188DF50D1A2}"/>
              </a:ext>
            </a:extLst>
          </p:cNvPr>
          <p:cNvSpPr txBox="1"/>
          <p:nvPr/>
        </p:nvSpPr>
        <p:spPr>
          <a:xfrm>
            <a:off x="8011770" y="169753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</a:rPr>
              <a:t>f'</a:t>
            </a:r>
          </a:p>
        </p:txBody>
      </p:sp>
      <p:sp>
        <p:nvSpPr>
          <p:cNvPr id="60" name="文本框 117">
            <a:extLst>
              <a:ext uri="{FF2B5EF4-FFF2-40B4-BE49-F238E27FC236}">
                <a16:creationId xmlns:a16="http://schemas.microsoft.com/office/drawing/2014/main" id="{616FBF59-926C-AB41-0678-42C11AAC5805}"/>
              </a:ext>
            </a:extLst>
          </p:cNvPr>
          <p:cNvSpPr txBox="1"/>
          <p:nvPr/>
        </p:nvSpPr>
        <p:spPr>
          <a:xfrm>
            <a:off x="5355742" y="5052904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</a:rPr>
              <a:t>EF </a:t>
            </a:r>
            <a:r>
              <a:rPr lang="zh-CN" altLang="en-US" dirty="0">
                <a:solidFill>
                  <a:srgbClr val="C00000"/>
                </a:solidFill>
              </a:rPr>
              <a:t>实长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1" name="Graphic 7" descr="Puzzle pieces">
            <a:extLst>
              <a:ext uri="{FF2B5EF4-FFF2-40B4-BE49-F238E27FC236}">
                <a16:creationId xmlns:a16="http://schemas.microsoft.com/office/drawing/2014/main" id="{AFDFDF35-3034-1100-90E3-70C25E41BD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34955" y="5761101"/>
            <a:ext cx="596297" cy="596297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AA634226-5978-D08C-9489-757F44A3AB7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2418"/>
          <a:stretch/>
        </p:blipFill>
        <p:spPr>
          <a:xfrm>
            <a:off x="1109771" y="1275274"/>
            <a:ext cx="3442703" cy="2810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885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500"/>
                            </p:stCondLst>
                            <p:childTnLst>
                              <p:par>
                                <p:cTn id="1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500"/>
                            </p:stCondLst>
                            <p:childTnLst>
                              <p:par>
                                <p:cTn id="17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500"/>
                            </p:stCondLst>
                            <p:childTnLst>
                              <p:par>
                                <p:cTn id="1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500"/>
                            </p:stCondLst>
                            <p:childTnLst>
                              <p:par>
                                <p:cTn id="2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500"/>
                            </p:stCondLst>
                            <p:childTnLst>
                              <p:par>
                                <p:cTn id="2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7" grpId="0"/>
      <p:bldP spid="18" grpId="0"/>
      <p:bldP spid="22" grpId="0"/>
      <p:bldP spid="23" grpId="0"/>
      <p:bldP spid="27" grpId="0"/>
      <p:bldP spid="28" grpId="0"/>
      <p:bldP spid="29" grpId="0"/>
      <p:bldP spid="30" grpId="0"/>
      <p:bldP spid="36" grpId="0"/>
      <p:bldP spid="39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D5D18-3CE6-4BDB-9D15-A02F1C2D2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DengXian" charset="-122"/>
                <a:ea typeface="DengXian" charset="-122"/>
                <a:cs typeface="DengXian" charset="-122"/>
              </a:rPr>
              <a:t>2.6</a:t>
            </a:r>
            <a:r>
              <a:rPr lang="zh-CN" altLang="en-US" dirty="0">
                <a:latin typeface="DengXian" charset="-122"/>
                <a:ea typeface="DengXian" charset="-122"/>
                <a:cs typeface="DengXian" charset="-122"/>
              </a:rPr>
              <a:t> 投影变换</a:t>
            </a:r>
            <a:r>
              <a:rPr lang="en-US" altLang="zh-CN" dirty="0">
                <a:latin typeface="DengXian" charset="-122"/>
                <a:ea typeface="DengXian" charset="-122"/>
                <a:cs typeface="DengXian" charset="-122"/>
              </a:rPr>
              <a:t>——</a:t>
            </a:r>
            <a:r>
              <a:rPr lang="zh-CN" altLang="en-US" dirty="0">
                <a:latin typeface="DengXian" charset="-122"/>
                <a:ea typeface="DengXian" charset="-122"/>
                <a:cs typeface="DengXian" charset="-122"/>
              </a:rPr>
              <a:t>换面法（</a:t>
            </a:r>
            <a:r>
              <a:rPr lang="en-US" altLang="zh-CN" dirty="0">
                <a:latin typeface="DengXian" charset="-122"/>
                <a:ea typeface="DengXian" charset="-122"/>
                <a:cs typeface="DengXian" charset="-122"/>
              </a:rPr>
              <a:t>P62)</a:t>
            </a:r>
            <a:endParaRPr lang="zh-CN" alt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336FA3-DF1E-48B8-A4FC-A1FBF60F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0547B-5AF9-40FF-A09F-034D98631BC3}" type="datetime1">
              <a:rPr lang="zh-CN" altLang="en-US" smtClean="0"/>
              <a:t>2025/10/9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A16189-AC45-47C8-9AEA-AAE68A904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6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8AEADE-5311-4FCF-B4EF-2E8D9BB41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674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 的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152650" y="1321764"/>
            <a:ext cx="7886700" cy="1906917"/>
          </a:xfrm>
        </p:spPr>
        <p:txBody>
          <a:bodyPr/>
          <a:lstStyle/>
          <a:p>
            <a:r>
              <a:rPr lang="zh-CN" altLang="en-US" dirty="0"/>
              <a:t>几何元素的定位和度量</a:t>
            </a:r>
            <a:endParaRPr lang="en-US" altLang="zh-CN" dirty="0"/>
          </a:p>
          <a:p>
            <a:r>
              <a:rPr lang="zh-CN" altLang="en-US" dirty="0"/>
              <a:t>投影变换</a:t>
            </a:r>
            <a:r>
              <a:rPr lang="en-US" altLang="zh-CN" dirty="0"/>
              <a:t>——</a:t>
            </a:r>
            <a:r>
              <a:rPr lang="zh-CN" altLang="en-US" dirty="0"/>
              <a:t>对问题的图解</a:t>
            </a:r>
            <a:endParaRPr 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2938020" y="3351508"/>
            <a:ext cx="326243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舒体" panose="02010601030101010101" pitchFamily="2" charset="-122"/>
                <a:ea typeface="方正舒体" panose="02010601030101010101" pitchFamily="2" charset="-122"/>
              </a:rPr>
              <a:t>换个角度</a:t>
            </a:r>
            <a:r>
              <a:rPr lang="en-US" altLang="zh-CN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舒体" panose="02010601030101010101" pitchFamily="2" charset="-122"/>
                <a:ea typeface="方正舒体" panose="02010601030101010101" pitchFamily="2" charset="-122"/>
              </a:rPr>
              <a:t>……</a:t>
            </a:r>
          </a:p>
          <a:p>
            <a:r>
              <a:rPr lang="zh-CN" altLang="en-US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舒体" panose="02010601030101010101" pitchFamily="2" charset="-122"/>
                <a:ea typeface="方正舒体" panose="02010601030101010101" pitchFamily="2" charset="-122"/>
              </a:rPr>
              <a:t>看世界</a:t>
            </a:r>
            <a:endParaRPr lang="en-US" altLang="zh-CN" sz="40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舒体" panose="02010601030101010101" pitchFamily="2" charset="-122"/>
              <a:ea typeface="方正舒体" panose="02010601030101010101" pitchFamily="2" charset="-122"/>
            </a:endParaRPr>
          </a:p>
          <a:p>
            <a:r>
              <a:rPr lang="en-US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舒体" panose="02010601030101010101" pitchFamily="2" charset="-122"/>
                <a:ea typeface="方正舒体" panose="02010601030101010101" pitchFamily="2" charset="-122"/>
              </a:rPr>
              <a:t>OR</a:t>
            </a:r>
          </a:p>
          <a:p>
            <a:r>
              <a:rPr lang="zh-CN" altLang="en-US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舒体" panose="02010601030101010101" pitchFamily="2" charset="-122"/>
                <a:ea typeface="方正舒体" panose="02010601030101010101" pitchFamily="2" charset="-122"/>
              </a:rPr>
              <a:t>让世界看你</a:t>
            </a:r>
            <a:endParaRPr lang="en-US" sz="40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779" y="3582382"/>
            <a:ext cx="3373225" cy="2255844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FBCD66D-3F7C-4BA6-9FBF-6ED192CBA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6C3E1-366B-41FB-AEB2-3C69B74F4087}" type="datetime1">
              <a:rPr lang="zh-CN" altLang="en-US" smtClean="0"/>
              <a:t>2025/10/9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BA73559-3F00-450E-8997-07EF46D87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6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86AE92A-FC1C-4CA1-9828-9F8BBC9DE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80348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B4F3435-AD27-23FA-51C8-716543D88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一、概 述</a:t>
            </a:r>
            <a:endParaRPr lang="en-C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885F4F-EDBE-474C-93FC-DFF880BBC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66996-5063-482E-90D6-2DDF5181C518}" type="datetime1">
              <a:rPr lang="zh-CN" altLang="en-US" smtClean="0"/>
              <a:t>2025/10/9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FE0726-8CEB-4187-80AC-92C288FBA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6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F8D39F-B7BA-413D-B8E6-0BAF86D4B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14</a:t>
            </a:fld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idx="4294967295"/>
          </p:nvPr>
        </p:nvSpPr>
        <p:spPr>
          <a:xfrm>
            <a:off x="1034256" y="1138481"/>
            <a:ext cx="10123488" cy="517207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dirty="0"/>
              <a:t>工程实践有大量求解“实形”的问题：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zh-CN" altLang="en-US" dirty="0"/>
              <a:t>求物体上某斜面的</a:t>
            </a:r>
            <a:r>
              <a:rPr lang="zh-CN" altLang="en-US" dirty="0">
                <a:solidFill>
                  <a:srgbClr val="002060"/>
                </a:solidFill>
              </a:rPr>
              <a:t>真实形状</a:t>
            </a:r>
            <a:endParaRPr lang="en-US" altLang="zh-CN" dirty="0">
              <a:solidFill>
                <a:srgbClr val="002060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dirty="0"/>
              <a:t>求两斜面间</a:t>
            </a:r>
            <a:r>
              <a:rPr lang="zh-CN" altLang="en-US" dirty="0">
                <a:solidFill>
                  <a:srgbClr val="002060"/>
                </a:solidFill>
              </a:rPr>
              <a:t>夹角</a:t>
            </a:r>
            <a:r>
              <a:rPr lang="zh-CN" altLang="en-US" dirty="0"/>
              <a:t>的实际大小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zh-CN" altLang="en-US" dirty="0"/>
              <a:t>求两交叉管路之间的实际</a:t>
            </a:r>
            <a:r>
              <a:rPr lang="zh-CN" altLang="en-US" dirty="0">
                <a:solidFill>
                  <a:srgbClr val="002060"/>
                </a:solidFill>
              </a:rPr>
              <a:t>距离</a:t>
            </a:r>
            <a:endParaRPr lang="en-US" altLang="zh-CN" dirty="0">
              <a:solidFill>
                <a:srgbClr val="002060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dirty="0"/>
              <a:t>求空间力系的</a:t>
            </a:r>
            <a:r>
              <a:rPr lang="zh-CN" altLang="en-US" dirty="0">
                <a:solidFill>
                  <a:srgbClr val="002060"/>
                </a:solidFill>
              </a:rPr>
              <a:t>合力与分力</a:t>
            </a:r>
            <a:endParaRPr lang="en-US" altLang="zh-CN" dirty="0">
              <a:solidFill>
                <a:srgbClr val="002060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dirty="0"/>
              <a:t>确定空间机构的</a:t>
            </a:r>
            <a:r>
              <a:rPr lang="zh-CN" altLang="en-US" dirty="0">
                <a:solidFill>
                  <a:srgbClr val="002060"/>
                </a:solidFill>
              </a:rPr>
              <a:t>极限位置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2060"/>
                </a:solidFill>
              </a:rPr>
              <a:t>实际尺寸</a:t>
            </a:r>
            <a:endParaRPr lang="en-US" altLang="zh-CN" dirty="0">
              <a:solidFill>
                <a:srgbClr val="002060"/>
              </a:solidFill>
            </a:endParaRPr>
          </a:p>
          <a:p>
            <a:pPr>
              <a:lnSpc>
                <a:spcPct val="110000"/>
              </a:lnSpc>
            </a:pPr>
            <a:r>
              <a:rPr lang="zh-CN" altLang="en-US" dirty="0"/>
              <a:t>解决方法：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zh-CN" altLang="en-US" dirty="0"/>
              <a:t>将实际物体</a:t>
            </a:r>
            <a:r>
              <a:rPr lang="zh-CN" altLang="en-US" b="1" dirty="0"/>
              <a:t>抽象为点、线、面等几何元素的组合</a:t>
            </a:r>
            <a:endParaRPr lang="en-US" altLang="zh-CN" b="1" dirty="0"/>
          </a:p>
          <a:p>
            <a:pPr lvl="1">
              <a:lnSpc>
                <a:spcPct val="110000"/>
              </a:lnSpc>
            </a:pPr>
            <a:r>
              <a:rPr lang="zh-CN" altLang="en-US" dirty="0"/>
              <a:t>应用</a:t>
            </a:r>
            <a:r>
              <a:rPr lang="zh-CN" altLang="en-US" b="1" dirty="0"/>
              <a:t>图解法</a:t>
            </a:r>
            <a:r>
              <a:rPr lang="zh-CN" altLang="en-US" dirty="0"/>
              <a:t>求出所需结果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94022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E5D39-D01C-EE45-5794-15BF97540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二、换面问题的提出</a:t>
            </a:r>
            <a:endParaRPr lang="en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9686BE-0CC8-9976-2F6A-462CF9384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AA003-3536-4A2D-AEE3-894ED39BFF7C}" type="datetime1">
              <a:rPr lang="zh-CN" altLang="en-US" smtClean="0"/>
              <a:t>2025/10/9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04D7C9-91A6-83E0-5F0B-26EFE4B80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6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B3474F-5563-074E-1EE8-E4013920F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15</a:t>
            </a:fld>
            <a:endParaRPr lang="en-US"/>
          </a:p>
        </p:txBody>
      </p:sp>
      <p:grpSp>
        <p:nvGrpSpPr>
          <p:cNvPr id="7" name="Group 45">
            <a:extLst>
              <a:ext uri="{FF2B5EF4-FFF2-40B4-BE49-F238E27FC236}">
                <a16:creationId xmlns:a16="http://schemas.microsoft.com/office/drawing/2014/main" id="{838FC60A-99B1-1EBF-C76C-062BC6E6DAFD}"/>
              </a:ext>
            </a:extLst>
          </p:cNvPr>
          <p:cNvGrpSpPr>
            <a:grpSpLocks/>
          </p:cNvGrpSpPr>
          <p:nvPr/>
        </p:nvGrpSpPr>
        <p:grpSpPr bwMode="auto">
          <a:xfrm>
            <a:off x="3836876" y="3250775"/>
            <a:ext cx="4495800" cy="3228975"/>
            <a:chOff x="920" y="2144"/>
            <a:chExt cx="2832" cy="2034"/>
          </a:xfrm>
        </p:grpSpPr>
        <p:grpSp>
          <p:nvGrpSpPr>
            <p:cNvPr id="8" name="Group 43">
              <a:extLst>
                <a:ext uri="{FF2B5EF4-FFF2-40B4-BE49-F238E27FC236}">
                  <a16:creationId xmlns:a16="http://schemas.microsoft.com/office/drawing/2014/main" id="{99884209-C358-5DCB-A641-D140D6DC6B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0" y="2144"/>
              <a:ext cx="2832" cy="2034"/>
              <a:chOff x="920" y="2144"/>
              <a:chExt cx="2832" cy="2034"/>
            </a:xfrm>
          </p:grpSpPr>
          <p:sp>
            <p:nvSpPr>
              <p:cNvPr id="10" name="Text Box 20">
                <a:extLst>
                  <a:ext uri="{FF2B5EF4-FFF2-40B4-BE49-F238E27FC236}">
                    <a16:creationId xmlns:a16="http://schemas.microsoft.com/office/drawing/2014/main" id="{ED538137-0120-0A8F-896C-87259CB012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76" y="3928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 altLang="zh-CN" sz="2000" b="1"/>
                  <a:t>H</a:t>
                </a:r>
              </a:p>
            </p:txBody>
          </p:sp>
          <p:sp>
            <p:nvSpPr>
              <p:cNvPr id="11" name="Freeform 8">
                <a:extLst>
                  <a:ext uri="{FF2B5EF4-FFF2-40B4-BE49-F238E27FC236}">
                    <a16:creationId xmlns:a16="http://schemas.microsoft.com/office/drawing/2014/main" id="{1DD33B4E-6974-A0D9-E2F0-57338AA19B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0" y="3152"/>
                <a:ext cx="2832" cy="1008"/>
              </a:xfrm>
              <a:custGeom>
                <a:avLst/>
                <a:gdLst>
                  <a:gd name="T0" fmla="*/ 0 w 2832"/>
                  <a:gd name="T1" fmla="*/ 432 h 1008"/>
                  <a:gd name="T2" fmla="*/ 1152 w 2832"/>
                  <a:gd name="T3" fmla="*/ 0 h 1008"/>
                  <a:gd name="T4" fmla="*/ 2832 w 2832"/>
                  <a:gd name="T5" fmla="*/ 528 h 1008"/>
                  <a:gd name="T6" fmla="*/ 1392 w 2832"/>
                  <a:gd name="T7" fmla="*/ 1008 h 1008"/>
                  <a:gd name="T8" fmla="*/ 0 w 2832"/>
                  <a:gd name="T9" fmla="*/ 432 h 10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32" h="1008">
                    <a:moveTo>
                      <a:pt x="0" y="432"/>
                    </a:moveTo>
                    <a:lnTo>
                      <a:pt x="1152" y="0"/>
                    </a:lnTo>
                    <a:lnTo>
                      <a:pt x="2832" y="528"/>
                    </a:lnTo>
                    <a:lnTo>
                      <a:pt x="1392" y="1008"/>
                    </a:lnTo>
                    <a:lnTo>
                      <a:pt x="0" y="432"/>
                    </a:lnTo>
                    <a:close/>
                  </a:path>
                </a:pathLst>
              </a:custGeom>
              <a:solidFill>
                <a:srgbClr val="CCFF99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Freeform 9">
                <a:extLst>
                  <a:ext uri="{FF2B5EF4-FFF2-40B4-BE49-F238E27FC236}">
                    <a16:creationId xmlns:a16="http://schemas.microsoft.com/office/drawing/2014/main" id="{F57DE59D-8744-67F1-8203-18A654EC23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8" y="2144"/>
                <a:ext cx="1152" cy="1440"/>
              </a:xfrm>
              <a:custGeom>
                <a:avLst/>
                <a:gdLst>
                  <a:gd name="T0" fmla="*/ 0 w 1152"/>
                  <a:gd name="T1" fmla="*/ 432 h 1440"/>
                  <a:gd name="T2" fmla="*/ 1152 w 1152"/>
                  <a:gd name="T3" fmla="*/ 0 h 1440"/>
                  <a:gd name="T4" fmla="*/ 1152 w 1152"/>
                  <a:gd name="T5" fmla="*/ 1008 h 1440"/>
                  <a:gd name="T6" fmla="*/ 0 w 1152"/>
                  <a:gd name="T7" fmla="*/ 1440 h 1440"/>
                  <a:gd name="T8" fmla="*/ 0 w 1152"/>
                  <a:gd name="T9" fmla="*/ 432 h 14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52" h="1440">
                    <a:moveTo>
                      <a:pt x="0" y="432"/>
                    </a:moveTo>
                    <a:lnTo>
                      <a:pt x="1152" y="0"/>
                    </a:lnTo>
                    <a:lnTo>
                      <a:pt x="1152" y="1008"/>
                    </a:lnTo>
                    <a:lnTo>
                      <a:pt x="0" y="1440"/>
                    </a:lnTo>
                    <a:lnTo>
                      <a:pt x="0" y="432"/>
                    </a:lnTo>
                    <a:close/>
                  </a:path>
                </a:pathLst>
              </a:custGeom>
              <a:solidFill>
                <a:srgbClr val="CCFFCC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Line 10">
                <a:extLst>
                  <a:ext uri="{FF2B5EF4-FFF2-40B4-BE49-F238E27FC236}">
                    <a16:creationId xmlns:a16="http://schemas.microsoft.com/office/drawing/2014/main" id="{398DEA71-6096-A4CB-B246-6C51250FAE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8" y="2690"/>
                <a:ext cx="0" cy="912"/>
              </a:xfrm>
              <a:prstGeom prst="line">
                <a:avLst/>
              </a:prstGeom>
              <a:noFill/>
              <a:ln w="127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Line 11">
                <a:extLst>
                  <a:ext uri="{FF2B5EF4-FFF2-40B4-BE49-F238E27FC236}">
                    <a16:creationId xmlns:a16="http://schemas.microsoft.com/office/drawing/2014/main" id="{A5343417-2C5B-6D83-91F5-1025CCE8E2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0" y="3170"/>
                <a:ext cx="0" cy="720"/>
              </a:xfrm>
              <a:prstGeom prst="line">
                <a:avLst/>
              </a:prstGeom>
              <a:noFill/>
              <a:ln w="127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Freeform 12">
                <a:extLst>
                  <a:ext uri="{FF2B5EF4-FFF2-40B4-BE49-F238E27FC236}">
                    <a16:creationId xmlns:a16="http://schemas.microsoft.com/office/drawing/2014/main" id="{C63DC874-D3F9-551D-289F-58A3F320A7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9" y="2498"/>
                <a:ext cx="619" cy="186"/>
              </a:xfrm>
              <a:custGeom>
                <a:avLst/>
                <a:gdLst>
                  <a:gd name="T0" fmla="*/ 619 w 619"/>
                  <a:gd name="T1" fmla="*/ 186 h 186"/>
                  <a:gd name="T2" fmla="*/ 0 w 619"/>
                  <a:gd name="T3" fmla="*/ 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19" h="186">
                    <a:moveTo>
                      <a:pt x="619" y="186"/>
                    </a:moveTo>
                    <a:lnTo>
                      <a:pt x="0" y="0"/>
                    </a:lnTo>
                  </a:path>
                </a:pathLst>
              </a:custGeom>
              <a:noFill/>
              <a:ln w="12700" cmpd="sng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" name="Line 13">
                <a:extLst>
                  <a:ext uri="{FF2B5EF4-FFF2-40B4-BE49-F238E27FC236}">
                    <a16:creationId xmlns:a16="http://schemas.microsoft.com/office/drawing/2014/main" id="{E4B72F18-0039-497E-95A7-BA4A7B5707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329" y="2834"/>
                <a:ext cx="1056" cy="336"/>
              </a:xfrm>
              <a:prstGeom prst="line">
                <a:avLst/>
              </a:prstGeom>
              <a:noFill/>
              <a:ln w="127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Line 14">
                <a:extLst>
                  <a:ext uri="{FF2B5EF4-FFF2-40B4-BE49-F238E27FC236}">
                    <a16:creationId xmlns:a16="http://schemas.microsoft.com/office/drawing/2014/main" id="{FBDA4543-9B00-AEAC-FE24-F31EDDEF12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2" y="2834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Line 15">
                <a:extLst>
                  <a:ext uri="{FF2B5EF4-FFF2-40B4-BE49-F238E27FC236}">
                    <a16:creationId xmlns:a16="http://schemas.microsoft.com/office/drawing/2014/main" id="{CCCCDA61-7A27-96AA-9A00-9698532604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44" y="2498"/>
                <a:ext cx="0" cy="864"/>
              </a:xfrm>
              <a:prstGeom prst="line">
                <a:avLst/>
              </a:prstGeom>
              <a:noFill/>
              <a:ln w="127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Freeform 16">
                <a:extLst>
                  <a:ext uri="{FF2B5EF4-FFF2-40B4-BE49-F238E27FC236}">
                    <a16:creationId xmlns:a16="http://schemas.microsoft.com/office/drawing/2014/main" id="{FD99EF67-5099-3442-1552-5BB1AEE949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1" y="3454"/>
                <a:ext cx="1076" cy="436"/>
              </a:xfrm>
              <a:custGeom>
                <a:avLst/>
                <a:gdLst>
                  <a:gd name="T0" fmla="*/ 0 w 1076"/>
                  <a:gd name="T1" fmla="*/ 0 h 436"/>
                  <a:gd name="T2" fmla="*/ 1076 w 1076"/>
                  <a:gd name="T3" fmla="*/ 436 h 4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076" h="436">
                    <a:moveTo>
                      <a:pt x="0" y="0"/>
                    </a:moveTo>
                    <a:lnTo>
                      <a:pt x="1076" y="436"/>
                    </a:lnTo>
                  </a:path>
                </a:pathLst>
              </a:custGeom>
              <a:noFill/>
              <a:ln w="12700" cmpd="sng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Freeform 17">
                <a:extLst>
                  <a:ext uri="{FF2B5EF4-FFF2-40B4-BE49-F238E27FC236}">
                    <a16:creationId xmlns:a16="http://schemas.microsoft.com/office/drawing/2014/main" id="{5CF8B58E-D0F8-4EEE-1C7F-C757CDC86C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9" y="3355"/>
                <a:ext cx="644" cy="247"/>
              </a:xfrm>
              <a:custGeom>
                <a:avLst/>
                <a:gdLst>
                  <a:gd name="T0" fmla="*/ 0 w 644"/>
                  <a:gd name="T1" fmla="*/ 0 h 247"/>
                  <a:gd name="T2" fmla="*/ 644 w 644"/>
                  <a:gd name="T3" fmla="*/ 247 h 2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44" h="247">
                    <a:moveTo>
                      <a:pt x="0" y="0"/>
                    </a:moveTo>
                    <a:lnTo>
                      <a:pt x="644" y="247"/>
                    </a:lnTo>
                  </a:path>
                </a:pathLst>
              </a:custGeom>
              <a:noFill/>
              <a:ln w="12700" cmpd="sng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Line 18">
                <a:extLst>
                  <a:ext uri="{FF2B5EF4-FFF2-40B4-BE49-F238E27FC236}">
                    <a16:creationId xmlns:a16="http://schemas.microsoft.com/office/drawing/2014/main" id="{A195B47C-E0DC-E209-5D6E-F610523CF3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12" y="2498"/>
                <a:ext cx="240" cy="33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" name="Text Box 19">
                <a:extLst>
                  <a:ext uri="{FF2B5EF4-FFF2-40B4-BE49-F238E27FC236}">
                    <a16:creationId xmlns:a16="http://schemas.microsoft.com/office/drawing/2014/main" id="{18444831-167C-D74E-7BF2-6364CD382A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8" y="2546"/>
                <a:ext cx="23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 altLang="zh-CN" sz="2000" b="1">
                    <a:solidFill>
                      <a:schemeClr val="accent2"/>
                    </a:solidFill>
                  </a:rPr>
                  <a:t>V</a:t>
                </a:r>
              </a:p>
            </p:txBody>
          </p:sp>
          <p:sp>
            <p:nvSpPr>
              <p:cNvPr id="23" name="Text Box 21">
                <a:extLst>
                  <a:ext uri="{FF2B5EF4-FFF2-40B4-BE49-F238E27FC236}">
                    <a16:creationId xmlns:a16="http://schemas.microsoft.com/office/drawing/2014/main" id="{52191606-C8AF-07C8-7142-75414A5C29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92" y="2404"/>
                <a:ext cx="23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 altLang="zh-CN" sz="2400" i="1"/>
                  <a:t>A</a:t>
                </a:r>
              </a:p>
            </p:txBody>
          </p:sp>
          <p:sp>
            <p:nvSpPr>
              <p:cNvPr id="24" name="Text Box 22">
                <a:extLst>
                  <a:ext uri="{FF2B5EF4-FFF2-40B4-BE49-F238E27FC236}">
                    <a16:creationId xmlns:a16="http://schemas.microsoft.com/office/drawing/2014/main" id="{40CF508F-63AD-C89C-EDEE-EA38F1E82C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12" y="2884"/>
                <a:ext cx="225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 altLang="zh-CN" sz="2400" i="1"/>
                  <a:t>B</a:t>
                </a:r>
              </a:p>
            </p:txBody>
          </p:sp>
          <p:sp>
            <p:nvSpPr>
              <p:cNvPr id="25" name="Text Box 23">
                <a:extLst>
                  <a:ext uri="{FF2B5EF4-FFF2-40B4-BE49-F238E27FC236}">
                    <a16:creationId xmlns:a16="http://schemas.microsoft.com/office/drawing/2014/main" id="{167BA3D8-92ED-3BBF-215B-26819FCBBD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28" y="2256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 altLang="zh-CN" sz="2400" i="1" dirty="0"/>
                  <a:t> a</a:t>
                </a:r>
                <a:r>
                  <a:rPr lang="en-US" altLang="zh-CN" sz="2400" i="1" dirty="0">
                    <a:sym typeface="Symbol" charset="2"/>
                  </a:rPr>
                  <a:t></a:t>
                </a:r>
                <a:endParaRPr lang="en-US" altLang="zh-CN" sz="2400" i="1" dirty="0">
                  <a:sym typeface="CommercialPi BT" charset="0"/>
                </a:endParaRPr>
              </a:p>
            </p:txBody>
          </p:sp>
          <p:sp>
            <p:nvSpPr>
              <p:cNvPr id="26" name="Text Box 24">
                <a:extLst>
                  <a:ext uri="{FF2B5EF4-FFF2-40B4-BE49-F238E27FC236}">
                    <a16:creationId xmlns:a16="http://schemas.microsoft.com/office/drawing/2014/main" id="{3D8DC31E-EACF-286F-C728-5D1E7F86FF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16" y="2664"/>
                <a:ext cx="31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 altLang="zh-CN" sz="2400" i="1"/>
                  <a:t> b</a:t>
                </a:r>
                <a:r>
                  <a:rPr lang="en-US" altLang="zh-CN" sz="2400" i="1">
                    <a:sym typeface="Symbol" charset="2"/>
                  </a:rPr>
                  <a:t></a:t>
                </a:r>
              </a:p>
            </p:txBody>
          </p:sp>
          <p:sp>
            <p:nvSpPr>
              <p:cNvPr id="27" name="Text Box 25">
                <a:extLst>
                  <a:ext uri="{FF2B5EF4-FFF2-40B4-BE49-F238E27FC236}">
                    <a16:creationId xmlns:a16="http://schemas.microsoft.com/office/drawing/2014/main" id="{6D84C07A-58C9-E75C-6F1A-810AE2F0CB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88" y="3325"/>
                <a:ext cx="21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 altLang="zh-CN" sz="2400" i="1"/>
                  <a:t>a</a:t>
                </a:r>
              </a:p>
            </p:txBody>
          </p:sp>
          <p:sp>
            <p:nvSpPr>
              <p:cNvPr id="28" name="Text Box 26">
                <a:extLst>
                  <a:ext uri="{FF2B5EF4-FFF2-40B4-BE49-F238E27FC236}">
                    <a16:creationId xmlns:a16="http://schemas.microsoft.com/office/drawing/2014/main" id="{D6CF97C4-68DB-1C91-BA83-E123AE8DAD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64" y="3805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 altLang="zh-CN" sz="2400" i="1"/>
                  <a:t>b</a:t>
                </a:r>
              </a:p>
            </p:txBody>
          </p:sp>
          <p:sp>
            <p:nvSpPr>
              <p:cNvPr id="29" name="Freeform 27">
                <a:extLst>
                  <a:ext uri="{FF2B5EF4-FFF2-40B4-BE49-F238E27FC236}">
                    <a16:creationId xmlns:a16="http://schemas.microsoft.com/office/drawing/2014/main" id="{4BFEC9A8-B306-83F3-8FBA-7DC5DC6031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3" y="3581"/>
                <a:ext cx="197" cy="309"/>
              </a:xfrm>
              <a:custGeom>
                <a:avLst/>
                <a:gdLst>
                  <a:gd name="T0" fmla="*/ 0 w 197"/>
                  <a:gd name="T1" fmla="*/ 0 h 309"/>
                  <a:gd name="T2" fmla="*/ 197 w 197"/>
                  <a:gd name="T3" fmla="*/ 309 h 3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97" h="309">
                    <a:moveTo>
                      <a:pt x="0" y="0"/>
                    </a:moveTo>
                    <a:lnTo>
                      <a:pt x="197" y="309"/>
                    </a:lnTo>
                  </a:path>
                </a:pathLst>
              </a:cu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" name="Freeform 28">
                <a:extLst>
                  <a:ext uri="{FF2B5EF4-FFF2-40B4-BE49-F238E27FC236}">
                    <a16:creationId xmlns:a16="http://schemas.microsoft.com/office/drawing/2014/main" id="{BC4D3BDB-51C2-14F2-62BA-C838A296CF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1" y="2663"/>
                <a:ext cx="197" cy="507"/>
              </a:xfrm>
              <a:custGeom>
                <a:avLst/>
                <a:gdLst>
                  <a:gd name="T0" fmla="*/ 0 w 197"/>
                  <a:gd name="T1" fmla="*/ 0 h 507"/>
                  <a:gd name="T2" fmla="*/ 197 w 197"/>
                  <a:gd name="T3" fmla="*/ 507 h 5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97" h="507">
                    <a:moveTo>
                      <a:pt x="0" y="0"/>
                    </a:moveTo>
                    <a:lnTo>
                      <a:pt x="197" y="507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9" name="Text Box 44">
              <a:extLst>
                <a:ext uri="{FF2B5EF4-FFF2-40B4-BE49-F238E27FC236}">
                  <a16:creationId xmlns:a16="http://schemas.microsoft.com/office/drawing/2014/main" id="{C264DF3A-37D5-E47F-DA36-44FD945B40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6" y="3576"/>
              <a:ext cx="2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pattFill prst="trellis">
                    <a:fgClr>
                      <a:srgbClr val="FF3300"/>
                    </a:fgClr>
                    <a:bgClr>
                      <a:srgbClr val="FFFF00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chemeClr val="accent2"/>
                  </a:solidFill>
                </a:rPr>
                <a:t>H</a:t>
              </a:r>
            </a:p>
          </p:txBody>
        </p:sp>
      </p:grpSp>
      <p:sp>
        <p:nvSpPr>
          <p:cNvPr id="32" name="Text Box 4">
            <a:extLst>
              <a:ext uri="{FF2B5EF4-FFF2-40B4-BE49-F238E27FC236}">
                <a16:creationId xmlns:a16="http://schemas.microsoft.com/office/drawing/2014/main" id="{51107294-3DD9-CF5C-C10A-7E27699D3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9495" y="1258029"/>
            <a:ext cx="6902274" cy="46166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eaLnBrk="0" hangingPunct="0"/>
            <a:r>
              <a:rPr lang="zh-CN" altLang="en-US" sz="2400" dirty="0">
                <a:latin typeface="DengXian" charset="-122"/>
                <a:ea typeface="DengXian" charset="-122"/>
                <a:cs typeface="DengXian" charset="-122"/>
              </a:rPr>
              <a:t>如何求一般位置直线的实长？变成投影面平行线</a:t>
            </a:r>
          </a:p>
        </p:txBody>
      </p:sp>
      <p:sp>
        <p:nvSpPr>
          <p:cNvPr id="33" name="Text Box 6">
            <a:extLst>
              <a:ext uri="{FF2B5EF4-FFF2-40B4-BE49-F238E27FC236}">
                <a16:creationId xmlns:a16="http://schemas.microsoft.com/office/drawing/2014/main" id="{8C16E2FE-DA42-B8D6-C253-A71149A3B2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8266" y="1878618"/>
            <a:ext cx="49792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zh-CN" altLang="en-US" sz="2400" dirty="0">
                <a:latin typeface="DengXian" charset="-122"/>
                <a:ea typeface="DengXian" charset="-122"/>
                <a:cs typeface="DengXian" charset="-122"/>
              </a:rPr>
              <a:t>解决方法：更换投影面</a:t>
            </a:r>
            <a:r>
              <a:rPr lang="en-US" altLang="zh-CN" sz="2400" dirty="0">
                <a:latin typeface="DengXian" charset="-122"/>
                <a:ea typeface="DengXian" charset="-122"/>
                <a:cs typeface="DengXian" charset="-122"/>
              </a:rPr>
              <a:t>V</a:t>
            </a:r>
            <a:r>
              <a:rPr lang="zh-CN" altLang="en-US" sz="2400" dirty="0">
                <a:latin typeface="DengXian" charset="-122"/>
                <a:ea typeface="DengXian" charset="-122"/>
                <a:cs typeface="DengXian" charset="-122"/>
              </a:rPr>
              <a:t>为</a:t>
            </a:r>
            <a:r>
              <a:rPr lang="en-US" altLang="zh-CN" sz="2400" dirty="0">
                <a:latin typeface="DengXian" charset="-122"/>
                <a:ea typeface="DengXian" charset="-122"/>
                <a:cs typeface="DengXian" charset="-122"/>
              </a:rPr>
              <a:t>V</a:t>
            </a:r>
            <a:r>
              <a:rPr lang="en-US" altLang="zh-CN" dirty="0">
                <a:latin typeface="DengXian" charset="-122"/>
                <a:ea typeface="DengXian" charset="-122"/>
                <a:cs typeface="DengXian" charset="-122"/>
              </a:rPr>
              <a:t>1</a:t>
            </a:r>
            <a:r>
              <a:rPr lang="en-US" altLang="zh-CN" sz="2400" dirty="0">
                <a:latin typeface="DengXian" charset="-122"/>
                <a:ea typeface="DengXian" charset="-122"/>
                <a:cs typeface="DengXian" charset="-122"/>
              </a:rPr>
              <a:t>//AB</a:t>
            </a:r>
            <a:r>
              <a:rPr lang="zh-CN" altLang="en-US" sz="2400" dirty="0">
                <a:latin typeface="DengXian" charset="-122"/>
                <a:ea typeface="DengXian" charset="-122"/>
                <a:cs typeface="DengXian" charset="-122"/>
              </a:rPr>
              <a:t>。</a:t>
            </a:r>
          </a:p>
        </p:txBody>
      </p:sp>
      <p:grpSp>
        <p:nvGrpSpPr>
          <p:cNvPr id="34" name="Group 29">
            <a:extLst>
              <a:ext uri="{FF2B5EF4-FFF2-40B4-BE49-F238E27FC236}">
                <a16:creationId xmlns:a16="http://schemas.microsoft.com/office/drawing/2014/main" id="{69C213AF-1B7F-974C-0F36-2CA5F3066BFC}"/>
              </a:ext>
            </a:extLst>
          </p:cNvPr>
          <p:cNvGrpSpPr>
            <a:grpSpLocks/>
          </p:cNvGrpSpPr>
          <p:nvPr/>
        </p:nvGrpSpPr>
        <p:grpSpPr bwMode="auto">
          <a:xfrm>
            <a:off x="6314964" y="2984075"/>
            <a:ext cx="1025525" cy="2979738"/>
            <a:chOff x="2305" y="480"/>
            <a:chExt cx="646" cy="1877"/>
          </a:xfrm>
        </p:grpSpPr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AFD560AC-6466-7216-8460-5D78A131F5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7" y="480"/>
              <a:ext cx="594" cy="1877"/>
            </a:xfrm>
            <a:custGeom>
              <a:avLst/>
              <a:gdLst>
                <a:gd name="T0" fmla="*/ 0 w 594"/>
                <a:gd name="T1" fmla="*/ 1296 h 1877"/>
                <a:gd name="T2" fmla="*/ 0 w 594"/>
                <a:gd name="T3" fmla="*/ 0 h 1877"/>
                <a:gd name="T4" fmla="*/ 594 w 594"/>
                <a:gd name="T5" fmla="*/ 579 h 1877"/>
                <a:gd name="T6" fmla="*/ 594 w 594"/>
                <a:gd name="T7" fmla="*/ 1877 h 1877"/>
                <a:gd name="T8" fmla="*/ 0 w 594"/>
                <a:gd name="T9" fmla="*/ 1296 h 18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4" h="1877">
                  <a:moveTo>
                    <a:pt x="0" y="1296"/>
                  </a:moveTo>
                  <a:lnTo>
                    <a:pt x="0" y="0"/>
                  </a:lnTo>
                  <a:lnTo>
                    <a:pt x="594" y="579"/>
                  </a:lnTo>
                  <a:lnTo>
                    <a:pt x="594" y="1877"/>
                  </a:lnTo>
                  <a:lnTo>
                    <a:pt x="0" y="1296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Text Box 31">
              <a:extLst>
                <a:ext uri="{FF2B5EF4-FFF2-40B4-BE49-F238E27FC236}">
                  <a16:creationId xmlns:a16="http://schemas.microsoft.com/office/drawing/2014/main" id="{107D2805-C353-CA54-ABFF-FBCF3D851B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5" y="56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2000" b="1"/>
                <a:t>V</a:t>
              </a:r>
              <a:r>
                <a:rPr lang="en-US" altLang="zh-CN" sz="2000" b="1" baseline="-25000"/>
                <a:t>1</a:t>
              </a:r>
            </a:p>
          </p:txBody>
        </p:sp>
      </p:grpSp>
      <p:grpSp>
        <p:nvGrpSpPr>
          <p:cNvPr id="37" name="Group 54">
            <a:extLst>
              <a:ext uri="{FF2B5EF4-FFF2-40B4-BE49-F238E27FC236}">
                <a16:creationId xmlns:a16="http://schemas.microsoft.com/office/drawing/2014/main" id="{38F39EE1-7A6B-F4C4-EC98-E6D2A3B77025}"/>
              </a:ext>
            </a:extLst>
          </p:cNvPr>
          <p:cNvGrpSpPr>
            <a:grpSpLocks/>
          </p:cNvGrpSpPr>
          <p:nvPr/>
        </p:nvGrpSpPr>
        <p:grpSpPr bwMode="auto">
          <a:xfrm>
            <a:off x="5835539" y="3511125"/>
            <a:ext cx="1666875" cy="2482850"/>
            <a:chOff x="2179" y="2308"/>
            <a:chExt cx="1050" cy="1564"/>
          </a:xfrm>
        </p:grpSpPr>
        <p:sp>
          <p:nvSpPr>
            <p:cNvPr id="38" name="Line 33">
              <a:extLst>
                <a:ext uri="{FF2B5EF4-FFF2-40B4-BE49-F238E27FC236}">
                  <a16:creationId xmlns:a16="http://schemas.microsoft.com/office/drawing/2014/main" id="{8B8DCCF4-B9FD-D170-20E6-FE06791CA3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82" y="2996"/>
              <a:ext cx="526" cy="17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9" name="Group 53">
              <a:extLst>
                <a:ext uri="{FF2B5EF4-FFF2-40B4-BE49-F238E27FC236}">
                  <a16:creationId xmlns:a16="http://schemas.microsoft.com/office/drawing/2014/main" id="{6DC447AB-C352-7A69-14B9-11B09EAD7D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79" y="2308"/>
              <a:ext cx="1050" cy="1564"/>
              <a:chOff x="2179" y="2308"/>
              <a:chExt cx="1050" cy="1564"/>
            </a:xfrm>
          </p:grpSpPr>
          <p:sp>
            <p:nvSpPr>
              <p:cNvPr id="40" name="Freeform 34">
                <a:extLst>
                  <a:ext uri="{FF2B5EF4-FFF2-40B4-BE49-F238E27FC236}">
                    <a16:creationId xmlns:a16="http://schemas.microsoft.com/office/drawing/2014/main" id="{04B342B0-29DD-7745-9F50-36B8032D96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4" y="3666"/>
                <a:ext cx="579" cy="206"/>
              </a:xfrm>
              <a:custGeom>
                <a:avLst/>
                <a:gdLst>
                  <a:gd name="T0" fmla="*/ 0 w 579"/>
                  <a:gd name="T1" fmla="*/ 206 h 206"/>
                  <a:gd name="T2" fmla="*/ 579 w 579"/>
                  <a:gd name="T3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79" h="206">
                    <a:moveTo>
                      <a:pt x="0" y="206"/>
                    </a:moveTo>
                    <a:lnTo>
                      <a:pt x="579" y="0"/>
                    </a:lnTo>
                  </a:path>
                </a:pathLst>
              </a:custGeom>
              <a:noFill/>
              <a:ln w="12700" cmpd="sng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" name="Freeform 35">
                <a:extLst>
                  <a:ext uri="{FF2B5EF4-FFF2-40B4-BE49-F238E27FC236}">
                    <a16:creationId xmlns:a16="http://schemas.microsoft.com/office/drawing/2014/main" id="{F0D0FB3C-6B87-C753-F706-ABC6599A3D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4" y="3412"/>
                <a:ext cx="503" cy="172"/>
              </a:xfrm>
              <a:custGeom>
                <a:avLst/>
                <a:gdLst>
                  <a:gd name="T0" fmla="*/ 0 w 503"/>
                  <a:gd name="T1" fmla="*/ 172 h 172"/>
                  <a:gd name="T2" fmla="*/ 503 w 503"/>
                  <a:gd name="T3" fmla="*/ 0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03" h="172">
                    <a:moveTo>
                      <a:pt x="0" y="172"/>
                    </a:moveTo>
                    <a:lnTo>
                      <a:pt x="503" y="0"/>
                    </a:lnTo>
                  </a:path>
                </a:pathLst>
              </a:custGeom>
              <a:noFill/>
              <a:ln w="12700" cmpd="sng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" name="Freeform 36">
                <a:extLst>
                  <a:ext uri="{FF2B5EF4-FFF2-40B4-BE49-F238E27FC236}">
                    <a16:creationId xmlns:a16="http://schemas.microsoft.com/office/drawing/2014/main" id="{6CE35042-DC86-A2DD-D0C5-A73E917ADE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9" y="2508"/>
                <a:ext cx="522" cy="155"/>
              </a:xfrm>
              <a:custGeom>
                <a:avLst/>
                <a:gdLst>
                  <a:gd name="T0" fmla="*/ 0 w 522"/>
                  <a:gd name="T1" fmla="*/ 155 h 155"/>
                  <a:gd name="T2" fmla="*/ 522 w 522"/>
                  <a:gd name="T3" fmla="*/ 0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22" h="155">
                    <a:moveTo>
                      <a:pt x="0" y="155"/>
                    </a:moveTo>
                    <a:lnTo>
                      <a:pt x="522" y="0"/>
                    </a:lnTo>
                  </a:path>
                </a:pathLst>
              </a:custGeom>
              <a:noFill/>
              <a:ln w="12700" cmpd="sng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" name="Freeform 38">
                <a:extLst>
                  <a:ext uri="{FF2B5EF4-FFF2-40B4-BE49-F238E27FC236}">
                    <a16:creationId xmlns:a16="http://schemas.microsoft.com/office/drawing/2014/main" id="{15D7D5EB-6269-831F-F12F-B881C885EF5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660" y="2506"/>
                <a:ext cx="27" cy="906"/>
              </a:xfrm>
              <a:custGeom>
                <a:avLst/>
                <a:gdLst>
                  <a:gd name="T0" fmla="*/ 0 w 1"/>
                  <a:gd name="T1" fmla="*/ 918 h 918"/>
                  <a:gd name="T2" fmla="*/ 0 w 1"/>
                  <a:gd name="T3" fmla="*/ 0 h 9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918">
                    <a:moveTo>
                      <a:pt x="0" y="918"/>
                    </a:moveTo>
                    <a:lnTo>
                      <a:pt x="0" y="0"/>
                    </a:lnTo>
                  </a:path>
                </a:pathLst>
              </a:custGeom>
              <a:noFill/>
              <a:ln w="12700" cmpd="sng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" name="Line 39">
                <a:extLst>
                  <a:ext uri="{FF2B5EF4-FFF2-40B4-BE49-F238E27FC236}">
                    <a16:creationId xmlns:a16="http://schemas.microsoft.com/office/drawing/2014/main" id="{4D72D6E2-3A05-557E-08C5-6517ACA4D1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30" y="2992"/>
                <a:ext cx="6" cy="678"/>
              </a:xfrm>
              <a:prstGeom prst="line">
                <a:avLst/>
              </a:prstGeom>
              <a:noFill/>
              <a:ln w="127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" name="Text Box 40">
                <a:extLst>
                  <a:ext uri="{FF2B5EF4-FFF2-40B4-BE49-F238E27FC236}">
                    <a16:creationId xmlns:a16="http://schemas.microsoft.com/office/drawing/2014/main" id="{2F7C6E09-4F69-E6F7-E83C-6321180DF9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02" y="2308"/>
                <a:ext cx="28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 altLang="zh-CN" sz="2400" i="1" dirty="0"/>
                  <a:t>a</a:t>
                </a:r>
                <a:r>
                  <a:rPr lang="en-US" altLang="zh-CN" sz="2400" i="1" baseline="-25000" dirty="0"/>
                  <a:t>1</a:t>
                </a:r>
                <a:endParaRPr lang="en-US" altLang="zh-CN" sz="2400" i="1" dirty="0"/>
              </a:p>
            </p:txBody>
          </p:sp>
          <p:sp>
            <p:nvSpPr>
              <p:cNvPr id="46" name="Text Box 41">
                <a:extLst>
                  <a:ext uri="{FF2B5EF4-FFF2-40B4-BE49-F238E27FC236}">
                    <a16:creationId xmlns:a16="http://schemas.microsoft.com/office/drawing/2014/main" id="{9C019F21-8A71-3EBA-6461-08285307B2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2" y="2764"/>
                <a:ext cx="28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 altLang="zh-CN" sz="2400" i="1"/>
                  <a:t>b</a:t>
                </a:r>
                <a:r>
                  <a:rPr lang="en-US" altLang="zh-CN" sz="2400" i="1" baseline="-25000"/>
                  <a:t>1</a:t>
                </a:r>
                <a:endParaRPr lang="en-US" altLang="zh-CN" sz="2400" i="1"/>
              </a:p>
            </p:txBody>
          </p:sp>
          <p:sp>
            <p:nvSpPr>
              <p:cNvPr id="47" name="Freeform 37">
                <a:extLst>
                  <a:ext uri="{FF2B5EF4-FFF2-40B4-BE49-F238E27FC236}">
                    <a16:creationId xmlns:a16="http://schemas.microsoft.com/office/drawing/2014/main" id="{3DD70CB9-D5AF-1A12-9D61-BB46CEE7FE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1" y="2504"/>
                <a:ext cx="233" cy="496"/>
              </a:xfrm>
              <a:custGeom>
                <a:avLst/>
                <a:gdLst>
                  <a:gd name="T0" fmla="*/ 0 w 265"/>
                  <a:gd name="T1" fmla="*/ 0 h 452"/>
                  <a:gd name="T2" fmla="*/ 265 w 265"/>
                  <a:gd name="T3" fmla="*/ 452 h 4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65" h="452">
                    <a:moveTo>
                      <a:pt x="0" y="0"/>
                    </a:moveTo>
                    <a:lnTo>
                      <a:pt x="265" y="452"/>
                    </a:lnTo>
                  </a:path>
                </a:pathLst>
              </a:cu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48" name="Group 52">
            <a:extLst>
              <a:ext uri="{FF2B5EF4-FFF2-40B4-BE49-F238E27FC236}">
                <a16:creationId xmlns:a16="http://schemas.microsoft.com/office/drawing/2014/main" id="{EC4EA64D-C6F2-7564-C27E-07E5D25C2DAC}"/>
              </a:ext>
            </a:extLst>
          </p:cNvPr>
          <p:cNvGrpSpPr>
            <a:grpSpLocks/>
          </p:cNvGrpSpPr>
          <p:nvPr/>
        </p:nvGrpSpPr>
        <p:grpSpPr bwMode="auto">
          <a:xfrm>
            <a:off x="7684182" y="2296793"/>
            <a:ext cx="1296987" cy="584200"/>
            <a:chOff x="3377" y="1592"/>
            <a:chExt cx="817" cy="368"/>
          </a:xfrm>
        </p:grpSpPr>
        <p:sp>
          <p:nvSpPr>
            <p:cNvPr id="49" name="AutoShape 47">
              <a:extLst>
                <a:ext uri="{FF2B5EF4-FFF2-40B4-BE49-F238E27FC236}">
                  <a16:creationId xmlns:a16="http://schemas.microsoft.com/office/drawing/2014/main" id="{2BCE9504-44BD-DB2F-002A-34CCA9D5B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7" y="1592"/>
              <a:ext cx="817" cy="368"/>
            </a:xfrm>
            <a:prstGeom prst="wedgeRoundRectCallout">
              <a:avLst>
                <a:gd name="adj1" fmla="val -114380"/>
                <a:gd name="adj2" fmla="val 266032"/>
                <a:gd name="adj3" fmla="val 16667"/>
              </a:avLst>
            </a:prstGeom>
            <a:solidFill>
              <a:srgbClr val="FFFF00"/>
            </a:solidFill>
            <a:ln w="15875">
              <a:solidFill>
                <a:schemeClr val="tx1"/>
              </a:solidFill>
              <a:miter lim="800000"/>
              <a:headEnd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46" tIns="45728" rIns="91446" bIns="45728" anchor="ctr"/>
            <a:lstStyle>
              <a:lvl1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1pPr>
              <a:lvl2pPr marL="458788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2pPr>
              <a:lvl3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3pPr>
              <a:lvl4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4pPr>
              <a:lvl5pPr marL="1827213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5pPr>
              <a:lvl6pPr marL="22844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6pPr>
              <a:lvl7pPr marL="27416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7pPr>
              <a:lvl8pPr marL="3198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8pPr>
              <a:lvl9pPr marL="36560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9pPr>
            </a:lstStyle>
            <a:p>
              <a:pPr algn="ctr" eaLnBrk="1" hangingPunct="1"/>
              <a:endParaRPr lang="en-US" altLang="en-US" sz="2800" b="1"/>
            </a:p>
          </p:txBody>
        </p:sp>
        <p:sp>
          <p:nvSpPr>
            <p:cNvPr id="50" name="Text Box 51">
              <a:extLst>
                <a:ext uri="{FF2B5EF4-FFF2-40B4-BE49-F238E27FC236}">
                  <a16:creationId xmlns:a16="http://schemas.microsoft.com/office/drawing/2014/main" id="{029C8F73-065F-6DB2-1645-F613AD6F4B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0" y="1602"/>
              <a:ext cx="753" cy="31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46" tIns="45728" rIns="91446" bIns="45728" anchor="ctr"/>
            <a:lstStyle>
              <a:lvl1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1pPr>
              <a:lvl2pPr marL="458788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2pPr>
              <a:lvl3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3pPr>
              <a:lvl4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4pPr>
              <a:lvl5pPr marL="1827213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5pPr>
              <a:lvl6pPr marL="22844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6pPr>
              <a:lvl7pPr marL="27416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7pPr>
              <a:lvl8pPr marL="3198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8pPr>
              <a:lvl9pPr marL="36560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9pPr>
            </a:lstStyle>
            <a:p>
              <a:pPr eaLnBrk="1" hangingPunct="1"/>
              <a:r>
                <a:rPr lang="zh-CN" altLang="en-US" sz="2000" b="1"/>
                <a:t>反映实长</a:t>
              </a:r>
            </a:p>
          </p:txBody>
        </p:sp>
      </p:grpSp>
      <p:grpSp>
        <p:nvGrpSpPr>
          <p:cNvPr id="51" name="Group 55">
            <a:extLst>
              <a:ext uri="{FF2B5EF4-FFF2-40B4-BE49-F238E27FC236}">
                <a16:creationId xmlns:a16="http://schemas.microsoft.com/office/drawing/2014/main" id="{27BDF358-AB52-BD21-C3AF-7A9B9715B467}"/>
              </a:ext>
            </a:extLst>
          </p:cNvPr>
          <p:cNvGrpSpPr>
            <a:grpSpLocks/>
          </p:cNvGrpSpPr>
          <p:nvPr/>
        </p:nvGrpSpPr>
        <p:grpSpPr bwMode="auto">
          <a:xfrm>
            <a:off x="3446352" y="2053800"/>
            <a:ext cx="7162800" cy="3235325"/>
            <a:chOff x="576" y="748"/>
            <a:chExt cx="4512" cy="2038"/>
          </a:xfrm>
        </p:grpSpPr>
        <p:sp>
          <p:nvSpPr>
            <p:cNvPr id="52" name="Text Box 56">
              <a:extLst>
                <a:ext uri="{FF2B5EF4-FFF2-40B4-BE49-F238E27FC236}">
                  <a16:creationId xmlns:a16="http://schemas.microsoft.com/office/drawing/2014/main" id="{8FFDADE1-7CC2-7942-5FBC-4BD2A9A3AA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748"/>
              <a:ext cx="1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l" eaLnBrk="0" hangingPunct="0"/>
              <a:endParaRPr lang="en-US" altLang="en-US" sz="2800" b="1">
                <a:latin typeface="楷体_GB2312" charset="0"/>
                <a:ea typeface="楷体_GB2312" charset="0"/>
              </a:endParaRPr>
            </a:p>
          </p:txBody>
        </p:sp>
        <p:sp>
          <p:nvSpPr>
            <p:cNvPr id="53" name="Line 57">
              <a:extLst>
                <a:ext uri="{FF2B5EF4-FFF2-40B4-BE49-F238E27FC236}">
                  <a16:creationId xmlns:a16="http://schemas.microsoft.com/office/drawing/2014/main" id="{494CA2CF-BA6F-7CAD-8B5B-2A6AB25673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044"/>
              <a:ext cx="12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Line 58">
              <a:extLst>
                <a:ext uri="{FF2B5EF4-FFF2-40B4-BE49-F238E27FC236}">
                  <a16:creationId xmlns:a16="http://schemas.microsoft.com/office/drawing/2014/main" id="{3B820B78-056E-18B7-7172-F24D99D746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6" y="1468"/>
              <a:ext cx="480" cy="24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Line 59">
              <a:extLst>
                <a:ext uri="{FF2B5EF4-FFF2-40B4-BE49-F238E27FC236}">
                  <a16:creationId xmlns:a16="http://schemas.microsoft.com/office/drawing/2014/main" id="{923F94E8-D271-ACC2-E7A5-C7C79CB9CE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1708"/>
              <a:ext cx="0" cy="9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Line 60">
              <a:extLst>
                <a:ext uri="{FF2B5EF4-FFF2-40B4-BE49-F238E27FC236}">
                  <a16:creationId xmlns:a16="http://schemas.microsoft.com/office/drawing/2014/main" id="{5A8A31B3-4FEA-3FA8-4446-31E6F31B90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1468"/>
              <a:ext cx="0" cy="9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Freeform 61">
              <a:extLst>
                <a:ext uri="{FF2B5EF4-FFF2-40B4-BE49-F238E27FC236}">
                  <a16:creationId xmlns:a16="http://schemas.microsoft.com/office/drawing/2014/main" id="{129A7E96-F1E3-1192-7DFF-2649A9F18E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6" y="2376"/>
              <a:ext cx="498" cy="244"/>
            </a:xfrm>
            <a:custGeom>
              <a:avLst/>
              <a:gdLst>
                <a:gd name="T0" fmla="*/ 0 w 498"/>
                <a:gd name="T1" fmla="*/ 244 h 244"/>
                <a:gd name="T2" fmla="*/ 498 w 498"/>
                <a:gd name="T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98" h="244">
                  <a:moveTo>
                    <a:pt x="0" y="244"/>
                  </a:moveTo>
                  <a:lnTo>
                    <a:pt x="498" y="0"/>
                  </a:lnTo>
                </a:path>
              </a:pathLst>
            </a:custGeom>
            <a:noFill/>
            <a:ln w="38100" cmpd="sng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Text Box 62">
              <a:extLst>
                <a:ext uri="{FF2B5EF4-FFF2-40B4-BE49-F238E27FC236}">
                  <a16:creationId xmlns:a16="http://schemas.microsoft.com/office/drawing/2014/main" id="{BF253B49-1068-93BD-5DF7-2CC786BBF1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0" y="158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2400" i="1" dirty="0"/>
                <a:t> a</a:t>
              </a:r>
              <a:r>
                <a:rPr lang="en-US" altLang="zh-CN" sz="2400" i="1" dirty="0">
                  <a:sym typeface="Symbol" charset="2"/>
                </a:rPr>
                <a:t></a:t>
              </a:r>
            </a:p>
          </p:txBody>
        </p:sp>
        <p:sp>
          <p:nvSpPr>
            <p:cNvPr id="59" name="Text Box 63">
              <a:extLst>
                <a:ext uri="{FF2B5EF4-FFF2-40B4-BE49-F238E27FC236}">
                  <a16:creationId xmlns:a16="http://schemas.microsoft.com/office/drawing/2014/main" id="{D5E26E1C-CE02-6823-4AA9-426656F852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1" y="1296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2400" i="1"/>
                <a:t> b</a:t>
              </a:r>
              <a:r>
                <a:rPr lang="en-US" altLang="zh-CN" sz="2400" i="1">
                  <a:sym typeface="Symbol" charset="2"/>
                </a:rPr>
                <a:t></a:t>
              </a:r>
            </a:p>
          </p:txBody>
        </p:sp>
        <p:sp>
          <p:nvSpPr>
            <p:cNvPr id="60" name="Text Box 64">
              <a:extLst>
                <a:ext uri="{FF2B5EF4-FFF2-40B4-BE49-F238E27FC236}">
                  <a16:creationId xmlns:a16="http://schemas.microsoft.com/office/drawing/2014/main" id="{2DAA738E-A098-EE3E-C196-E09DDAC809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0" y="2495"/>
              <a:ext cx="21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2400" i="1"/>
                <a:t>a</a:t>
              </a:r>
            </a:p>
          </p:txBody>
        </p:sp>
        <p:sp>
          <p:nvSpPr>
            <p:cNvPr id="61" name="Text Box 65">
              <a:extLst>
                <a:ext uri="{FF2B5EF4-FFF2-40B4-BE49-F238E27FC236}">
                  <a16:creationId xmlns:a16="http://schemas.microsoft.com/office/drawing/2014/main" id="{1AAD7FA6-045B-2B0B-27B2-2EA5DF8E02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9" y="2199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2400" i="1"/>
                <a:t>b</a:t>
              </a:r>
            </a:p>
          </p:txBody>
        </p:sp>
        <p:sp>
          <p:nvSpPr>
            <p:cNvPr id="62" name="Text Box 66">
              <a:extLst>
                <a:ext uri="{FF2B5EF4-FFF2-40B4-BE49-F238E27FC236}">
                  <a16:creationId xmlns:a16="http://schemas.microsoft.com/office/drawing/2014/main" id="{97DBCCC1-E6FB-3041-9B21-D9B70D8115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900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b="1"/>
                <a:t>X</a:t>
              </a:r>
            </a:p>
          </p:txBody>
        </p:sp>
        <p:sp>
          <p:nvSpPr>
            <p:cNvPr id="63" name="Text Box 67">
              <a:extLst>
                <a:ext uri="{FF2B5EF4-FFF2-40B4-BE49-F238E27FC236}">
                  <a16:creationId xmlns:a16="http://schemas.microsoft.com/office/drawing/2014/main" id="{E5D1C92F-5487-69C3-CE70-90B7D0827D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4" y="1804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b="1"/>
                <a:t>V</a:t>
              </a:r>
            </a:p>
          </p:txBody>
        </p:sp>
        <p:sp>
          <p:nvSpPr>
            <p:cNvPr id="64" name="Text Box 68">
              <a:extLst>
                <a:ext uri="{FF2B5EF4-FFF2-40B4-BE49-F238E27FC236}">
                  <a16:creationId xmlns:a16="http://schemas.microsoft.com/office/drawing/2014/main" id="{7B69DFFC-DD62-A1E9-3BD6-22506525D1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0" y="2053"/>
              <a:ext cx="2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b="1"/>
                <a:t>H</a:t>
              </a:r>
            </a:p>
          </p:txBody>
        </p:sp>
      </p:grpSp>
      <p:pic>
        <p:nvPicPr>
          <p:cNvPr id="65" name="图片 64">
            <a:extLst>
              <a:ext uri="{FF2B5EF4-FFF2-40B4-BE49-F238E27FC236}">
                <a16:creationId xmlns:a16="http://schemas.microsoft.com/office/drawing/2014/main" id="{EDFBDC46-8DA2-286D-ACD1-6213B9CFF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153" y="2367533"/>
            <a:ext cx="2782708" cy="260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475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33CFC7-2A34-8FB8-31FF-99316DEE1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AA003-3536-4A2D-AEE3-894ED39BFF7C}" type="datetime1">
              <a:rPr lang="zh-CN" altLang="en-US" smtClean="0"/>
              <a:t>2025/10/9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E6C643-98F3-2679-E504-B0CEDA1E4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6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63C84D-52C4-24A6-E3F0-D11C572B2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16</a:t>
            </a:fld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BF76B3-B38A-4934-2D8D-6FAA96A06822}"/>
              </a:ext>
            </a:extLst>
          </p:cNvPr>
          <p:cNvSpPr/>
          <p:nvPr/>
        </p:nvSpPr>
        <p:spPr>
          <a:xfrm>
            <a:off x="7382298" y="95693"/>
            <a:ext cx="3690711" cy="8496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7BA3B67B-6E9E-30C7-BC66-738FFCED2BB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043408" y="1091056"/>
            <a:ext cx="1885950" cy="2187575"/>
            <a:chOff x="0" y="624"/>
            <a:chExt cx="1320" cy="1531"/>
          </a:xfrm>
        </p:grpSpPr>
        <p:sp>
          <p:nvSpPr>
            <p:cNvPr id="9" name="Line 3">
              <a:extLst>
                <a:ext uri="{FF2B5EF4-FFF2-40B4-BE49-F238E27FC236}">
                  <a16:creationId xmlns:a16="http://schemas.microsoft.com/office/drawing/2014/main" id="{6FC53F9D-CEB6-37D0-C71F-2C968FAD30E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0" y="1680"/>
              <a:ext cx="768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Line 4">
              <a:extLst>
                <a:ext uri="{FF2B5EF4-FFF2-40B4-BE49-F238E27FC236}">
                  <a16:creationId xmlns:a16="http://schemas.microsoft.com/office/drawing/2014/main" id="{9F95048B-FFDA-1A16-E234-76D13120122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0" y="1104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5">
              <a:extLst>
                <a:ext uri="{FF2B5EF4-FFF2-40B4-BE49-F238E27FC236}">
                  <a16:creationId xmlns:a16="http://schemas.microsoft.com/office/drawing/2014/main" id="{E72C7C23-AE9C-1239-99FE-65F6B673E8C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008" y="816"/>
              <a:ext cx="0" cy="12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6">
              <a:extLst>
                <a:ext uri="{FF2B5EF4-FFF2-40B4-BE49-F238E27FC236}">
                  <a16:creationId xmlns:a16="http://schemas.microsoft.com/office/drawing/2014/main" id="{A2B5D2EE-55CD-E52B-A904-EC28376ADDC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40" y="816"/>
              <a:ext cx="768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Text Box 7">
              <a:extLst>
                <a:ext uri="{FF2B5EF4-FFF2-40B4-BE49-F238E27FC236}">
                  <a16:creationId xmlns:a16="http://schemas.microsoft.com/office/drawing/2014/main" id="{10706F4F-0539-0F7B-7C36-42D06022A1B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96" y="864"/>
              <a:ext cx="336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</a:t>
              </a:r>
              <a:endParaRPr kumimoji="1" lang="en-US" altLang="zh-CN" sz="1600" b="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" name="Oval 8">
              <a:extLst>
                <a:ext uri="{FF2B5EF4-FFF2-40B4-BE49-F238E27FC236}">
                  <a16:creationId xmlns:a16="http://schemas.microsoft.com/office/drawing/2014/main" id="{11B807EF-8CD9-944F-D0EC-BFF546D8E6E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2" y="1056"/>
              <a:ext cx="96" cy="96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Oval 9">
              <a:extLst>
                <a:ext uri="{FF2B5EF4-FFF2-40B4-BE49-F238E27FC236}">
                  <a16:creationId xmlns:a16="http://schemas.microsoft.com/office/drawing/2014/main" id="{0217E317-A57B-5F67-5FE2-4497432E9AA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60" y="2016"/>
              <a:ext cx="96" cy="96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Oval 10">
              <a:extLst>
                <a:ext uri="{FF2B5EF4-FFF2-40B4-BE49-F238E27FC236}">
                  <a16:creationId xmlns:a16="http://schemas.microsoft.com/office/drawing/2014/main" id="{D9202D9E-C1BD-5C6A-06F0-7F31EBBBCCA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60" y="768"/>
              <a:ext cx="96" cy="96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Oval 11">
              <a:extLst>
                <a:ext uri="{FF2B5EF4-FFF2-40B4-BE49-F238E27FC236}">
                  <a16:creationId xmlns:a16="http://schemas.microsoft.com/office/drawing/2014/main" id="{4A6DCBD5-C284-87AC-6209-36D12DEF3BC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2" y="1632"/>
              <a:ext cx="96" cy="96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Text Box 12">
              <a:extLst>
                <a:ext uri="{FF2B5EF4-FFF2-40B4-BE49-F238E27FC236}">
                  <a16:creationId xmlns:a16="http://schemas.microsoft.com/office/drawing/2014/main" id="{9415F26C-931C-615E-0992-161BF0EFAA8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1496"/>
              <a:ext cx="288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9" name="Text Box 13">
              <a:extLst>
                <a:ext uri="{FF2B5EF4-FFF2-40B4-BE49-F238E27FC236}">
                  <a16:creationId xmlns:a16="http://schemas.microsoft.com/office/drawing/2014/main" id="{E2BD3E3B-9AD0-93DE-B82F-74406CA3B22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32" y="1920"/>
              <a:ext cx="28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0" name="Text Box 14">
              <a:extLst>
                <a:ext uri="{FF2B5EF4-FFF2-40B4-BE49-F238E27FC236}">
                  <a16:creationId xmlns:a16="http://schemas.microsoft.com/office/drawing/2014/main" id="{E9546A17-7DEA-8886-AAEE-F8617897B90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32" y="624"/>
              <a:ext cx="28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</a:t>
              </a:r>
              <a:endParaRPr kumimoji="1" lang="en-US" altLang="zh-CN" sz="1600" b="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" name="Line 15">
              <a:extLst>
                <a:ext uri="{FF2B5EF4-FFF2-40B4-BE49-F238E27FC236}">
                  <a16:creationId xmlns:a16="http://schemas.microsoft.com/office/drawing/2014/main" id="{9818FD62-6CDF-B021-6395-CEF3C9CD12D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96" y="1344"/>
              <a:ext cx="105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2" name="Group 16">
            <a:extLst>
              <a:ext uri="{FF2B5EF4-FFF2-40B4-BE49-F238E27FC236}">
                <a16:creationId xmlns:a16="http://schemas.microsoft.com/office/drawing/2014/main" id="{47C05570-BBE0-2A5E-46FE-D7BF7F593BC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274345" y="1019618"/>
            <a:ext cx="2057400" cy="2565400"/>
            <a:chOff x="4320" y="440"/>
            <a:chExt cx="1440" cy="1795"/>
          </a:xfrm>
        </p:grpSpPr>
        <p:sp>
          <p:nvSpPr>
            <p:cNvPr id="23" name="Text Box 17">
              <a:extLst>
                <a:ext uri="{FF2B5EF4-FFF2-40B4-BE49-F238E27FC236}">
                  <a16:creationId xmlns:a16="http://schemas.microsoft.com/office/drawing/2014/main" id="{503636E2-D13B-EC16-BBDB-28983A217E2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320" y="864"/>
              <a:ext cx="288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</a:t>
              </a:r>
              <a:endParaRPr kumimoji="1" lang="en-US" altLang="zh-CN" sz="1600" b="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" name="Text Box 18">
              <a:extLst>
                <a:ext uri="{FF2B5EF4-FFF2-40B4-BE49-F238E27FC236}">
                  <a16:creationId xmlns:a16="http://schemas.microsoft.com/office/drawing/2014/main" id="{AF5ECAE3-13A3-5F94-BB6D-DA03504A666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336" y="148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0465C4B6-5FAD-50C0-FB24-C4B7E0EB1F2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512" y="624"/>
              <a:ext cx="960" cy="576"/>
            </a:xfrm>
            <a:custGeom>
              <a:avLst/>
              <a:gdLst>
                <a:gd name="T0" fmla="*/ 0 w 960"/>
                <a:gd name="T1" fmla="*/ 384 h 576"/>
                <a:gd name="T2" fmla="*/ 432 w 960"/>
                <a:gd name="T3" fmla="*/ 0 h 576"/>
                <a:gd name="T4" fmla="*/ 960 w 960"/>
                <a:gd name="T5" fmla="*/ 576 h 576"/>
                <a:gd name="T6" fmla="*/ 0 w 960"/>
                <a:gd name="T7" fmla="*/ 384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0" h="576">
                  <a:moveTo>
                    <a:pt x="0" y="384"/>
                  </a:moveTo>
                  <a:lnTo>
                    <a:pt x="432" y="0"/>
                  </a:lnTo>
                  <a:lnTo>
                    <a:pt x="960" y="576"/>
                  </a:lnTo>
                  <a:lnTo>
                    <a:pt x="0" y="384"/>
                  </a:lnTo>
                  <a:close/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CC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70BD3BA4-2A50-BB5B-87BB-22231DF3E77D}"/>
                </a:ext>
              </a:extLst>
            </p:cNvPr>
            <p:cNvSpPr>
              <a:spLocks noChangeAspect="1"/>
            </p:cNvSpPr>
            <p:nvPr/>
          </p:nvSpPr>
          <p:spPr bwMode="auto">
            <a:xfrm flipV="1">
              <a:off x="4512" y="1488"/>
              <a:ext cx="960" cy="576"/>
            </a:xfrm>
            <a:custGeom>
              <a:avLst/>
              <a:gdLst>
                <a:gd name="T0" fmla="*/ 0 w 960"/>
                <a:gd name="T1" fmla="*/ 384 h 576"/>
                <a:gd name="T2" fmla="*/ 432 w 960"/>
                <a:gd name="T3" fmla="*/ 0 h 576"/>
                <a:gd name="T4" fmla="*/ 960 w 960"/>
                <a:gd name="T5" fmla="*/ 576 h 576"/>
                <a:gd name="T6" fmla="*/ 0 w 960"/>
                <a:gd name="T7" fmla="*/ 384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0" h="576">
                  <a:moveTo>
                    <a:pt x="0" y="384"/>
                  </a:moveTo>
                  <a:lnTo>
                    <a:pt x="432" y="0"/>
                  </a:lnTo>
                  <a:lnTo>
                    <a:pt x="960" y="576"/>
                  </a:lnTo>
                  <a:lnTo>
                    <a:pt x="0" y="384"/>
                  </a:lnTo>
                  <a:close/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CC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1">
              <a:extLst>
                <a:ext uri="{FF2B5EF4-FFF2-40B4-BE49-F238E27FC236}">
                  <a16:creationId xmlns:a16="http://schemas.microsoft.com/office/drawing/2014/main" id="{34A32721-7966-357B-4064-68757A88E42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608" y="624"/>
              <a:ext cx="72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Line 22">
              <a:extLst>
                <a:ext uri="{FF2B5EF4-FFF2-40B4-BE49-F238E27FC236}">
                  <a16:creationId xmlns:a16="http://schemas.microsoft.com/office/drawing/2014/main" id="{2F0D40B7-39B4-1ADD-7584-5CC5764DA51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608" y="1392"/>
              <a:ext cx="72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Line 23">
              <a:extLst>
                <a:ext uri="{FF2B5EF4-FFF2-40B4-BE49-F238E27FC236}">
                  <a16:creationId xmlns:a16="http://schemas.microsoft.com/office/drawing/2014/main" id="{93D110F8-B2D6-60C5-B92A-B8CD9F8030A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608" y="624"/>
              <a:ext cx="0" cy="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24">
              <a:extLst>
                <a:ext uri="{FF2B5EF4-FFF2-40B4-BE49-F238E27FC236}">
                  <a16:creationId xmlns:a16="http://schemas.microsoft.com/office/drawing/2014/main" id="{C2B534E1-0432-957A-9E43-2942023B236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328" y="1248"/>
              <a:ext cx="0" cy="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84CAE130-6166-CBBC-8455-22BE5CE02F6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776" y="768"/>
              <a:ext cx="1" cy="1149"/>
            </a:xfrm>
            <a:custGeom>
              <a:avLst/>
              <a:gdLst>
                <a:gd name="T0" fmla="*/ 0 w 1"/>
                <a:gd name="T1" fmla="*/ 0 h 1149"/>
                <a:gd name="T2" fmla="*/ 0 w 1"/>
                <a:gd name="T3" fmla="*/ 1149 h 1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149">
                  <a:moveTo>
                    <a:pt x="0" y="0"/>
                  </a:moveTo>
                  <a:lnTo>
                    <a:pt x="0" y="1149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294B1DB1-7CD6-E082-CEC9-785B24EA0DB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208" y="1146"/>
              <a:ext cx="1" cy="396"/>
            </a:xfrm>
            <a:custGeom>
              <a:avLst/>
              <a:gdLst>
                <a:gd name="T0" fmla="*/ 0 w 1"/>
                <a:gd name="T1" fmla="*/ 0 h 396"/>
                <a:gd name="T2" fmla="*/ 0 w 1"/>
                <a:gd name="T3" fmla="*/ 396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96">
                  <a:moveTo>
                    <a:pt x="0" y="0"/>
                  </a:moveTo>
                  <a:lnTo>
                    <a:pt x="0" y="396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92E62668-5FC4-B29F-AD23-9E39E9B8969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776" y="1536"/>
              <a:ext cx="432" cy="378"/>
            </a:xfrm>
            <a:custGeom>
              <a:avLst/>
              <a:gdLst>
                <a:gd name="T0" fmla="*/ 432 w 432"/>
                <a:gd name="T1" fmla="*/ 0 h 378"/>
                <a:gd name="T2" fmla="*/ 0 w 432"/>
                <a:gd name="T3" fmla="*/ 378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32" h="378">
                  <a:moveTo>
                    <a:pt x="432" y="0"/>
                  </a:moveTo>
                  <a:lnTo>
                    <a:pt x="0" y="378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Line 28">
              <a:extLst>
                <a:ext uri="{FF2B5EF4-FFF2-40B4-BE49-F238E27FC236}">
                  <a16:creationId xmlns:a16="http://schemas.microsoft.com/office/drawing/2014/main" id="{5854EB86-45B9-0351-282A-7404D8BA143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992" y="960"/>
              <a:ext cx="0" cy="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Oval 29">
              <a:extLst>
                <a:ext uri="{FF2B5EF4-FFF2-40B4-BE49-F238E27FC236}">
                  <a16:creationId xmlns:a16="http://schemas.microsoft.com/office/drawing/2014/main" id="{CBD6E29D-8C89-F8D3-CF74-AD10893A4ED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68" y="936"/>
              <a:ext cx="48" cy="48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rgbClr val="FF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Oval 30">
              <a:extLst>
                <a:ext uri="{FF2B5EF4-FFF2-40B4-BE49-F238E27FC236}">
                  <a16:creationId xmlns:a16="http://schemas.microsoft.com/office/drawing/2014/main" id="{2B02A6E4-DFB0-43F2-3C22-C4830DAC364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68" y="1704"/>
              <a:ext cx="48" cy="48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rgbClr val="FF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Text Box 31">
              <a:extLst>
                <a:ext uri="{FF2B5EF4-FFF2-40B4-BE49-F238E27FC236}">
                  <a16:creationId xmlns:a16="http://schemas.microsoft.com/office/drawing/2014/main" id="{61414546-D276-B1D1-0940-FE46FB37905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472" y="1336"/>
              <a:ext cx="288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38" name="Text Box 32">
              <a:extLst>
                <a:ext uri="{FF2B5EF4-FFF2-40B4-BE49-F238E27FC236}">
                  <a16:creationId xmlns:a16="http://schemas.microsoft.com/office/drawing/2014/main" id="{CD573FD5-048A-F302-5D85-661E143ED8F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472" y="1024"/>
              <a:ext cx="288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</a:t>
              </a:r>
              <a:endParaRPr kumimoji="1" lang="en-US" altLang="zh-CN" sz="1600" b="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" name="Text Box 33">
              <a:extLst>
                <a:ext uri="{FF2B5EF4-FFF2-40B4-BE49-F238E27FC236}">
                  <a16:creationId xmlns:a16="http://schemas.microsoft.com/office/drawing/2014/main" id="{DAFF9084-184B-9339-816F-23748765EA8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880" y="440"/>
              <a:ext cx="28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</a:t>
              </a:r>
              <a:endParaRPr kumimoji="1" lang="en-US" altLang="zh-CN" sz="1600" b="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" name="Text Box 34">
              <a:extLst>
                <a:ext uri="{FF2B5EF4-FFF2-40B4-BE49-F238E27FC236}">
                  <a16:creationId xmlns:a16="http://schemas.microsoft.com/office/drawing/2014/main" id="{CFCB7D1D-EDBD-6BA2-BE96-8A8F5215A7B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896" y="2000"/>
              <a:ext cx="28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41" name="Text Box 35">
              <a:extLst>
                <a:ext uri="{FF2B5EF4-FFF2-40B4-BE49-F238E27FC236}">
                  <a16:creationId xmlns:a16="http://schemas.microsoft.com/office/drawing/2014/main" id="{DE291CD6-7E33-245E-5491-83FFCC3556B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976" y="1608"/>
              <a:ext cx="28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42" name="Text Box 36">
              <a:extLst>
                <a:ext uri="{FF2B5EF4-FFF2-40B4-BE49-F238E27FC236}">
                  <a16:creationId xmlns:a16="http://schemas.microsoft.com/office/drawing/2014/main" id="{1AF24D80-C14F-B44F-1DBF-755A21C9144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888" y="768"/>
              <a:ext cx="28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</a:t>
              </a:r>
              <a:endParaRPr kumimoji="1" lang="en-US" altLang="zh-CN" sz="1600" b="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" name="Line 37">
              <a:extLst>
                <a:ext uri="{FF2B5EF4-FFF2-40B4-BE49-F238E27FC236}">
                  <a16:creationId xmlns:a16="http://schemas.microsoft.com/office/drawing/2014/main" id="{9282A947-DE35-E7F4-9BE1-F8CA03AD5D5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464" y="1344"/>
              <a:ext cx="105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4" name="Group 38">
            <a:extLst>
              <a:ext uri="{FF2B5EF4-FFF2-40B4-BE49-F238E27FC236}">
                <a16:creationId xmlns:a16="http://schemas.microsoft.com/office/drawing/2014/main" id="{59E004A4-D93E-DE7A-D3D1-EACCC302E25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159795" y="1062481"/>
            <a:ext cx="2171700" cy="2416175"/>
            <a:chOff x="2880" y="544"/>
            <a:chExt cx="1520" cy="1691"/>
          </a:xfrm>
        </p:grpSpPr>
        <p:sp>
          <p:nvSpPr>
            <p:cNvPr id="45" name="Text Box 39">
              <a:extLst>
                <a:ext uri="{FF2B5EF4-FFF2-40B4-BE49-F238E27FC236}">
                  <a16:creationId xmlns:a16="http://schemas.microsoft.com/office/drawing/2014/main" id="{69D1257C-3E43-8E98-C6B6-F7B1FDDFD35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104" y="1568"/>
              <a:ext cx="288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grpSp>
          <p:nvGrpSpPr>
            <p:cNvPr id="46" name="Group 40">
              <a:extLst>
                <a:ext uri="{FF2B5EF4-FFF2-40B4-BE49-F238E27FC236}">
                  <a16:creationId xmlns:a16="http://schemas.microsoft.com/office/drawing/2014/main" id="{B8F28FE4-46B5-AEB6-4DF2-720E7048984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880" y="544"/>
              <a:ext cx="1520" cy="1691"/>
              <a:chOff x="2880" y="544"/>
              <a:chExt cx="1520" cy="1691"/>
            </a:xfrm>
          </p:grpSpPr>
          <p:sp>
            <p:nvSpPr>
              <p:cNvPr id="47" name="Freeform 41">
                <a:extLst>
                  <a:ext uri="{FF2B5EF4-FFF2-40B4-BE49-F238E27FC236}">
                    <a16:creationId xmlns:a16="http://schemas.microsoft.com/office/drawing/2014/main" id="{9547149C-D88D-8DC2-6F61-4344197FC7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072" y="720"/>
                <a:ext cx="1056" cy="543"/>
              </a:xfrm>
              <a:custGeom>
                <a:avLst/>
                <a:gdLst>
                  <a:gd name="T0" fmla="*/ 0 w 1056"/>
                  <a:gd name="T1" fmla="*/ 159 h 585"/>
                  <a:gd name="T2" fmla="*/ 672 w 1056"/>
                  <a:gd name="T3" fmla="*/ 0 h 585"/>
                  <a:gd name="T4" fmla="*/ 1056 w 1056"/>
                  <a:gd name="T5" fmla="*/ 393 h 585"/>
                  <a:gd name="T6" fmla="*/ 384 w 1056"/>
                  <a:gd name="T7" fmla="*/ 585 h 585"/>
                  <a:gd name="T8" fmla="*/ 0 w 1056"/>
                  <a:gd name="T9" fmla="*/ 159 h 5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56" h="585">
                    <a:moveTo>
                      <a:pt x="0" y="159"/>
                    </a:moveTo>
                    <a:lnTo>
                      <a:pt x="672" y="0"/>
                    </a:lnTo>
                    <a:lnTo>
                      <a:pt x="1056" y="393"/>
                    </a:lnTo>
                    <a:lnTo>
                      <a:pt x="384" y="585"/>
                    </a:lnTo>
                    <a:lnTo>
                      <a:pt x="0" y="159"/>
                    </a:lnTo>
                    <a:close/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" name="Freeform 42">
                <a:extLst>
                  <a:ext uri="{FF2B5EF4-FFF2-40B4-BE49-F238E27FC236}">
                    <a16:creationId xmlns:a16="http://schemas.microsoft.com/office/drawing/2014/main" id="{FE3966FC-9E58-2C83-FFE5-4378512898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072" y="1530"/>
                <a:ext cx="1059" cy="540"/>
              </a:xfrm>
              <a:custGeom>
                <a:avLst/>
                <a:gdLst>
                  <a:gd name="T0" fmla="*/ 0 w 1059"/>
                  <a:gd name="T1" fmla="*/ 424 h 582"/>
                  <a:gd name="T2" fmla="*/ 672 w 1059"/>
                  <a:gd name="T3" fmla="*/ 582 h 582"/>
                  <a:gd name="T4" fmla="*/ 1059 w 1059"/>
                  <a:gd name="T5" fmla="*/ 192 h 582"/>
                  <a:gd name="T6" fmla="*/ 381 w 1059"/>
                  <a:gd name="T7" fmla="*/ 0 h 582"/>
                  <a:gd name="T8" fmla="*/ 0 w 1059"/>
                  <a:gd name="T9" fmla="*/ 424 h 5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59" h="582">
                    <a:moveTo>
                      <a:pt x="0" y="424"/>
                    </a:moveTo>
                    <a:lnTo>
                      <a:pt x="672" y="582"/>
                    </a:lnTo>
                    <a:lnTo>
                      <a:pt x="1059" y="192"/>
                    </a:lnTo>
                    <a:lnTo>
                      <a:pt x="381" y="0"/>
                    </a:lnTo>
                    <a:lnTo>
                      <a:pt x="0" y="424"/>
                    </a:lnTo>
                    <a:close/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" name="Line 43">
                <a:extLst>
                  <a:ext uri="{FF2B5EF4-FFF2-40B4-BE49-F238E27FC236}">
                    <a16:creationId xmlns:a16="http://schemas.microsoft.com/office/drawing/2014/main" id="{54D11C6E-28D7-F820-80D6-65E58214BED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072" y="862"/>
                <a:ext cx="0" cy="10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" name="Line 44">
                <a:extLst>
                  <a:ext uri="{FF2B5EF4-FFF2-40B4-BE49-F238E27FC236}">
                    <a16:creationId xmlns:a16="http://schemas.microsoft.com/office/drawing/2014/main" id="{D6E18380-3FA3-317C-9164-EC19BFECA2D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456" y="1263"/>
                <a:ext cx="0" cy="26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" name="Line 45">
                <a:extLst>
                  <a:ext uri="{FF2B5EF4-FFF2-40B4-BE49-F238E27FC236}">
                    <a16:creationId xmlns:a16="http://schemas.microsoft.com/office/drawing/2014/main" id="{AEE40E97-5514-EFF7-2E02-F02C574A74F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744" y="728"/>
                <a:ext cx="0" cy="13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" name="Line 46">
                <a:extLst>
                  <a:ext uri="{FF2B5EF4-FFF2-40B4-BE49-F238E27FC236}">
                    <a16:creationId xmlns:a16="http://schemas.microsoft.com/office/drawing/2014/main" id="{D396EDEE-C9E2-9641-67A6-E4BE865F348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128" y="1085"/>
                <a:ext cx="0" cy="62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" name="Text Box 47">
                <a:extLst>
                  <a:ext uri="{FF2B5EF4-FFF2-40B4-BE49-F238E27FC236}">
                    <a16:creationId xmlns:a16="http://schemas.microsoft.com/office/drawing/2014/main" id="{86CB8283-E675-E110-933E-9D0F2D5AC05B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968" y="672"/>
                <a:ext cx="288" cy="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</a:t>
                </a:r>
                <a:endPara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" name="Text Box 48">
                <a:extLst>
                  <a:ext uri="{FF2B5EF4-FFF2-40B4-BE49-F238E27FC236}">
                    <a16:creationId xmlns:a16="http://schemas.microsoft.com/office/drawing/2014/main" id="{B3CC0C72-3D50-BE4E-81AA-F780D5C99ECD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880" y="1776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55" name="Text Box 49">
                <a:extLst>
                  <a:ext uri="{FF2B5EF4-FFF2-40B4-BE49-F238E27FC236}">
                    <a16:creationId xmlns:a16="http://schemas.microsoft.com/office/drawing/2014/main" id="{09CB9E75-EEAF-F83E-C28E-334CB985650C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4112" y="960"/>
                <a:ext cx="288" cy="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</a:t>
                </a:r>
                <a:endPara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" name="Text Box 50">
                <a:extLst>
                  <a:ext uri="{FF2B5EF4-FFF2-40B4-BE49-F238E27FC236}">
                    <a16:creationId xmlns:a16="http://schemas.microsoft.com/office/drawing/2014/main" id="{B56DBE7B-F4A3-EA0C-007D-057FBCCC476A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656" y="544"/>
                <a:ext cx="288" cy="2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</a:t>
                </a:r>
                <a:endPara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" name="Text Box 51">
                <a:extLst>
                  <a:ext uri="{FF2B5EF4-FFF2-40B4-BE49-F238E27FC236}">
                    <a16:creationId xmlns:a16="http://schemas.microsoft.com/office/drawing/2014/main" id="{B27D6B82-0330-13AD-7B27-654606CBFDF3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696" y="2000"/>
                <a:ext cx="288" cy="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58" name="Text Box 52">
                <a:extLst>
                  <a:ext uri="{FF2B5EF4-FFF2-40B4-BE49-F238E27FC236}">
                    <a16:creationId xmlns:a16="http://schemas.microsoft.com/office/drawing/2014/main" id="{02DB66F8-D4FC-A29B-45EA-8CC5C94C1C35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416" y="1352"/>
                <a:ext cx="288" cy="2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59" name="Text Box 53">
                <a:extLst>
                  <a:ext uri="{FF2B5EF4-FFF2-40B4-BE49-F238E27FC236}">
                    <a16:creationId xmlns:a16="http://schemas.microsoft.com/office/drawing/2014/main" id="{7229C478-0D15-70EB-9035-0779C5721CBE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480" y="1040"/>
                <a:ext cx="288" cy="2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</a:t>
                </a:r>
                <a:endPara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" name="Line 54">
                <a:extLst>
                  <a:ext uri="{FF2B5EF4-FFF2-40B4-BE49-F238E27FC236}">
                    <a16:creationId xmlns:a16="http://schemas.microsoft.com/office/drawing/2014/main" id="{0AB5CACE-D2A9-A247-F489-8EA6DB381FC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3456" y="720"/>
                <a:ext cx="288" cy="5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" name="Line 55">
                <a:extLst>
                  <a:ext uri="{FF2B5EF4-FFF2-40B4-BE49-F238E27FC236}">
                    <a16:creationId xmlns:a16="http://schemas.microsoft.com/office/drawing/2014/main" id="{AFB5148C-E6F4-A30B-96A3-E2C011281F6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456" y="1536"/>
                <a:ext cx="288" cy="5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" name="Line 56">
                <a:extLst>
                  <a:ext uri="{FF2B5EF4-FFF2-40B4-BE49-F238E27FC236}">
                    <a16:creationId xmlns:a16="http://schemas.microsoft.com/office/drawing/2014/main" id="{462F3F9E-171C-60BD-8CBE-C2F3C24E46F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976" y="1344"/>
                <a:ext cx="12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63" name="Group 57">
            <a:extLst>
              <a:ext uri="{FF2B5EF4-FFF2-40B4-BE49-F238E27FC236}">
                <a16:creationId xmlns:a16="http://schemas.microsoft.com/office/drawing/2014/main" id="{E71F3637-52C4-9DE0-B54A-A838F1D8280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57958" y="1079943"/>
            <a:ext cx="1773237" cy="2359025"/>
            <a:chOff x="1480" y="576"/>
            <a:chExt cx="1240" cy="1651"/>
          </a:xfrm>
        </p:grpSpPr>
        <p:sp>
          <p:nvSpPr>
            <p:cNvPr id="64" name="Line 58">
              <a:extLst>
                <a:ext uri="{FF2B5EF4-FFF2-40B4-BE49-F238E27FC236}">
                  <a16:creationId xmlns:a16="http://schemas.microsoft.com/office/drawing/2014/main" id="{1C62ED5E-8EF4-4312-CD8E-C301F05B94F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80" y="1200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" name="Line 59">
              <a:extLst>
                <a:ext uri="{FF2B5EF4-FFF2-40B4-BE49-F238E27FC236}">
                  <a16:creationId xmlns:a16="http://schemas.microsoft.com/office/drawing/2014/main" id="{9562D0C7-3AAD-87BE-297C-5D6E68C315F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48" y="912"/>
              <a:ext cx="0" cy="12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Text Box 60">
              <a:extLst>
                <a:ext uri="{FF2B5EF4-FFF2-40B4-BE49-F238E27FC236}">
                  <a16:creationId xmlns:a16="http://schemas.microsoft.com/office/drawing/2014/main" id="{02D3E031-8DB3-D47C-FA6B-7EAE5D5C6FA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480" y="1032"/>
              <a:ext cx="28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</a:t>
              </a:r>
              <a:endParaRPr kumimoji="1" lang="en-US" altLang="zh-CN" sz="1600" b="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" name="Text Box 61">
              <a:extLst>
                <a:ext uri="{FF2B5EF4-FFF2-40B4-BE49-F238E27FC236}">
                  <a16:creationId xmlns:a16="http://schemas.microsoft.com/office/drawing/2014/main" id="{2346AC96-CE8F-AA41-2C37-9C7BE1DF565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480" y="16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68" name="Text Box 62">
              <a:extLst>
                <a:ext uri="{FF2B5EF4-FFF2-40B4-BE49-F238E27FC236}">
                  <a16:creationId xmlns:a16="http://schemas.microsoft.com/office/drawing/2014/main" id="{F2D8305F-45FB-F7A5-4503-F456EA35052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416" y="1992"/>
              <a:ext cx="28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69" name="Text Box 63">
              <a:extLst>
                <a:ext uri="{FF2B5EF4-FFF2-40B4-BE49-F238E27FC236}">
                  <a16:creationId xmlns:a16="http://schemas.microsoft.com/office/drawing/2014/main" id="{D5BB579A-3581-BEA6-6671-4232B630901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432" y="776"/>
              <a:ext cx="288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</a:t>
              </a:r>
              <a:endParaRPr kumimoji="1" lang="en-US" altLang="zh-CN" sz="1600" b="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" name="Line 64">
              <a:extLst>
                <a:ext uri="{FF2B5EF4-FFF2-40B4-BE49-F238E27FC236}">
                  <a16:creationId xmlns:a16="http://schemas.microsoft.com/office/drawing/2014/main" id="{08CB4164-419C-0FBF-ABCB-29CDFA45E43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016" y="768"/>
              <a:ext cx="0" cy="8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" name="Freeform 65">
              <a:extLst>
                <a:ext uri="{FF2B5EF4-FFF2-40B4-BE49-F238E27FC236}">
                  <a16:creationId xmlns:a16="http://schemas.microsoft.com/office/drawing/2014/main" id="{95D00B6C-634F-4558-06C3-329AF6B09BA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680" y="768"/>
              <a:ext cx="768" cy="432"/>
            </a:xfrm>
            <a:custGeom>
              <a:avLst/>
              <a:gdLst>
                <a:gd name="T0" fmla="*/ 336 w 768"/>
                <a:gd name="T1" fmla="*/ 0 h 432"/>
                <a:gd name="T2" fmla="*/ 0 w 768"/>
                <a:gd name="T3" fmla="*/ 432 h 432"/>
                <a:gd name="T4" fmla="*/ 768 w 768"/>
                <a:gd name="T5" fmla="*/ 144 h 432"/>
                <a:gd name="T6" fmla="*/ 336 w 768"/>
                <a:gd name="T7" fmla="*/ 0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8" h="432">
                  <a:moveTo>
                    <a:pt x="336" y="0"/>
                  </a:moveTo>
                  <a:lnTo>
                    <a:pt x="0" y="432"/>
                  </a:lnTo>
                  <a:lnTo>
                    <a:pt x="768" y="144"/>
                  </a:lnTo>
                  <a:lnTo>
                    <a:pt x="336" y="0"/>
                  </a:lnTo>
                  <a:close/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" name="Freeform 66">
              <a:extLst>
                <a:ext uri="{FF2B5EF4-FFF2-40B4-BE49-F238E27FC236}">
                  <a16:creationId xmlns:a16="http://schemas.microsoft.com/office/drawing/2014/main" id="{74D5D471-4F55-020F-81BA-59DCD491D56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680" y="1632"/>
              <a:ext cx="768" cy="528"/>
            </a:xfrm>
            <a:custGeom>
              <a:avLst/>
              <a:gdLst>
                <a:gd name="T0" fmla="*/ 0 w 768"/>
                <a:gd name="T1" fmla="*/ 144 h 528"/>
                <a:gd name="T2" fmla="*/ 336 w 768"/>
                <a:gd name="T3" fmla="*/ 0 h 528"/>
                <a:gd name="T4" fmla="*/ 768 w 768"/>
                <a:gd name="T5" fmla="*/ 528 h 528"/>
                <a:gd name="T6" fmla="*/ 0 w 768"/>
                <a:gd name="T7" fmla="*/ 144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8" h="528">
                  <a:moveTo>
                    <a:pt x="0" y="144"/>
                  </a:moveTo>
                  <a:lnTo>
                    <a:pt x="336" y="0"/>
                  </a:lnTo>
                  <a:lnTo>
                    <a:pt x="768" y="528"/>
                  </a:lnTo>
                  <a:lnTo>
                    <a:pt x="0" y="144"/>
                  </a:lnTo>
                  <a:close/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" name="Text Box 67">
              <a:extLst>
                <a:ext uri="{FF2B5EF4-FFF2-40B4-BE49-F238E27FC236}">
                  <a16:creationId xmlns:a16="http://schemas.microsoft.com/office/drawing/2014/main" id="{53E652E1-7430-94B8-5250-D886009D82A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889" y="576"/>
              <a:ext cx="287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</a:t>
              </a:r>
              <a:endParaRPr kumimoji="1" lang="en-US" altLang="zh-CN" sz="1600" b="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4" name="Text Box 68">
              <a:extLst>
                <a:ext uri="{FF2B5EF4-FFF2-40B4-BE49-F238E27FC236}">
                  <a16:creationId xmlns:a16="http://schemas.microsoft.com/office/drawing/2014/main" id="{EF5A8AC4-A906-CC9A-816B-EBD158C9741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976" y="1472"/>
              <a:ext cx="28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75" name="Line 69">
              <a:extLst>
                <a:ext uri="{FF2B5EF4-FFF2-40B4-BE49-F238E27FC236}">
                  <a16:creationId xmlns:a16="http://schemas.microsoft.com/office/drawing/2014/main" id="{01E065F3-5DF9-6C60-D4F8-5D1CA0B85DA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84" y="1344"/>
              <a:ext cx="105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6" name="Group 70">
            <a:extLst>
              <a:ext uri="{FF2B5EF4-FFF2-40B4-BE49-F238E27FC236}">
                <a16:creationId xmlns:a16="http://schemas.microsoft.com/office/drawing/2014/main" id="{D740D6A9-0717-EBD4-253F-7CC79CD870B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029120" y="3762816"/>
            <a:ext cx="2074863" cy="2230437"/>
            <a:chOff x="0" y="2384"/>
            <a:chExt cx="1452" cy="1560"/>
          </a:xfrm>
        </p:grpSpPr>
        <p:sp>
          <p:nvSpPr>
            <p:cNvPr id="77" name="Line 71">
              <a:extLst>
                <a:ext uri="{FF2B5EF4-FFF2-40B4-BE49-F238E27FC236}">
                  <a16:creationId xmlns:a16="http://schemas.microsoft.com/office/drawing/2014/main" id="{91CAEEF9-7994-C18B-9762-F609200389A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88" y="3456"/>
              <a:ext cx="768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" name="Line 72">
              <a:extLst>
                <a:ext uri="{FF2B5EF4-FFF2-40B4-BE49-F238E27FC236}">
                  <a16:creationId xmlns:a16="http://schemas.microsoft.com/office/drawing/2014/main" id="{C7B29298-07DD-90D7-237D-69844E47C22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88" y="2880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" name="Line 73">
              <a:extLst>
                <a:ext uri="{FF2B5EF4-FFF2-40B4-BE49-F238E27FC236}">
                  <a16:creationId xmlns:a16="http://schemas.microsoft.com/office/drawing/2014/main" id="{0D64F1D8-9353-DB92-755E-73438CC8853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056" y="2592"/>
              <a:ext cx="0" cy="8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" name="Line 74">
              <a:extLst>
                <a:ext uri="{FF2B5EF4-FFF2-40B4-BE49-F238E27FC236}">
                  <a16:creationId xmlns:a16="http://schemas.microsoft.com/office/drawing/2014/main" id="{8D91C25B-8EC5-1863-BBE5-D339EF0595B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88" y="2592"/>
              <a:ext cx="768" cy="28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" name="Text Box 75">
              <a:extLst>
                <a:ext uri="{FF2B5EF4-FFF2-40B4-BE49-F238E27FC236}">
                  <a16:creationId xmlns:a16="http://schemas.microsoft.com/office/drawing/2014/main" id="{BDDA55D7-5D4D-C2FA-9EA6-598B5697DD4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60" y="2640"/>
              <a:ext cx="288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</a:t>
              </a:r>
              <a:endParaRPr kumimoji="1" lang="en-US" altLang="zh-CN" sz="1600" b="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" name="Oval 76">
              <a:extLst>
                <a:ext uri="{FF2B5EF4-FFF2-40B4-BE49-F238E27FC236}">
                  <a16:creationId xmlns:a16="http://schemas.microsoft.com/office/drawing/2014/main" id="{3CEC7E02-DF58-9640-C2F3-88871DAD586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0" y="2832"/>
              <a:ext cx="96" cy="96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" name="Oval 77">
              <a:extLst>
                <a:ext uri="{FF2B5EF4-FFF2-40B4-BE49-F238E27FC236}">
                  <a16:creationId xmlns:a16="http://schemas.microsoft.com/office/drawing/2014/main" id="{57E35E0B-C916-3821-CCC7-7744C043591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08" y="3408"/>
              <a:ext cx="96" cy="96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" name="Oval 78">
              <a:extLst>
                <a:ext uri="{FF2B5EF4-FFF2-40B4-BE49-F238E27FC236}">
                  <a16:creationId xmlns:a16="http://schemas.microsoft.com/office/drawing/2014/main" id="{BC191466-FE86-DEA2-699B-914E78ACE2D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08" y="2544"/>
              <a:ext cx="96" cy="96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Oval 79">
              <a:extLst>
                <a:ext uri="{FF2B5EF4-FFF2-40B4-BE49-F238E27FC236}">
                  <a16:creationId xmlns:a16="http://schemas.microsoft.com/office/drawing/2014/main" id="{30302C07-463D-65A3-A73C-CC925D29245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0" y="3408"/>
              <a:ext cx="96" cy="96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" name="Text Box 80">
              <a:extLst>
                <a:ext uri="{FF2B5EF4-FFF2-40B4-BE49-F238E27FC236}">
                  <a16:creationId xmlns:a16="http://schemas.microsoft.com/office/drawing/2014/main" id="{31609EA5-858C-FD7C-45B1-D0D5A6EA895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2" y="3248"/>
              <a:ext cx="28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87" name="Text Box 81">
              <a:extLst>
                <a:ext uri="{FF2B5EF4-FFF2-40B4-BE49-F238E27FC236}">
                  <a16:creationId xmlns:a16="http://schemas.microsoft.com/office/drawing/2014/main" id="{A01FA402-786A-0527-56CA-038AB571681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80" y="3280"/>
              <a:ext cx="28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88" name="Text Box 82">
              <a:extLst>
                <a:ext uri="{FF2B5EF4-FFF2-40B4-BE49-F238E27FC236}">
                  <a16:creationId xmlns:a16="http://schemas.microsoft.com/office/drawing/2014/main" id="{F1970F85-FC9E-353B-67BE-3039365FEC8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40" y="2384"/>
              <a:ext cx="28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</a:t>
              </a:r>
              <a:endParaRPr kumimoji="1" lang="en-US" altLang="zh-CN" sz="1600" b="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9" name="Line 83">
              <a:extLst>
                <a:ext uri="{FF2B5EF4-FFF2-40B4-BE49-F238E27FC236}">
                  <a16:creationId xmlns:a16="http://schemas.microsoft.com/office/drawing/2014/main" id="{7490559D-C09E-DA9F-5438-DD772F5B21B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44" y="3120"/>
              <a:ext cx="105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" name="Text Box 84">
              <a:extLst>
                <a:ext uri="{FF2B5EF4-FFF2-40B4-BE49-F238E27FC236}">
                  <a16:creationId xmlns:a16="http://schemas.microsoft.com/office/drawing/2014/main" id="{7C613E23-387C-E77C-88AC-3A1D3F6C687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3708"/>
              <a:ext cx="1452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kumimoji="1" lang="en-US" altLang="zh-CN" sz="1600" b="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zh-CN" altLang="en-US" sz="1600" b="0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两点之间距离</a:t>
              </a:r>
            </a:p>
          </p:txBody>
        </p:sp>
      </p:grpSp>
      <p:grpSp>
        <p:nvGrpSpPr>
          <p:cNvPr id="91" name="Group 85">
            <a:extLst>
              <a:ext uri="{FF2B5EF4-FFF2-40B4-BE49-F238E27FC236}">
                <a16:creationId xmlns:a16="http://schemas.microsoft.com/office/drawing/2014/main" id="{2BF6FDDC-C301-F027-C0B4-DA7241C417F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57958" y="3516756"/>
            <a:ext cx="1828800" cy="2508250"/>
            <a:chOff x="1488" y="2224"/>
            <a:chExt cx="1280" cy="1755"/>
          </a:xfrm>
        </p:grpSpPr>
        <p:sp>
          <p:nvSpPr>
            <p:cNvPr id="92" name="Text Box 86">
              <a:extLst>
                <a:ext uri="{FF2B5EF4-FFF2-40B4-BE49-F238E27FC236}">
                  <a16:creationId xmlns:a16="http://schemas.microsoft.com/office/drawing/2014/main" id="{92E0D76E-9CA5-C61E-CF56-52EFC28B4D6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488" y="2896"/>
              <a:ext cx="392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</a:t>
              </a:r>
              <a:endParaRPr kumimoji="1" lang="en-US" altLang="zh-CN" sz="1600" b="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93" name="Group 87">
              <a:extLst>
                <a:ext uri="{FF2B5EF4-FFF2-40B4-BE49-F238E27FC236}">
                  <a16:creationId xmlns:a16="http://schemas.microsoft.com/office/drawing/2014/main" id="{9093E5EF-E3D9-F49C-60A6-4966009C70A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536" y="2224"/>
              <a:ext cx="1232" cy="1755"/>
              <a:chOff x="1536" y="2224"/>
              <a:chExt cx="1232" cy="1755"/>
            </a:xfrm>
          </p:grpSpPr>
          <p:sp>
            <p:nvSpPr>
              <p:cNvPr id="94" name="Line 88">
                <a:extLst>
                  <a:ext uri="{FF2B5EF4-FFF2-40B4-BE49-F238E27FC236}">
                    <a16:creationId xmlns:a16="http://schemas.microsoft.com/office/drawing/2014/main" id="{18F84B68-F9BA-60F1-DF9D-849FFE9A6E9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728" y="3600"/>
                <a:ext cx="768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5" name="Line 89">
                <a:extLst>
                  <a:ext uri="{FF2B5EF4-FFF2-40B4-BE49-F238E27FC236}">
                    <a16:creationId xmlns:a16="http://schemas.microsoft.com/office/drawing/2014/main" id="{F88F36D6-0803-EE77-DF8D-90635E6761D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728" y="3024"/>
                <a:ext cx="0" cy="5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6" name="Line 90">
                <a:extLst>
                  <a:ext uri="{FF2B5EF4-FFF2-40B4-BE49-F238E27FC236}">
                    <a16:creationId xmlns:a16="http://schemas.microsoft.com/office/drawing/2014/main" id="{2DFCF895-1766-D4AC-42BD-4EFB75B948A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496" y="2736"/>
                <a:ext cx="0" cy="86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" name="Line 91">
                <a:extLst>
                  <a:ext uri="{FF2B5EF4-FFF2-40B4-BE49-F238E27FC236}">
                    <a16:creationId xmlns:a16="http://schemas.microsoft.com/office/drawing/2014/main" id="{F3141081-0EF2-89FD-11BE-F21E0FCD060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728" y="2736"/>
                <a:ext cx="768" cy="288"/>
              </a:xfrm>
              <a:prstGeom prst="line">
                <a:avLst/>
              </a:prstGeom>
              <a:noFill/>
              <a:ln w="5715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" name="Text Box 92">
                <a:extLst>
                  <a:ext uri="{FF2B5EF4-FFF2-40B4-BE49-F238E27FC236}">
                    <a16:creationId xmlns:a16="http://schemas.microsoft.com/office/drawing/2014/main" id="{92426FC7-6BD0-2187-0CBD-63192F3880E4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536" y="3456"/>
                <a:ext cx="288" cy="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99" name="Text Box 93">
                <a:extLst>
                  <a:ext uri="{FF2B5EF4-FFF2-40B4-BE49-F238E27FC236}">
                    <a16:creationId xmlns:a16="http://schemas.microsoft.com/office/drawing/2014/main" id="{A3B4828A-58A0-D069-4870-7466823A7243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480" y="3464"/>
                <a:ext cx="288" cy="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</a:p>
            </p:txBody>
          </p:sp>
          <p:sp>
            <p:nvSpPr>
              <p:cNvPr id="100" name="Text Box 94">
                <a:extLst>
                  <a:ext uri="{FF2B5EF4-FFF2-40B4-BE49-F238E27FC236}">
                    <a16:creationId xmlns:a16="http://schemas.microsoft.com/office/drawing/2014/main" id="{3D65C2F8-45C2-B07E-8C6C-0285BE9E1416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480" y="2592"/>
                <a:ext cx="288" cy="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</a:t>
                </a:r>
                <a:endPara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1" name="Line 95">
                <a:extLst>
                  <a:ext uri="{FF2B5EF4-FFF2-40B4-BE49-F238E27FC236}">
                    <a16:creationId xmlns:a16="http://schemas.microsoft.com/office/drawing/2014/main" id="{03C01D98-451D-7AAC-3B48-450B02A2FE8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016" y="2400"/>
                <a:ext cx="0" cy="120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" name="Freeform 96">
                <a:extLst>
                  <a:ext uri="{FF2B5EF4-FFF2-40B4-BE49-F238E27FC236}">
                    <a16:creationId xmlns:a16="http://schemas.microsoft.com/office/drawing/2014/main" id="{13DA783C-DD27-29C7-38BE-8CD0B2F75E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728" y="2400"/>
                <a:ext cx="768" cy="624"/>
              </a:xfrm>
              <a:custGeom>
                <a:avLst/>
                <a:gdLst>
                  <a:gd name="T0" fmla="*/ 0 w 768"/>
                  <a:gd name="T1" fmla="*/ 624 h 624"/>
                  <a:gd name="T2" fmla="*/ 288 w 768"/>
                  <a:gd name="T3" fmla="*/ 0 h 624"/>
                  <a:gd name="T4" fmla="*/ 768 w 768"/>
                  <a:gd name="T5" fmla="*/ 336 h 624"/>
                  <a:gd name="T6" fmla="*/ 0 w 768"/>
                  <a:gd name="T7" fmla="*/ 624 h 6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68" h="624">
                    <a:moveTo>
                      <a:pt x="0" y="624"/>
                    </a:moveTo>
                    <a:lnTo>
                      <a:pt x="288" y="0"/>
                    </a:lnTo>
                    <a:lnTo>
                      <a:pt x="768" y="336"/>
                    </a:lnTo>
                    <a:lnTo>
                      <a:pt x="0" y="624"/>
                    </a:lnTo>
                    <a:close/>
                  </a:path>
                </a:pathLst>
              </a:custGeom>
              <a:noFill/>
              <a:ln w="38100" cmpd="sng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" name="Text Box 97">
                <a:extLst>
                  <a:ext uri="{FF2B5EF4-FFF2-40B4-BE49-F238E27FC236}">
                    <a16:creationId xmlns:a16="http://schemas.microsoft.com/office/drawing/2014/main" id="{D44DD6A4-D55B-B399-0169-2243A37DA8EC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920" y="2224"/>
                <a:ext cx="288" cy="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</a:t>
                </a:r>
                <a:endPara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4" name="Text Box 98">
                <a:extLst>
                  <a:ext uri="{FF2B5EF4-FFF2-40B4-BE49-F238E27FC236}">
                    <a16:creationId xmlns:a16="http://schemas.microsoft.com/office/drawing/2014/main" id="{0034FE95-E4F7-28E6-6C7E-E476DE49089D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984" y="3416"/>
                <a:ext cx="289" cy="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105" name="Line 99">
                <a:extLst>
                  <a:ext uri="{FF2B5EF4-FFF2-40B4-BE49-F238E27FC236}">
                    <a16:creationId xmlns:a16="http://schemas.microsoft.com/office/drawing/2014/main" id="{106249F4-1531-9DD6-EF73-FA9FF4EC19F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584" y="3120"/>
                <a:ext cx="105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" name="Text Box 100">
                <a:extLst>
                  <a:ext uri="{FF2B5EF4-FFF2-40B4-BE49-F238E27FC236}">
                    <a16:creationId xmlns:a16="http://schemas.microsoft.com/office/drawing/2014/main" id="{853EDDE2-6E5D-1A7C-8A47-2F0CD4E655E5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632" y="3744"/>
                <a:ext cx="1104" cy="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kumimoji="1" lang="zh-CN" altLang="en-US" sz="1600" b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三角形实形</a:t>
                </a:r>
              </a:p>
            </p:txBody>
          </p:sp>
        </p:grpSp>
      </p:grpSp>
      <p:grpSp>
        <p:nvGrpSpPr>
          <p:cNvPr id="107" name="Group 101">
            <a:extLst>
              <a:ext uri="{FF2B5EF4-FFF2-40B4-BE49-F238E27FC236}">
                <a16:creationId xmlns:a16="http://schemas.microsoft.com/office/drawing/2014/main" id="{FABEE502-C7BF-4CAA-1FB3-9E0660CEEE7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174333" y="3489768"/>
            <a:ext cx="2125662" cy="2576513"/>
            <a:chOff x="4272" y="2176"/>
            <a:chExt cx="1488" cy="1803"/>
          </a:xfrm>
        </p:grpSpPr>
        <p:grpSp>
          <p:nvGrpSpPr>
            <p:cNvPr id="108" name="Group 102">
              <a:extLst>
                <a:ext uri="{FF2B5EF4-FFF2-40B4-BE49-F238E27FC236}">
                  <a16:creationId xmlns:a16="http://schemas.microsoft.com/office/drawing/2014/main" id="{E49EA7AC-F3BD-2EFD-234D-1C132DD6F87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320" y="2176"/>
              <a:ext cx="1440" cy="1568"/>
              <a:chOff x="4320" y="2176"/>
              <a:chExt cx="1440" cy="1568"/>
            </a:xfrm>
          </p:grpSpPr>
          <p:sp>
            <p:nvSpPr>
              <p:cNvPr id="110" name="Line 103">
                <a:extLst>
                  <a:ext uri="{FF2B5EF4-FFF2-40B4-BE49-F238E27FC236}">
                    <a16:creationId xmlns:a16="http://schemas.microsoft.com/office/drawing/2014/main" id="{9212DB1F-3A83-F30E-A21E-A45686034C6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608" y="3120"/>
                <a:ext cx="720" cy="62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1" name="Line 104">
                <a:extLst>
                  <a:ext uri="{FF2B5EF4-FFF2-40B4-BE49-F238E27FC236}">
                    <a16:creationId xmlns:a16="http://schemas.microsoft.com/office/drawing/2014/main" id="{8F83730B-E321-818E-A93D-9D6266D0596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4512" y="3264"/>
                <a:ext cx="960" cy="38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" name="Text Box 105">
                <a:extLst>
                  <a:ext uri="{FF2B5EF4-FFF2-40B4-BE49-F238E27FC236}">
                    <a16:creationId xmlns:a16="http://schemas.microsoft.com/office/drawing/2014/main" id="{6AAD0DF9-F8E9-DF58-9CD6-CF9F210C0780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4320" y="2592"/>
                <a:ext cx="288" cy="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</a:t>
                </a:r>
                <a:endPara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3" name="Text Box 106">
                <a:extLst>
                  <a:ext uri="{FF2B5EF4-FFF2-40B4-BE49-F238E27FC236}">
                    <a16:creationId xmlns:a16="http://schemas.microsoft.com/office/drawing/2014/main" id="{B838DD44-A7CA-B27C-FBC4-1F4AF44A7A9B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4320" y="3264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114" name="Freeform 107">
                <a:extLst>
                  <a:ext uri="{FF2B5EF4-FFF2-40B4-BE49-F238E27FC236}">
                    <a16:creationId xmlns:a16="http://schemas.microsoft.com/office/drawing/2014/main" id="{6BEC5F8B-FBBA-1937-D6C5-F2C4DB0097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512" y="2352"/>
                <a:ext cx="960" cy="576"/>
              </a:xfrm>
              <a:custGeom>
                <a:avLst/>
                <a:gdLst>
                  <a:gd name="T0" fmla="*/ 0 w 960"/>
                  <a:gd name="T1" fmla="*/ 384 h 576"/>
                  <a:gd name="T2" fmla="*/ 432 w 960"/>
                  <a:gd name="T3" fmla="*/ 0 h 576"/>
                  <a:gd name="T4" fmla="*/ 960 w 960"/>
                  <a:gd name="T5" fmla="*/ 576 h 576"/>
                  <a:gd name="T6" fmla="*/ 0 w 960"/>
                  <a:gd name="T7" fmla="*/ 384 h 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60" h="576">
                    <a:moveTo>
                      <a:pt x="0" y="384"/>
                    </a:moveTo>
                    <a:lnTo>
                      <a:pt x="432" y="0"/>
                    </a:lnTo>
                    <a:lnTo>
                      <a:pt x="960" y="576"/>
                    </a:lnTo>
                    <a:lnTo>
                      <a:pt x="0" y="384"/>
                    </a:lnTo>
                    <a:close/>
                  </a:path>
                </a:pathLst>
              </a:custGeom>
              <a:noFill/>
              <a:ln w="381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00CC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" name="Line 108">
                <a:extLst>
                  <a:ext uri="{FF2B5EF4-FFF2-40B4-BE49-F238E27FC236}">
                    <a16:creationId xmlns:a16="http://schemas.microsoft.com/office/drawing/2014/main" id="{587812E6-6EC5-048C-35F0-66CB07659B5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608" y="2352"/>
                <a:ext cx="720" cy="62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" name="Line 109">
                <a:extLst>
                  <a:ext uri="{FF2B5EF4-FFF2-40B4-BE49-F238E27FC236}">
                    <a16:creationId xmlns:a16="http://schemas.microsoft.com/office/drawing/2014/main" id="{361F61F5-1FD3-7FE1-503E-1BC2B20322F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608" y="2352"/>
                <a:ext cx="0" cy="76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" name="Line 110">
                <a:extLst>
                  <a:ext uri="{FF2B5EF4-FFF2-40B4-BE49-F238E27FC236}">
                    <a16:creationId xmlns:a16="http://schemas.microsoft.com/office/drawing/2014/main" id="{AF8E41F1-20F4-78B9-CBE3-FC7A79EE713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5328" y="2976"/>
                <a:ext cx="0" cy="76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8" name="Line 111">
                <a:extLst>
                  <a:ext uri="{FF2B5EF4-FFF2-40B4-BE49-F238E27FC236}">
                    <a16:creationId xmlns:a16="http://schemas.microsoft.com/office/drawing/2014/main" id="{CCF4B3FA-1D1C-A94B-9CB7-EB7DDC2E5FD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4992" y="2688"/>
                <a:ext cx="0" cy="76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9" name="Oval 112">
                <a:extLst>
                  <a:ext uri="{FF2B5EF4-FFF2-40B4-BE49-F238E27FC236}">
                    <a16:creationId xmlns:a16="http://schemas.microsoft.com/office/drawing/2014/main" id="{99A5CE6E-A712-DD31-3541-7A2EFEC14B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968" y="2664"/>
                <a:ext cx="48" cy="48"/>
              </a:xfrm>
              <a:prstGeom prst="ellips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0" name="Oval 113">
                <a:extLst>
                  <a:ext uri="{FF2B5EF4-FFF2-40B4-BE49-F238E27FC236}">
                    <a16:creationId xmlns:a16="http://schemas.microsoft.com/office/drawing/2014/main" id="{ED27E3F2-34BF-F51E-B7BE-B94E91F99F6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968" y="3432"/>
                <a:ext cx="48" cy="48"/>
              </a:xfrm>
              <a:prstGeom prst="ellips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1" name="Text Box 114">
                <a:extLst>
                  <a:ext uri="{FF2B5EF4-FFF2-40B4-BE49-F238E27FC236}">
                    <a16:creationId xmlns:a16="http://schemas.microsoft.com/office/drawing/2014/main" id="{2365F04E-28F2-98BA-3EED-07DA21452EB9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5472" y="3136"/>
                <a:ext cx="288" cy="2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</a:p>
            </p:txBody>
          </p:sp>
          <p:sp>
            <p:nvSpPr>
              <p:cNvPr id="122" name="Text Box 115">
                <a:extLst>
                  <a:ext uri="{FF2B5EF4-FFF2-40B4-BE49-F238E27FC236}">
                    <a16:creationId xmlns:a16="http://schemas.microsoft.com/office/drawing/2014/main" id="{1885DC1F-D470-7325-3B5D-7D26F901AD85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5472" y="2792"/>
                <a:ext cx="288" cy="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</a:t>
                </a:r>
                <a:endPara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" name="Text Box 116">
                <a:extLst>
                  <a:ext uri="{FF2B5EF4-FFF2-40B4-BE49-F238E27FC236}">
                    <a16:creationId xmlns:a16="http://schemas.microsoft.com/office/drawing/2014/main" id="{F70F22D7-9904-E09C-E44A-6B298406EB02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4880" y="2176"/>
                <a:ext cx="288" cy="2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</a:t>
                </a:r>
                <a:endPara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" name="Text Box 117">
                <a:extLst>
                  <a:ext uri="{FF2B5EF4-FFF2-40B4-BE49-F238E27FC236}">
                    <a16:creationId xmlns:a16="http://schemas.microsoft.com/office/drawing/2014/main" id="{C5E93E57-A88B-A1B0-8744-42C543422607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4800" y="3440"/>
                <a:ext cx="288" cy="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125" name="Text Box 118">
                <a:extLst>
                  <a:ext uri="{FF2B5EF4-FFF2-40B4-BE49-F238E27FC236}">
                    <a16:creationId xmlns:a16="http://schemas.microsoft.com/office/drawing/2014/main" id="{E5268737-5C2D-1BD8-D3BF-501EBFAEB20B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4944" y="3248"/>
                <a:ext cx="288" cy="2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126" name="Text Box 119">
                <a:extLst>
                  <a:ext uri="{FF2B5EF4-FFF2-40B4-BE49-F238E27FC236}">
                    <a16:creationId xmlns:a16="http://schemas.microsoft.com/office/drawing/2014/main" id="{4B628F01-0B10-E9AE-2136-F5744FEFF896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4880" y="2480"/>
                <a:ext cx="288" cy="2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</a:t>
                </a:r>
                <a:endPara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7" name="Line 120">
                <a:extLst>
                  <a:ext uri="{FF2B5EF4-FFF2-40B4-BE49-F238E27FC236}">
                    <a16:creationId xmlns:a16="http://schemas.microsoft.com/office/drawing/2014/main" id="{850A4B68-C763-8A3B-683A-B182DD4EAB1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512" y="2736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8" name="Line 121">
                <a:extLst>
                  <a:ext uri="{FF2B5EF4-FFF2-40B4-BE49-F238E27FC236}">
                    <a16:creationId xmlns:a16="http://schemas.microsoft.com/office/drawing/2014/main" id="{64C64A80-4098-85E7-25A3-A2A70F3448E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5472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9" name="Line 122">
                <a:extLst>
                  <a:ext uri="{FF2B5EF4-FFF2-40B4-BE49-F238E27FC236}">
                    <a16:creationId xmlns:a16="http://schemas.microsoft.com/office/drawing/2014/main" id="{C9B624F2-9B27-43D8-BF8C-716A4FACA8F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416" y="3024"/>
                <a:ext cx="12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9" name="Text Box 123">
              <a:extLst>
                <a:ext uri="{FF2B5EF4-FFF2-40B4-BE49-F238E27FC236}">
                  <a16:creationId xmlns:a16="http://schemas.microsoft.com/office/drawing/2014/main" id="{AFAD6198-3FE7-DA0A-98DA-0FD32C28FE3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272" y="3744"/>
              <a:ext cx="148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kumimoji="1" lang="zh-CN" altLang="en-US" sz="1600" b="0">
                  <a:latin typeface="Times New Roman" panose="02020603050405020304" pitchFamily="18" charset="0"/>
                  <a:ea typeface="隶书" panose="02010509060101010101" pitchFamily="49" charset="-122"/>
                </a:rPr>
                <a:t>直线与平面的交点</a:t>
              </a:r>
            </a:p>
          </p:txBody>
        </p:sp>
      </p:grpSp>
      <p:grpSp>
        <p:nvGrpSpPr>
          <p:cNvPr id="130" name="Group 124">
            <a:extLst>
              <a:ext uri="{FF2B5EF4-FFF2-40B4-BE49-F238E27FC236}">
                <a16:creationId xmlns:a16="http://schemas.microsoft.com/office/drawing/2014/main" id="{6E84CC25-91C6-D4D0-9A37-2F1B3EC13F8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113758" y="3586606"/>
            <a:ext cx="2125662" cy="2438400"/>
            <a:chOff x="2848" y="2272"/>
            <a:chExt cx="1488" cy="1707"/>
          </a:xfrm>
        </p:grpSpPr>
        <p:sp>
          <p:nvSpPr>
            <p:cNvPr id="131" name="Line 125">
              <a:extLst>
                <a:ext uri="{FF2B5EF4-FFF2-40B4-BE49-F238E27FC236}">
                  <a16:creationId xmlns:a16="http://schemas.microsoft.com/office/drawing/2014/main" id="{A68CE45E-A43F-A4BA-5B94-4838D1BEB52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928" y="3128"/>
              <a:ext cx="12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32" name="Group 126">
              <a:extLst>
                <a:ext uri="{FF2B5EF4-FFF2-40B4-BE49-F238E27FC236}">
                  <a16:creationId xmlns:a16="http://schemas.microsoft.com/office/drawing/2014/main" id="{170C01C1-EBAF-DC8A-6756-139D6355984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848" y="2272"/>
              <a:ext cx="1488" cy="1707"/>
              <a:chOff x="2848" y="2272"/>
              <a:chExt cx="1488" cy="1707"/>
            </a:xfrm>
          </p:grpSpPr>
          <p:sp>
            <p:nvSpPr>
              <p:cNvPr id="133" name="Freeform 127">
                <a:extLst>
                  <a:ext uri="{FF2B5EF4-FFF2-40B4-BE49-F238E27FC236}">
                    <a16:creationId xmlns:a16="http://schemas.microsoft.com/office/drawing/2014/main" id="{384B79BF-640A-1FD5-7F6C-13C6AA8A8E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024" y="2448"/>
                <a:ext cx="1056" cy="544"/>
              </a:xfrm>
              <a:custGeom>
                <a:avLst/>
                <a:gdLst>
                  <a:gd name="T0" fmla="*/ 0 w 1056"/>
                  <a:gd name="T1" fmla="*/ 156 h 544"/>
                  <a:gd name="T2" fmla="*/ 480 w 1056"/>
                  <a:gd name="T3" fmla="*/ 0 h 544"/>
                  <a:gd name="T4" fmla="*/ 1056 w 1056"/>
                  <a:gd name="T5" fmla="*/ 373 h 544"/>
                  <a:gd name="T6" fmla="*/ 480 w 1056"/>
                  <a:gd name="T7" fmla="*/ 544 h 544"/>
                  <a:gd name="T8" fmla="*/ 0 w 1056"/>
                  <a:gd name="T9" fmla="*/ 156 h 5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56" h="544">
                    <a:moveTo>
                      <a:pt x="0" y="156"/>
                    </a:moveTo>
                    <a:lnTo>
                      <a:pt x="480" y="0"/>
                    </a:lnTo>
                    <a:lnTo>
                      <a:pt x="1056" y="373"/>
                    </a:lnTo>
                    <a:lnTo>
                      <a:pt x="480" y="544"/>
                    </a:lnTo>
                    <a:lnTo>
                      <a:pt x="0" y="156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4" name="Line 128">
                <a:extLst>
                  <a:ext uri="{FF2B5EF4-FFF2-40B4-BE49-F238E27FC236}">
                    <a16:creationId xmlns:a16="http://schemas.microsoft.com/office/drawing/2014/main" id="{B3D59EC5-7D0C-D5A4-D28C-452AD718B3A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024" y="2598"/>
                <a:ext cx="0" cy="101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5" name="Line 129">
                <a:extLst>
                  <a:ext uri="{FF2B5EF4-FFF2-40B4-BE49-F238E27FC236}">
                    <a16:creationId xmlns:a16="http://schemas.microsoft.com/office/drawing/2014/main" id="{5064769E-A8D9-C3BA-C867-6D75798038C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504" y="2456"/>
                <a:ext cx="0" cy="81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6" name="Line 130">
                <a:extLst>
                  <a:ext uri="{FF2B5EF4-FFF2-40B4-BE49-F238E27FC236}">
                    <a16:creationId xmlns:a16="http://schemas.microsoft.com/office/drawing/2014/main" id="{E616D5BC-1782-FC34-7107-B6D26DCD364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080" y="2821"/>
                <a:ext cx="0" cy="69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7" name="Line 131">
                <a:extLst>
                  <a:ext uri="{FF2B5EF4-FFF2-40B4-BE49-F238E27FC236}">
                    <a16:creationId xmlns:a16="http://schemas.microsoft.com/office/drawing/2014/main" id="{95D2016D-533F-3EEB-01B3-E8DCDDF8C49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3024" y="3272"/>
                <a:ext cx="480" cy="336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8" name="Line 132">
                <a:extLst>
                  <a:ext uri="{FF2B5EF4-FFF2-40B4-BE49-F238E27FC236}">
                    <a16:creationId xmlns:a16="http://schemas.microsoft.com/office/drawing/2014/main" id="{E6D239B5-0ACE-3482-ABC4-C7FC5B3D532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504" y="3272"/>
                <a:ext cx="576" cy="24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9" name="Freeform 133">
                <a:extLst>
                  <a:ext uri="{FF2B5EF4-FFF2-40B4-BE49-F238E27FC236}">
                    <a16:creationId xmlns:a16="http://schemas.microsoft.com/office/drawing/2014/main" id="{D97F9C97-48CA-28C9-9F93-3BE4920987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426" y="3310"/>
                <a:ext cx="174" cy="46"/>
              </a:xfrm>
              <a:custGeom>
                <a:avLst/>
                <a:gdLst>
                  <a:gd name="T0" fmla="*/ 0 w 174"/>
                  <a:gd name="T1" fmla="*/ 19 h 46"/>
                  <a:gd name="T2" fmla="*/ 42 w 174"/>
                  <a:gd name="T3" fmla="*/ 37 h 46"/>
                  <a:gd name="T4" fmla="*/ 90 w 174"/>
                  <a:gd name="T5" fmla="*/ 46 h 46"/>
                  <a:gd name="T6" fmla="*/ 144 w 174"/>
                  <a:gd name="T7" fmla="*/ 25 h 46"/>
                  <a:gd name="T8" fmla="*/ 174 w 174"/>
                  <a:gd name="T9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4" h="46">
                    <a:moveTo>
                      <a:pt x="0" y="19"/>
                    </a:moveTo>
                    <a:lnTo>
                      <a:pt x="42" y="37"/>
                    </a:lnTo>
                    <a:lnTo>
                      <a:pt x="90" y="46"/>
                    </a:lnTo>
                    <a:lnTo>
                      <a:pt x="144" y="25"/>
                    </a:lnTo>
                    <a:lnTo>
                      <a:pt x="174" y="0"/>
                    </a:lnTo>
                  </a:path>
                </a:pathLst>
              </a:custGeom>
              <a:noFill/>
              <a:ln w="19050" cmpd="sng">
                <a:solidFill>
                  <a:srgbClr val="FF33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0" name="Rectangle 134">
                <a:extLst>
                  <a:ext uri="{FF2B5EF4-FFF2-40B4-BE49-F238E27FC236}">
                    <a16:creationId xmlns:a16="http://schemas.microsoft.com/office/drawing/2014/main" id="{CD1CFDBE-BF90-9244-C137-050E436C921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08" y="3320"/>
                <a:ext cx="20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endParaRPr kumimoji="1" lang="en-US" altLang="en-US" sz="1600" b="0" i="1">
                  <a:latin typeface="Times New Roman" panose="02020603050405020304" pitchFamily="18" charset="0"/>
                  <a:ea typeface="宋体" panose="02010600030101010101" pitchFamily="2" charset="-122"/>
                  <a:sym typeface="Math1" pitchFamily="2" charset="2"/>
                </a:endParaRPr>
              </a:p>
            </p:txBody>
          </p:sp>
          <p:sp>
            <p:nvSpPr>
              <p:cNvPr id="141" name="Text Box 135">
                <a:extLst>
                  <a:ext uri="{FF2B5EF4-FFF2-40B4-BE49-F238E27FC236}">
                    <a16:creationId xmlns:a16="http://schemas.microsoft.com/office/drawing/2014/main" id="{72EAB47C-F765-DA20-B3EB-045FC2CA6E60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864" y="2400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CC99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</a:t>
                </a:r>
                <a:endPara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2" name="Text Box 136">
                <a:extLst>
                  <a:ext uri="{FF2B5EF4-FFF2-40B4-BE49-F238E27FC236}">
                    <a16:creationId xmlns:a16="http://schemas.microsoft.com/office/drawing/2014/main" id="{3574A1C3-4FA6-8120-8DA7-B02B071C8F0C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4032" y="2640"/>
                <a:ext cx="288" cy="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</a:t>
                </a:r>
                <a:endPara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3" name="Text Box 137">
                <a:extLst>
                  <a:ext uri="{FF2B5EF4-FFF2-40B4-BE49-F238E27FC236}">
                    <a16:creationId xmlns:a16="http://schemas.microsoft.com/office/drawing/2014/main" id="{0FA4C320-8AEB-DEB4-9DDF-67EDA1235883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440" y="2272"/>
                <a:ext cx="288" cy="2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</a:t>
                </a:r>
                <a:endPara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4" name="Text Box 138">
                <a:extLst>
                  <a:ext uri="{FF2B5EF4-FFF2-40B4-BE49-F238E27FC236}">
                    <a16:creationId xmlns:a16="http://schemas.microsoft.com/office/drawing/2014/main" id="{97B95794-4FFA-334F-1491-A461A782C51D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448" y="2935"/>
                <a:ext cx="288" cy="2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</a:t>
                </a:r>
                <a:endParaRPr kumimoji="1" lang="en-US" altLang="zh-CN" sz="1600" b="0" i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5" name="Text Box 139">
                <a:extLst>
                  <a:ext uri="{FF2B5EF4-FFF2-40B4-BE49-F238E27FC236}">
                    <a16:creationId xmlns:a16="http://schemas.microsoft.com/office/drawing/2014/main" id="{23822824-3BB7-2DA6-001D-14745E3CCC4E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848" y="3448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146" name="Text Box 140">
                <a:extLst>
                  <a:ext uri="{FF2B5EF4-FFF2-40B4-BE49-F238E27FC236}">
                    <a16:creationId xmlns:a16="http://schemas.microsoft.com/office/drawing/2014/main" id="{D60A6FCF-A6CF-D8DF-0690-133B5814C17E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4048" y="3416"/>
                <a:ext cx="288" cy="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</a:p>
            </p:txBody>
          </p:sp>
          <p:sp>
            <p:nvSpPr>
              <p:cNvPr id="147" name="Text Box 141">
                <a:extLst>
                  <a:ext uri="{FF2B5EF4-FFF2-40B4-BE49-F238E27FC236}">
                    <a16:creationId xmlns:a16="http://schemas.microsoft.com/office/drawing/2014/main" id="{CD18557B-A2B9-C0B2-8CEC-AAF0C891CA75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473" y="3112"/>
                <a:ext cx="287" cy="2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148" name="Text Box 142">
                <a:extLst>
                  <a:ext uri="{FF2B5EF4-FFF2-40B4-BE49-F238E27FC236}">
                    <a16:creationId xmlns:a16="http://schemas.microsoft.com/office/drawing/2014/main" id="{3BB21A41-D1DB-172F-245D-FAA5B8B13557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312" y="3080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149" name="Text Box 143">
                <a:extLst>
                  <a:ext uri="{FF2B5EF4-FFF2-40B4-BE49-F238E27FC236}">
                    <a16:creationId xmlns:a16="http://schemas.microsoft.com/office/drawing/2014/main" id="{A0618871-D341-8C90-A311-75368798D597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024" y="3744"/>
                <a:ext cx="1104" cy="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1600" b="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  </a:t>
                </a:r>
                <a:r>
                  <a:rPr kumimoji="1" lang="zh-CN" altLang="en-US" sz="1600" b="0">
                    <a:latin typeface="Times New Roman" panose="02020603050405020304" pitchFamily="18" charset="0"/>
                    <a:ea typeface="隶书" panose="02010509060101010101" pitchFamily="49" charset="-122"/>
                  </a:rPr>
                  <a:t>两平面夹角</a:t>
                </a:r>
                <a:endParaRPr kumimoji="1" lang="zh-CN" altLang="en-US" sz="1600" b="0" i="1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</p:grpSp>
      </p:grpSp>
      <p:grpSp>
        <p:nvGrpSpPr>
          <p:cNvPr id="150" name="Group 144">
            <a:extLst>
              <a:ext uri="{FF2B5EF4-FFF2-40B4-BE49-F238E27FC236}">
                <a16:creationId xmlns:a16="http://schemas.microsoft.com/office/drawing/2014/main" id="{A7DF5AD8-0731-4354-27CA-5D5640ADF99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060870" y="1073593"/>
            <a:ext cx="8231188" cy="5145088"/>
            <a:chOff x="0" y="480"/>
            <a:chExt cx="5760" cy="3600"/>
          </a:xfrm>
        </p:grpSpPr>
        <p:grpSp>
          <p:nvGrpSpPr>
            <p:cNvPr id="151" name="Group 145">
              <a:extLst>
                <a:ext uri="{FF2B5EF4-FFF2-40B4-BE49-F238E27FC236}">
                  <a16:creationId xmlns:a16="http://schemas.microsoft.com/office/drawing/2014/main" id="{1980C2A4-F779-32C5-07E0-3C3A8629E1C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0" y="480"/>
              <a:ext cx="5760" cy="3600"/>
              <a:chOff x="0" y="720"/>
              <a:chExt cx="5760" cy="3600"/>
            </a:xfrm>
          </p:grpSpPr>
          <p:sp>
            <p:nvSpPr>
              <p:cNvPr id="153" name="Line 146">
                <a:extLst>
                  <a:ext uri="{FF2B5EF4-FFF2-40B4-BE49-F238E27FC236}">
                    <a16:creationId xmlns:a16="http://schemas.microsoft.com/office/drawing/2014/main" id="{75B43CA6-EDC3-266A-1A1C-A597A626C11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0" y="2448"/>
                <a:ext cx="5760" cy="0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4" name="Line 147">
                <a:extLst>
                  <a:ext uri="{FF2B5EF4-FFF2-40B4-BE49-F238E27FC236}">
                    <a16:creationId xmlns:a16="http://schemas.microsoft.com/office/drawing/2014/main" id="{CD1ACBFD-FF96-1C90-8365-30D1ABE6928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880" y="720"/>
                <a:ext cx="0" cy="3600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5" name="Line 148">
                <a:extLst>
                  <a:ext uri="{FF2B5EF4-FFF2-40B4-BE49-F238E27FC236}">
                    <a16:creationId xmlns:a16="http://schemas.microsoft.com/office/drawing/2014/main" id="{16D530EE-04E4-A255-1A37-8E4158C57E8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392" y="720"/>
                <a:ext cx="0" cy="3600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" name="Line 149">
                <a:extLst>
                  <a:ext uri="{FF2B5EF4-FFF2-40B4-BE49-F238E27FC236}">
                    <a16:creationId xmlns:a16="http://schemas.microsoft.com/office/drawing/2014/main" id="{6DEB48B2-B6E5-C623-72DA-935E6BC29F8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320" y="720"/>
                <a:ext cx="0" cy="3600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7" name="Line 150">
                <a:extLst>
                  <a:ext uri="{FF2B5EF4-FFF2-40B4-BE49-F238E27FC236}">
                    <a16:creationId xmlns:a16="http://schemas.microsoft.com/office/drawing/2014/main" id="{8CBEEBAB-0C87-033C-D621-C667A6244EA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0" y="720"/>
                <a:ext cx="5760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52" name="Line 151">
              <a:extLst>
                <a:ext uri="{FF2B5EF4-FFF2-40B4-BE49-F238E27FC236}">
                  <a16:creationId xmlns:a16="http://schemas.microsoft.com/office/drawing/2014/main" id="{BB6C7B20-4C3F-EA49-E209-166FC2D38A8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0" y="4080"/>
              <a:ext cx="5760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58" name="Text Box 155">
            <a:extLst>
              <a:ext uri="{FF2B5EF4-FFF2-40B4-BE49-F238E27FC236}">
                <a16:creationId xmlns:a16="http://schemas.microsoft.com/office/drawing/2014/main" id="{86FC785F-EC0C-A7AA-CDF7-4AFE01EDD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5320" y="271906"/>
            <a:ext cx="8331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tint val="69020"/>
                        <a:invGamma/>
                      </a:scheme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 dirty="0">
                <a:latin typeface="DengXian" charset="-122"/>
                <a:ea typeface="DengXian" charset="-122"/>
                <a:cs typeface="DengXian" charset="-122"/>
              </a:rPr>
              <a:t>对比：几何元素处于一般位置和有利于解题的位置 </a:t>
            </a:r>
          </a:p>
        </p:txBody>
      </p:sp>
    </p:spTree>
    <p:extLst>
      <p:ext uri="{BB962C8B-B14F-4D97-AF65-F5344CB8AC3E}">
        <p14:creationId xmlns:p14="http://schemas.microsoft.com/office/powerpoint/2010/main" val="190905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6A9045-55D2-25E6-CC98-6A79402A6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AA003-3536-4A2D-AEE3-894ED39BFF7C}" type="datetime1">
              <a:rPr lang="zh-CN" altLang="en-US" smtClean="0"/>
              <a:t>2025/10/9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DDFE23-0704-A908-FEB1-E618A9B2B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6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18B9E7-7CF1-D4B7-23C1-558B043A6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17</a:t>
            </a:fld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3A08D9F-1CED-0D84-82EC-11C55A43BE31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655173"/>
            <a:ext cx="8229600" cy="5969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投影变换的方法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6FB07EB8-5B53-B051-FF61-0BB7F1AB9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542" y="1611039"/>
            <a:ext cx="472204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kumimoji="1" lang="en-US" altLang="zh-CN" sz="2800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kumimoji="1" lang="zh-CN" altLang="en-US" sz="2800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换面法</a:t>
            </a:r>
          </a:p>
          <a:p>
            <a:pPr>
              <a:spcBef>
                <a:spcPct val="0"/>
              </a:spcBef>
            </a:pPr>
            <a:r>
              <a:rPr kumimoji="1"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   保持几何元素的位置不动，而</a:t>
            </a:r>
            <a:r>
              <a:rPr kumimoji="1" lang="zh-CN" altLang="en-US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建立新的直角投影面体系</a:t>
            </a:r>
            <a:r>
              <a:rPr kumimoji="1" lang="zh-CN" altLang="en-US" b="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9556BFF6-E6FD-458E-388D-5CCA86B2D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4415" y="1611039"/>
            <a:ext cx="4806097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kumimoji="1" lang="en-US" altLang="zh-CN" sz="2800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kumimoji="1" lang="zh-CN" altLang="en-US" sz="2800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旋转法</a:t>
            </a:r>
            <a:r>
              <a:rPr kumimoji="1"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</a:p>
          <a:p>
            <a:pPr>
              <a:spcBef>
                <a:spcPct val="0"/>
              </a:spcBef>
            </a:pPr>
            <a:r>
              <a:rPr kumimoji="1"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   保持原直角投影面体系不动，将</a:t>
            </a:r>
            <a:r>
              <a:rPr kumimoji="1" lang="zh-CN" altLang="en-US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空间几何元素绕某个选定的轴旋转</a:t>
            </a:r>
            <a:r>
              <a:rPr kumimoji="1" lang="zh-CN" altLang="en-US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081E3C20-C550-093A-80CF-EFD07EB3D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53"/>
          <a:stretch>
            <a:fillRect/>
          </a:stretch>
        </p:blipFill>
        <p:spPr bwMode="auto">
          <a:xfrm>
            <a:off x="1828800" y="2766587"/>
            <a:ext cx="9037182" cy="3758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右箭头 1">
            <a:extLst>
              <a:ext uri="{FF2B5EF4-FFF2-40B4-BE49-F238E27FC236}">
                <a16:creationId xmlns:a16="http://schemas.microsoft.com/office/drawing/2014/main" id="{E2172371-5147-3F24-ECF3-01EE19681C20}"/>
              </a:ext>
            </a:extLst>
          </p:cNvPr>
          <p:cNvSpPr/>
          <p:nvPr/>
        </p:nvSpPr>
        <p:spPr>
          <a:xfrm rot="8934481">
            <a:off x="5379429" y="3557499"/>
            <a:ext cx="573695" cy="273332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上弧形箭头 2">
            <a:extLst>
              <a:ext uri="{FF2B5EF4-FFF2-40B4-BE49-F238E27FC236}">
                <a16:creationId xmlns:a16="http://schemas.microsoft.com/office/drawing/2014/main" id="{631FA52F-0007-62BB-BFEC-E5DACEEEF5A6}"/>
              </a:ext>
            </a:extLst>
          </p:cNvPr>
          <p:cNvSpPr/>
          <p:nvPr/>
        </p:nvSpPr>
        <p:spPr>
          <a:xfrm rot="11535484">
            <a:off x="7615926" y="5681727"/>
            <a:ext cx="2184777" cy="292503"/>
          </a:xfrm>
          <a:prstGeom prst="curvedDownArrow">
            <a:avLst>
              <a:gd name="adj1" fmla="val 25000"/>
              <a:gd name="adj2" fmla="val 69372"/>
              <a:gd name="adj3" fmla="val 25000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738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5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5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0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 animBg="1"/>
      <p:bldP spid="11" grpId="1" animBg="1"/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8" name="Text Box 178"/>
          <p:cNvSpPr txBox="1">
            <a:spLocks noChangeArrowheads="1"/>
          </p:cNvSpPr>
          <p:nvPr/>
        </p:nvSpPr>
        <p:spPr bwMode="auto">
          <a:xfrm>
            <a:off x="1716562" y="2977670"/>
            <a:ext cx="6229350" cy="19584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宋体" charset="-122"/>
              </a:rPr>
              <a:t>1</a:t>
            </a:r>
            <a:r>
              <a:rPr lang="zh-CN" altLang="en-US" sz="2800" b="1" dirty="0">
                <a:latin typeface="宋体" charset="-122"/>
              </a:rPr>
              <a:t>、点的一次变换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宋体" charset="-122"/>
              </a:rPr>
              <a:t>2</a:t>
            </a:r>
            <a:r>
              <a:rPr lang="zh-CN" altLang="en-US" sz="2800" b="1" dirty="0">
                <a:latin typeface="宋体" charset="-122"/>
              </a:rPr>
              <a:t>、点的投影变换规律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宋体" charset="-122"/>
              </a:rPr>
              <a:t>3</a:t>
            </a:r>
            <a:r>
              <a:rPr lang="zh-CN" altLang="en-US" sz="2800" b="1" dirty="0">
                <a:latin typeface="宋体" charset="-122"/>
              </a:rPr>
              <a:t>、点的两次变换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62357" y="1823902"/>
            <a:ext cx="102380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	    </a:t>
            </a:r>
            <a:r>
              <a:rPr lang="zh-CN" altLang="en-US" sz="3200" dirty="0"/>
              <a:t>点是最基本的几何元素，掌握点的变换规律是学习换面法的基础。</a:t>
            </a:r>
            <a:endParaRPr lang="en-US" sz="3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138C1D-F17A-95D7-4888-AE26EBC87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</a:rPr>
              <a:t>三、点的投影变换规律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2946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5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3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B9421A-FD17-0281-4042-247F7A949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AA003-3536-4A2D-AEE3-894ED39BFF7C}" type="datetime1">
              <a:rPr lang="zh-CN" altLang="en-US" smtClean="0"/>
              <a:t>2025/10/9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D6716E-2413-BA26-59A5-92EA9C3DC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6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A7D9A1-8D97-3D92-A381-0824E8384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19</a:t>
            </a:fld>
            <a:endParaRPr lang="en-US"/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D2494F66-96FB-B4F5-770F-8CF2A43B55C3}"/>
              </a:ext>
            </a:extLst>
          </p:cNvPr>
          <p:cNvGrpSpPr>
            <a:grpSpLocks/>
          </p:cNvGrpSpPr>
          <p:nvPr/>
        </p:nvGrpSpPr>
        <p:grpSpPr bwMode="auto">
          <a:xfrm>
            <a:off x="3076101" y="2204509"/>
            <a:ext cx="4876802" cy="3200401"/>
            <a:chOff x="144" y="1056"/>
            <a:chExt cx="3072" cy="2016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334D7E43-19B0-FC60-E498-1779E776F3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" y="2064"/>
              <a:ext cx="2832" cy="1008"/>
            </a:xfrm>
            <a:custGeom>
              <a:avLst/>
              <a:gdLst>
                <a:gd name="T0" fmla="*/ 0 w 2832"/>
                <a:gd name="T1" fmla="*/ 432 h 1008"/>
                <a:gd name="T2" fmla="*/ 1152 w 2832"/>
                <a:gd name="T3" fmla="*/ 0 h 1008"/>
                <a:gd name="T4" fmla="*/ 2832 w 2832"/>
                <a:gd name="T5" fmla="*/ 576 h 1008"/>
                <a:gd name="T6" fmla="*/ 1536 w 2832"/>
                <a:gd name="T7" fmla="*/ 1008 h 1008"/>
                <a:gd name="T8" fmla="*/ 0 w 2832"/>
                <a:gd name="T9" fmla="*/ 432 h 10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32" h="1008">
                  <a:moveTo>
                    <a:pt x="0" y="432"/>
                  </a:moveTo>
                  <a:lnTo>
                    <a:pt x="1152" y="0"/>
                  </a:lnTo>
                  <a:lnTo>
                    <a:pt x="2832" y="576"/>
                  </a:lnTo>
                  <a:lnTo>
                    <a:pt x="1536" y="1008"/>
                  </a:lnTo>
                  <a:lnTo>
                    <a:pt x="0" y="432"/>
                  </a:lnTo>
                  <a:close/>
                </a:path>
              </a:pathLst>
            </a:custGeom>
            <a:solidFill>
              <a:srgbClr val="CCFF66"/>
            </a:solidFill>
            <a:ln w="9525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29C31C07-C3A6-4B99-E1BB-6E36DAB200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" y="1056"/>
              <a:ext cx="1152" cy="1440"/>
            </a:xfrm>
            <a:custGeom>
              <a:avLst/>
              <a:gdLst>
                <a:gd name="T0" fmla="*/ 0 w 1152"/>
                <a:gd name="T1" fmla="*/ 432 h 1440"/>
                <a:gd name="T2" fmla="*/ 0 w 1152"/>
                <a:gd name="T3" fmla="*/ 1440 h 1440"/>
                <a:gd name="T4" fmla="*/ 1152 w 1152"/>
                <a:gd name="T5" fmla="*/ 1008 h 1440"/>
                <a:gd name="T6" fmla="*/ 1152 w 1152"/>
                <a:gd name="T7" fmla="*/ 0 h 1440"/>
                <a:gd name="T8" fmla="*/ 0 w 1152"/>
                <a:gd name="T9" fmla="*/ 432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2" h="1440">
                  <a:moveTo>
                    <a:pt x="0" y="432"/>
                  </a:moveTo>
                  <a:lnTo>
                    <a:pt x="0" y="1440"/>
                  </a:lnTo>
                  <a:lnTo>
                    <a:pt x="1152" y="1008"/>
                  </a:lnTo>
                  <a:lnTo>
                    <a:pt x="1152" y="0"/>
                  </a:lnTo>
                  <a:lnTo>
                    <a:pt x="0" y="432"/>
                  </a:lnTo>
                  <a:close/>
                </a:path>
              </a:pathLst>
            </a:custGeom>
            <a:solidFill>
              <a:srgbClr val="FFCCFF"/>
            </a:solidFill>
            <a:ln w="9525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" name="Line 5">
              <a:extLst>
                <a:ext uri="{FF2B5EF4-FFF2-40B4-BE49-F238E27FC236}">
                  <a16:creationId xmlns:a16="http://schemas.microsoft.com/office/drawing/2014/main" id="{95CDE327-C04C-FD4B-39D5-6E2BBF48AB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00" y="1598"/>
              <a:ext cx="624" cy="17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B5704DE7-021F-767C-A854-6BCC10D573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" y="2256"/>
              <a:ext cx="624" cy="211"/>
            </a:xfrm>
            <a:custGeom>
              <a:avLst/>
              <a:gdLst>
                <a:gd name="T0" fmla="*/ 0 w 624"/>
                <a:gd name="T1" fmla="*/ 0 h 211"/>
                <a:gd name="T2" fmla="*/ 624 w 624"/>
                <a:gd name="T3" fmla="*/ 211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4" h="211">
                  <a:moveTo>
                    <a:pt x="0" y="0"/>
                  </a:moveTo>
                  <a:lnTo>
                    <a:pt x="624" y="211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Text Box 7">
              <a:extLst>
                <a:ext uri="{FF2B5EF4-FFF2-40B4-BE49-F238E27FC236}">
                  <a16:creationId xmlns:a16="http://schemas.microsoft.com/office/drawing/2014/main" id="{F744E5FE-E903-2D24-1ED3-D2D61AFC34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440"/>
              <a:ext cx="2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zh-CN" sz="2000" b="1"/>
                <a:t>V</a:t>
              </a:r>
            </a:p>
          </p:txBody>
        </p:sp>
        <p:sp>
          <p:nvSpPr>
            <p:cNvPr id="13" name="Text Box 8">
              <a:extLst>
                <a:ext uri="{FF2B5EF4-FFF2-40B4-BE49-F238E27FC236}">
                  <a16:creationId xmlns:a16="http://schemas.microsoft.com/office/drawing/2014/main" id="{92174BEA-48D1-5655-9079-65A4CA5653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4" y="2784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zh-CN" sz="2000" b="1"/>
                <a:t>H</a:t>
              </a:r>
            </a:p>
          </p:txBody>
        </p:sp>
        <p:sp>
          <p:nvSpPr>
            <p:cNvPr id="14" name="Text Box 9">
              <a:extLst>
                <a:ext uri="{FF2B5EF4-FFF2-40B4-BE49-F238E27FC236}">
                  <a16:creationId xmlns:a16="http://schemas.microsoft.com/office/drawing/2014/main" id="{DA2E44C3-7F6D-4A10-2475-008A5A9DFC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8" y="1451"/>
              <a:ext cx="23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zh-CN" sz="2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 Box 10">
              <a:extLst>
                <a:ext uri="{FF2B5EF4-FFF2-40B4-BE49-F238E27FC236}">
                  <a16:creationId xmlns:a16="http://schemas.microsoft.com/office/drawing/2014/main" id="{8A8DF77C-2C9D-CB54-65D4-E0C7366445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" y="130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charset="2"/>
                </a:rPr>
                <a:t></a:t>
              </a:r>
            </a:p>
          </p:txBody>
        </p:sp>
        <p:sp>
          <p:nvSpPr>
            <p:cNvPr id="16" name="Text Box 11">
              <a:extLst>
                <a:ext uri="{FF2B5EF4-FFF2-40B4-BE49-F238E27FC236}">
                  <a16:creationId xmlns:a16="http://schemas.microsoft.com/office/drawing/2014/main" id="{0CF4ECA4-8CB1-8D8E-0837-EFD2F1BD93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0" y="2459"/>
              <a:ext cx="21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zh-CN" sz="2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 Box 12">
              <a:extLst>
                <a:ext uri="{FF2B5EF4-FFF2-40B4-BE49-F238E27FC236}">
                  <a16:creationId xmlns:a16="http://schemas.microsoft.com/office/drawing/2014/main" id="{1555B4EF-1645-0686-DB75-0FB4DC973C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4" y="1488"/>
              <a:ext cx="21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1600" b="1">
                  <a:solidFill>
                    <a:srgbClr val="FF00FF"/>
                  </a:solidFill>
                  <a:sym typeface="Wingdings" charset="2"/>
                </a:rPr>
                <a:t></a:t>
              </a:r>
              <a:endParaRPr lang="en-US" altLang="zh-CN" sz="2400" b="1"/>
            </a:p>
          </p:txBody>
        </p:sp>
        <p:sp>
          <p:nvSpPr>
            <p:cNvPr id="18" name="Text Box 13">
              <a:extLst>
                <a:ext uri="{FF2B5EF4-FFF2-40B4-BE49-F238E27FC236}">
                  <a16:creationId xmlns:a16="http://schemas.microsoft.com/office/drawing/2014/main" id="{BF908120-A25B-9066-7CAA-93FEA36DFA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8" y="1660"/>
              <a:ext cx="21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1600" b="1">
                  <a:solidFill>
                    <a:srgbClr val="FF0000"/>
                  </a:solidFill>
                  <a:sym typeface="Wingdings" charset="2"/>
                </a:rPr>
                <a:t></a:t>
              </a:r>
              <a:endParaRPr lang="en-US" altLang="zh-CN" sz="2400" b="1"/>
            </a:p>
          </p:txBody>
        </p:sp>
        <p:sp>
          <p:nvSpPr>
            <p:cNvPr id="19" name="Text Box 14">
              <a:extLst>
                <a:ext uri="{FF2B5EF4-FFF2-40B4-BE49-F238E27FC236}">
                  <a16:creationId xmlns:a16="http://schemas.microsoft.com/office/drawing/2014/main" id="{AE88605A-D042-852A-B87D-E7E49056DA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8" y="2380"/>
              <a:ext cx="21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1600" b="1">
                  <a:solidFill>
                    <a:srgbClr val="FF00FF"/>
                  </a:solidFill>
                  <a:sym typeface="Wingdings" charset="2"/>
                </a:rPr>
                <a:t></a:t>
              </a:r>
              <a:endParaRPr lang="en-US" altLang="zh-CN" sz="2400" b="1"/>
            </a:p>
          </p:txBody>
        </p:sp>
        <p:sp>
          <p:nvSpPr>
            <p:cNvPr id="20" name="Text Box 15">
              <a:extLst>
                <a:ext uri="{FF2B5EF4-FFF2-40B4-BE49-F238E27FC236}">
                  <a16:creationId xmlns:a16="http://schemas.microsoft.com/office/drawing/2014/main" id="{3522232E-8B6F-D2AF-0BA5-6A45317FA1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9" y="1996"/>
              <a:ext cx="27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2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i="1" baseline="-2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 Box 16">
              <a:extLst>
                <a:ext uri="{FF2B5EF4-FFF2-40B4-BE49-F238E27FC236}">
                  <a16:creationId xmlns:a16="http://schemas.microsoft.com/office/drawing/2014/main" id="{36B360CF-E107-6AB3-F351-F41978BFAF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438"/>
              <a:ext cx="2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2000" b="1"/>
                <a:t>X</a:t>
              </a:r>
              <a:endParaRPr lang="en-US" altLang="zh-CN" sz="2400" b="1"/>
            </a:p>
          </p:txBody>
        </p:sp>
        <p:sp>
          <p:nvSpPr>
            <p:cNvPr id="22" name="Line 17">
              <a:extLst>
                <a:ext uri="{FF2B5EF4-FFF2-40B4-BE49-F238E27FC236}">
                  <a16:creationId xmlns:a16="http://schemas.microsoft.com/office/drawing/2014/main" id="{6E13CAAE-BA5F-FEB9-FB39-9D6C9D1A3B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4" y="1776"/>
              <a:ext cx="0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Line 18">
              <a:extLst>
                <a:ext uri="{FF2B5EF4-FFF2-40B4-BE49-F238E27FC236}">
                  <a16:creationId xmlns:a16="http://schemas.microsoft.com/office/drawing/2014/main" id="{34E0FDB5-6A5F-669A-C084-1D53980EB8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0" y="1598"/>
              <a:ext cx="0" cy="6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Text Box 19">
              <a:extLst>
                <a:ext uri="{FF2B5EF4-FFF2-40B4-BE49-F238E27FC236}">
                  <a16:creationId xmlns:a16="http://schemas.microsoft.com/office/drawing/2014/main" id="{3EA1858A-E053-B6A0-CF8B-E9A9609C94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3" y="1911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 b="1"/>
            </a:p>
          </p:txBody>
        </p:sp>
        <p:sp>
          <p:nvSpPr>
            <p:cNvPr id="25" name="Text Box 20">
              <a:extLst>
                <a:ext uri="{FF2B5EF4-FFF2-40B4-BE49-F238E27FC236}">
                  <a16:creationId xmlns:a16="http://schemas.microsoft.com/office/drawing/2014/main" id="{763056FB-B3E8-21D0-07DE-05F4A1F642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4" y="1747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 b="1"/>
            </a:p>
          </p:txBody>
        </p:sp>
      </p:grpSp>
      <p:sp>
        <p:nvSpPr>
          <p:cNvPr id="26" name="Text Box 21">
            <a:extLst>
              <a:ext uri="{FF2B5EF4-FFF2-40B4-BE49-F238E27FC236}">
                <a16:creationId xmlns:a16="http://schemas.microsoft.com/office/drawing/2014/main" id="{D2E239E9-1D81-890F-3286-00B3F25E9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4952" y="944750"/>
            <a:ext cx="2851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0" hangingPunct="0"/>
            <a:r>
              <a:rPr lang="en-US" altLang="zh-CN" sz="2800" b="1" dirty="0">
                <a:solidFill>
                  <a:schemeClr val="tx2"/>
                </a:solidFill>
                <a:latin typeface="DengXian" charset="-122"/>
                <a:ea typeface="DengXian" charset="-122"/>
                <a:cs typeface="DengXian" charset="-122"/>
              </a:rPr>
              <a:t>⒈  </a:t>
            </a:r>
            <a:r>
              <a:rPr lang="zh-CN" altLang="en-US" sz="2800" b="1" dirty="0">
                <a:solidFill>
                  <a:schemeClr val="tx2"/>
                </a:solidFill>
                <a:latin typeface="DengXian" charset="-122"/>
                <a:ea typeface="DengXian" charset="-122"/>
                <a:cs typeface="DengXian" charset="-122"/>
              </a:rPr>
              <a:t>一次换面</a:t>
            </a:r>
          </a:p>
        </p:txBody>
      </p:sp>
      <p:grpSp>
        <p:nvGrpSpPr>
          <p:cNvPr id="27" name="Group 22">
            <a:extLst>
              <a:ext uri="{FF2B5EF4-FFF2-40B4-BE49-F238E27FC236}">
                <a16:creationId xmlns:a16="http://schemas.microsoft.com/office/drawing/2014/main" id="{53772BAD-76A5-CE6A-68E0-3C6FB215BCC5}"/>
              </a:ext>
            </a:extLst>
          </p:cNvPr>
          <p:cNvGrpSpPr>
            <a:grpSpLocks/>
          </p:cNvGrpSpPr>
          <p:nvPr/>
        </p:nvGrpSpPr>
        <p:grpSpPr bwMode="auto">
          <a:xfrm>
            <a:off x="640876" y="4966399"/>
            <a:ext cx="3175001" cy="901699"/>
            <a:chOff x="336" y="3052"/>
            <a:chExt cx="2000" cy="568"/>
          </a:xfrm>
        </p:grpSpPr>
        <p:sp>
          <p:nvSpPr>
            <p:cNvPr id="28" name="Text Box 23">
              <a:extLst>
                <a:ext uri="{FF2B5EF4-FFF2-40B4-BE49-F238E27FC236}">
                  <a16:creationId xmlns:a16="http://schemas.microsoft.com/office/drawing/2014/main" id="{78F9898B-F382-BBA8-A122-2F075CD862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3148"/>
              <a:ext cx="163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l" eaLnBrk="0" hangingPunct="0"/>
              <a:r>
                <a:rPr lang="zh-CN" altLang="en-US" sz="2800" b="1" dirty="0">
                  <a:solidFill>
                    <a:srgbClr val="0000FF"/>
                  </a:solidFill>
                  <a:latin typeface="DengXian" charset="-122"/>
                  <a:ea typeface="DengXian" charset="-122"/>
                  <a:cs typeface="DengXian" charset="-122"/>
                </a:rPr>
                <a:t>原投影体系</a:t>
              </a:r>
              <a:r>
                <a:rPr lang="en-US" altLang="zh-CN" sz="2800" b="1" dirty="0">
                  <a:solidFill>
                    <a:srgbClr val="0000FF"/>
                  </a:solidFill>
                  <a:latin typeface="DengXian" charset="-122"/>
                  <a:ea typeface="DengXian" charset="-122"/>
                  <a:cs typeface="DengXian" charset="-122"/>
                </a:rPr>
                <a:t>:</a:t>
              </a:r>
            </a:p>
          </p:txBody>
        </p:sp>
        <p:grpSp>
          <p:nvGrpSpPr>
            <p:cNvPr id="29" name="Group 24">
              <a:extLst>
                <a:ext uri="{FF2B5EF4-FFF2-40B4-BE49-F238E27FC236}">
                  <a16:creationId xmlns:a16="http://schemas.microsoft.com/office/drawing/2014/main" id="{B88982FB-C26F-873D-383A-A498E4C459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5" y="3052"/>
              <a:ext cx="561" cy="568"/>
              <a:chOff x="1775" y="3052"/>
              <a:chExt cx="561" cy="568"/>
            </a:xfrm>
          </p:grpSpPr>
          <p:sp>
            <p:nvSpPr>
              <p:cNvPr id="30" name="Text Box 25">
                <a:extLst>
                  <a:ext uri="{FF2B5EF4-FFF2-40B4-BE49-F238E27FC236}">
                    <a16:creationId xmlns:a16="http://schemas.microsoft.com/office/drawing/2014/main" id="{77A60A49-317C-8DCD-D807-1F02557168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5" y="3148"/>
                <a:ext cx="540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0" hangingPunct="0"/>
                <a:r>
                  <a:rPr lang="en-US" altLang="zh-CN" sz="2800" dirty="0">
                    <a:solidFill>
                      <a:srgbClr val="002060"/>
                    </a:solidFill>
                    <a:ea typeface="DengXian" charset="-122"/>
                    <a:cs typeface="DengXian" charset="-122"/>
                  </a:rPr>
                  <a:t>X</a:t>
                </a:r>
                <a:r>
                  <a:rPr lang="en-US" altLang="zh-CN" sz="2800" b="1" dirty="0">
                    <a:solidFill>
                      <a:srgbClr val="002060"/>
                    </a:solidFill>
                    <a:latin typeface="Tempus Sans ITC" panose="04020404030D07020202" pitchFamily="82" charset="0"/>
                    <a:ea typeface="DengXian" charset="-122"/>
                    <a:cs typeface="DengXian" charset="-122"/>
                  </a:rPr>
                  <a:t> —</a:t>
                </a:r>
              </a:p>
            </p:txBody>
          </p:sp>
          <p:sp>
            <p:nvSpPr>
              <p:cNvPr id="31" name="Text Box 26">
                <a:extLst>
                  <a:ext uri="{FF2B5EF4-FFF2-40B4-BE49-F238E27FC236}">
                    <a16:creationId xmlns:a16="http://schemas.microsoft.com/office/drawing/2014/main" id="{167CB814-025E-9146-E0C6-A849DC8745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39" y="3052"/>
                <a:ext cx="262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0" hangingPunct="0"/>
                <a:r>
                  <a:rPr lang="en-US" altLang="zh-CN" sz="2800" b="1" dirty="0">
                    <a:latin typeface="DengXian" charset="-122"/>
                    <a:ea typeface="DengXian" charset="-122"/>
                    <a:cs typeface="DengXian" charset="-122"/>
                  </a:rPr>
                  <a:t>V</a:t>
                </a:r>
              </a:p>
            </p:txBody>
          </p:sp>
          <p:sp>
            <p:nvSpPr>
              <p:cNvPr id="32" name="Text Box 27">
                <a:extLst>
                  <a:ext uri="{FF2B5EF4-FFF2-40B4-BE49-F238E27FC236}">
                    <a16:creationId xmlns:a16="http://schemas.microsoft.com/office/drawing/2014/main" id="{53CCB69E-01AE-3015-5408-F3300AB9DA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46" y="3293"/>
                <a:ext cx="29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0" hangingPunct="0"/>
                <a:r>
                  <a:rPr lang="en-US" altLang="zh-CN" sz="2800" b="1" dirty="0">
                    <a:latin typeface="DengXian" charset="-122"/>
                    <a:ea typeface="DengXian" charset="-122"/>
                    <a:cs typeface="DengXian" charset="-122"/>
                  </a:rPr>
                  <a:t>H</a:t>
                </a:r>
              </a:p>
            </p:txBody>
          </p:sp>
        </p:grpSp>
      </p:grpSp>
      <p:grpSp>
        <p:nvGrpSpPr>
          <p:cNvPr id="33" name="Group 28">
            <a:extLst>
              <a:ext uri="{FF2B5EF4-FFF2-40B4-BE49-F238E27FC236}">
                <a16:creationId xmlns:a16="http://schemas.microsoft.com/office/drawing/2014/main" id="{3B785FEC-5B46-73FA-C24E-704066086EEA}"/>
              </a:ext>
            </a:extLst>
          </p:cNvPr>
          <p:cNvGrpSpPr>
            <a:grpSpLocks/>
          </p:cNvGrpSpPr>
          <p:nvPr/>
        </p:nvGrpSpPr>
        <p:grpSpPr bwMode="auto">
          <a:xfrm>
            <a:off x="7651278" y="4933388"/>
            <a:ext cx="3282951" cy="976312"/>
            <a:chOff x="3097" y="2957"/>
            <a:chExt cx="2068" cy="615"/>
          </a:xfrm>
        </p:grpSpPr>
        <p:sp>
          <p:nvSpPr>
            <p:cNvPr id="34" name="Text Box 29">
              <a:extLst>
                <a:ext uri="{FF2B5EF4-FFF2-40B4-BE49-F238E27FC236}">
                  <a16:creationId xmlns:a16="http://schemas.microsoft.com/office/drawing/2014/main" id="{0BD5E1A5-B470-7F96-F82C-9557C79568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7" y="3101"/>
              <a:ext cx="14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2800" b="1" dirty="0">
                  <a:latin typeface="DengXian" charset="-122"/>
                  <a:ea typeface="DengXian" charset="-122"/>
                  <a:cs typeface="DengXian" charset="-122"/>
                  <a:sym typeface="Wingdings" charset="2"/>
                </a:rPr>
                <a:t> </a:t>
              </a:r>
              <a:r>
                <a:rPr lang="zh-CN" altLang="en-US" sz="2800" b="1" dirty="0">
                  <a:solidFill>
                    <a:srgbClr val="0000FF"/>
                  </a:solidFill>
                  <a:latin typeface="DengXian" charset="-122"/>
                  <a:ea typeface="DengXian" charset="-122"/>
                  <a:cs typeface="DengXian" charset="-122"/>
                </a:rPr>
                <a:t>新投影体系</a:t>
              </a:r>
              <a:r>
                <a:rPr lang="en-US" altLang="zh-CN" sz="2800" b="1" dirty="0">
                  <a:solidFill>
                    <a:srgbClr val="0000FF"/>
                  </a:solidFill>
                  <a:latin typeface="DengXian" charset="-122"/>
                  <a:ea typeface="DengXian" charset="-122"/>
                  <a:cs typeface="DengXian" charset="-122"/>
                </a:rPr>
                <a:t>:</a:t>
              </a:r>
            </a:p>
          </p:txBody>
        </p:sp>
        <p:grpSp>
          <p:nvGrpSpPr>
            <p:cNvPr id="35" name="Group 30">
              <a:extLst>
                <a:ext uri="{FF2B5EF4-FFF2-40B4-BE49-F238E27FC236}">
                  <a16:creationId xmlns:a16="http://schemas.microsoft.com/office/drawing/2014/main" id="{74E38298-0F2C-E84F-87B1-3545A0268D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86" y="2957"/>
              <a:ext cx="679" cy="615"/>
              <a:chOff x="4779" y="2045"/>
              <a:chExt cx="679" cy="615"/>
            </a:xfrm>
          </p:grpSpPr>
          <p:sp>
            <p:nvSpPr>
              <p:cNvPr id="36" name="Text Box 31">
                <a:extLst>
                  <a:ext uri="{FF2B5EF4-FFF2-40B4-BE49-F238E27FC236}">
                    <a16:creationId xmlns:a16="http://schemas.microsoft.com/office/drawing/2014/main" id="{FC884873-FD73-5787-84A5-BDB790E3E3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04" y="2045"/>
                <a:ext cx="35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0" hangingPunct="0"/>
                <a:r>
                  <a:rPr lang="en-US" altLang="zh-CN" sz="2800" b="1" dirty="0">
                    <a:solidFill>
                      <a:srgbClr val="002060"/>
                    </a:solidFill>
                    <a:latin typeface="DengXian" charset="-122"/>
                    <a:ea typeface="DengXian" charset="-122"/>
                    <a:cs typeface="DengXian" charset="-122"/>
                  </a:rPr>
                  <a:t>V</a:t>
                </a:r>
                <a:r>
                  <a:rPr lang="en-US" altLang="zh-CN" sz="2800" b="1" baseline="-20000" dirty="0">
                    <a:solidFill>
                      <a:srgbClr val="002060"/>
                    </a:solidFill>
                    <a:latin typeface="DengXian" charset="-122"/>
                    <a:ea typeface="DengXian" charset="-122"/>
                    <a:cs typeface="DengXian" charset="-122"/>
                  </a:rPr>
                  <a:t>1</a:t>
                </a:r>
                <a:endParaRPr lang="en-US" altLang="zh-CN" sz="2800" b="1" dirty="0">
                  <a:solidFill>
                    <a:srgbClr val="002060"/>
                  </a:solidFill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37" name="Text Box 32">
                <a:extLst>
                  <a:ext uri="{FF2B5EF4-FFF2-40B4-BE49-F238E27FC236}">
                    <a16:creationId xmlns:a16="http://schemas.microsoft.com/office/drawing/2014/main" id="{08C98D48-BD9E-93A5-5504-43FB97BB7E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04" y="2333"/>
                <a:ext cx="29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0" hangingPunct="0"/>
                <a:r>
                  <a:rPr lang="en-US" altLang="zh-CN" sz="2800" b="1" dirty="0">
                    <a:solidFill>
                      <a:srgbClr val="002060"/>
                    </a:solidFill>
                    <a:latin typeface="DengXian" charset="-122"/>
                    <a:ea typeface="DengXian" charset="-122"/>
                    <a:cs typeface="DengXian" charset="-122"/>
                  </a:rPr>
                  <a:t>H</a:t>
                </a:r>
              </a:p>
            </p:txBody>
          </p:sp>
          <p:sp>
            <p:nvSpPr>
              <p:cNvPr id="38" name="Rectangle 33">
                <a:extLst>
                  <a:ext uri="{FF2B5EF4-FFF2-40B4-BE49-F238E27FC236}">
                    <a16:creationId xmlns:a16="http://schemas.microsoft.com/office/drawing/2014/main" id="{F64AE139-4594-749A-6B06-EBA0F887B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79" y="2189"/>
                <a:ext cx="63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0" hangingPunct="0"/>
                <a:r>
                  <a:rPr lang="en-US" altLang="zh-CN" sz="2800" b="1" dirty="0">
                    <a:solidFill>
                      <a:srgbClr val="002060"/>
                    </a:solidFill>
                    <a:latin typeface="DengXian" charset="-122"/>
                    <a:ea typeface="DengXian" charset="-122"/>
                    <a:cs typeface="DengXian" charset="-122"/>
                  </a:rPr>
                  <a:t>X</a:t>
                </a:r>
                <a:r>
                  <a:rPr lang="en-US" altLang="zh-CN" sz="2800" b="1" baseline="-20000" dirty="0">
                    <a:solidFill>
                      <a:srgbClr val="002060"/>
                    </a:solidFill>
                    <a:latin typeface="DengXian" charset="-122"/>
                    <a:ea typeface="DengXian" charset="-122"/>
                    <a:cs typeface="DengXian" charset="-122"/>
                  </a:rPr>
                  <a:t>1</a:t>
                </a:r>
                <a:r>
                  <a:rPr lang="en-US" altLang="zh-CN" sz="2800" b="1" dirty="0">
                    <a:solidFill>
                      <a:srgbClr val="002060"/>
                    </a:solidFill>
                    <a:latin typeface="DengXian" charset="-122"/>
                    <a:ea typeface="DengXian" charset="-122"/>
                    <a:cs typeface="DengXian" charset="-122"/>
                  </a:rPr>
                  <a:t> —</a:t>
                </a:r>
              </a:p>
            </p:txBody>
          </p:sp>
        </p:grpSp>
      </p:grpSp>
      <p:sp>
        <p:nvSpPr>
          <p:cNvPr id="39" name="Text Box 34">
            <a:extLst>
              <a:ext uri="{FF2B5EF4-FFF2-40B4-BE49-F238E27FC236}">
                <a16:creationId xmlns:a16="http://schemas.microsoft.com/office/drawing/2014/main" id="{A785838D-48C0-316A-AC47-FF1CC051EC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404" y="5767123"/>
            <a:ext cx="75707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0" hangingPunct="0"/>
            <a:r>
              <a:rPr lang="en-US" altLang="zh-CN" sz="2800" b="1" dirty="0">
                <a:solidFill>
                  <a:srgbClr val="0000FF"/>
                </a:solidFill>
                <a:latin typeface="DengXian" charset="-122"/>
                <a:ea typeface="DengXian" charset="-122"/>
                <a:cs typeface="DengXian" charset="-122"/>
              </a:rPr>
              <a:t>A</a:t>
            </a:r>
            <a:r>
              <a:rPr lang="zh-CN" altLang="en-US" sz="2800" b="1" dirty="0">
                <a:solidFill>
                  <a:srgbClr val="0000FF"/>
                </a:solidFill>
                <a:latin typeface="DengXian" charset="-122"/>
                <a:ea typeface="DengXian" charset="-122"/>
                <a:cs typeface="DengXian" charset="-122"/>
              </a:rPr>
              <a:t>点的投影：</a:t>
            </a:r>
            <a:r>
              <a:rPr lang="en-US" altLang="zh-CN" sz="3200" i="1" dirty="0">
                <a:solidFill>
                  <a:srgbClr val="002060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</a:rPr>
              <a:t>a</a:t>
            </a:r>
            <a:r>
              <a:rPr lang="en-US" altLang="zh-CN" sz="2400" i="1" dirty="0">
                <a:solidFill>
                  <a:srgbClr val="002060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  <a:sym typeface="Symbol" charset="2"/>
              </a:rPr>
              <a:t></a:t>
            </a:r>
            <a:r>
              <a:rPr lang="en-US" altLang="zh-CN" sz="2800" i="1" dirty="0">
                <a:solidFill>
                  <a:srgbClr val="002060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  <a:sym typeface="Symbol" charset="2"/>
              </a:rPr>
              <a:t>(V)</a:t>
            </a:r>
            <a:r>
              <a:rPr lang="en-US" altLang="zh-CN" sz="2400" i="1" dirty="0">
                <a:solidFill>
                  <a:srgbClr val="002060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  <a:sym typeface="Symbol" charset="2"/>
              </a:rPr>
              <a:t>, </a:t>
            </a:r>
            <a:r>
              <a:rPr lang="en-US" altLang="zh-CN" sz="3200" i="1" dirty="0">
                <a:solidFill>
                  <a:srgbClr val="002060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</a:rPr>
              <a:t>a</a:t>
            </a:r>
            <a:r>
              <a:rPr lang="en-US" altLang="zh-CN" sz="2800" i="1" dirty="0">
                <a:solidFill>
                  <a:srgbClr val="002060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</a:rPr>
              <a:t>(H)</a:t>
            </a:r>
            <a:r>
              <a:rPr lang="en-US" altLang="zh-CN" sz="3200" i="1" dirty="0">
                <a:solidFill>
                  <a:srgbClr val="002060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</a:rPr>
              <a:t>,</a:t>
            </a:r>
            <a:r>
              <a:rPr lang="zh-CN" altLang="en-US" sz="3200" i="1" dirty="0">
                <a:solidFill>
                  <a:srgbClr val="002060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</a:rPr>
              <a:t> </a:t>
            </a:r>
            <a:r>
              <a:rPr lang="en-US" altLang="zh-CN" sz="3200" i="1" dirty="0">
                <a:solidFill>
                  <a:srgbClr val="002060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</a:rPr>
              <a:t>a</a:t>
            </a:r>
            <a:r>
              <a:rPr lang="en-US" altLang="zh-CN" sz="2400" i="1" dirty="0">
                <a:solidFill>
                  <a:srgbClr val="002060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  <a:sym typeface="Symbol" charset="2"/>
              </a:rPr>
              <a:t></a:t>
            </a:r>
            <a:r>
              <a:rPr lang="en-US" altLang="zh-CN" i="1" dirty="0">
                <a:solidFill>
                  <a:srgbClr val="002060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2060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</a:rPr>
              <a:t>(V</a:t>
            </a:r>
            <a:r>
              <a:rPr lang="en-US" altLang="zh-CN" i="1" dirty="0">
                <a:solidFill>
                  <a:srgbClr val="002060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2060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</a:rPr>
              <a:t>)</a:t>
            </a:r>
            <a:r>
              <a:rPr lang="zh-CN" altLang="en-US" sz="2800" i="1" dirty="0">
                <a:solidFill>
                  <a:srgbClr val="002060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DengXian" charset="-122"/>
                <a:ea typeface="DengXian" charset="-122"/>
                <a:cs typeface="DengXian" charset="-122"/>
              </a:rPr>
              <a:t>-</a:t>
            </a:r>
            <a:r>
              <a:rPr lang="zh-CN" altLang="en-US" sz="2800" b="1" dirty="0">
                <a:latin typeface="DengXian" charset="-122"/>
                <a:ea typeface="DengXian" charset="-122"/>
                <a:cs typeface="DengXian" charset="-122"/>
              </a:rPr>
              <a:t> </a:t>
            </a:r>
            <a:r>
              <a:rPr lang="zh-CN" altLang="en-US" sz="2800" b="1" dirty="0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</a:rPr>
              <a:t>标注规定</a:t>
            </a:r>
            <a:endParaRPr lang="en-US" altLang="zh-CN" sz="2800" b="1" dirty="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0" name="Text Box 36">
            <a:extLst>
              <a:ext uri="{FF2B5EF4-FFF2-40B4-BE49-F238E27FC236}">
                <a16:creationId xmlns:a16="http://schemas.microsoft.com/office/drawing/2014/main" id="{4FB242A7-A23F-3CD7-F7D1-5260231934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4534" y="1514339"/>
            <a:ext cx="358143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0" hangingPunct="0"/>
            <a:r>
              <a:rPr lang="en-US" altLang="zh-CN" sz="2800" b="1" dirty="0">
                <a:latin typeface="DengXian" charset="-122"/>
                <a:ea typeface="DengXian" charset="-122"/>
                <a:cs typeface="DengXian" charset="-122"/>
              </a:rPr>
              <a:t>(a) </a:t>
            </a:r>
            <a:r>
              <a:rPr lang="zh-CN" altLang="en-US" sz="2800" b="1" dirty="0">
                <a:latin typeface="DengXian" charset="-122"/>
                <a:ea typeface="DengXian" charset="-122"/>
                <a:cs typeface="DengXian" charset="-122"/>
              </a:rPr>
              <a:t>新投影体系的建立</a:t>
            </a:r>
          </a:p>
        </p:txBody>
      </p:sp>
      <p:sp>
        <p:nvSpPr>
          <p:cNvPr id="41" name="Text Box 37">
            <a:extLst>
              <a:ext uri="{FF2B5EF4-FFF2-40B4-BE49-F238E27FC236}">
                <a16:creationId xmlns:a16="http://schemas.microsoft.com/office/drawing/2014/main" id="{6FF202F6-C7D9-1FF1-7232-0B4451176D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371" y="362644"/>
            <a:ext cx="264687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pattFill prst="dkUpDiag">
                  <a:fgClr>
                    <a:srgbClr val="FF3300"/>
                  </a:fgClr>
                  <a:bgClr>
                    <a:srgbClr val="FFFF00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</a:rPr>
              <a:t>点的投影变换</a:t>
            </a:r>
          </a:p>
        </p:txBody>
      </p:sp>
      <p:grpSp>
        <p:nvGrpSpPr>
          <p:cNvPr id="42" name="Group 38">
            <a:extLst>
              <a:ext uri="{FF2B5EF4-FFF2-40B4-BE49-F238E27FC236}">
                <a16:creationId xmlns:a16="http://schemas.microsoft.com/office/drawing/2014/main" id="{26E03379-41E2-360C-850B-7A7683BD55A5}"/>
              </a:ext>
            </a:extLst>
          </p:cNvPr>
          <p:cNvGrpSpPr>
            <a:grpSpLocks/>
          </p:cNvGrpSpPr>
          <p:nvPr/>
        </p:nvGrpSpPr>
        <p:grpSpPr bwMode="auto">
          <a:xfrm>
            <a:off x="5971703" y="2128308"/>
            <a:ext cx="1365251" cy="3276601"/>
            <a:chOff x="1968" y="1008"/>
            <a:chExt cx="860" cy="2064"/>
          </a:xfrm>
        </p:grpSpPr>
        <p:sp>
          <p:nvSpPr>
            <p:cNvPr id="43" name="Freeform 39">
              <a:extLst>
                <a:ext uri="{FF2B5EF4-FFF2-40B4-BE49-F238E27FC236}">
                  <a16:creationId xmlns:a16="http://schemas.microsoft.com/office/drawing/2014/main" id="{855621F7-0C51-FC6C-4BAE-4DE94EF73D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8" y="1008"/>
              <a:ext cx="630" cy="1846"/>
            </a:xfrm>
            <a:custGeom>
              <a:avLst/>
              <a:gdLst>
                <a:gd name="T0" fmla="*/ 0 w 630"/>
                <a:gd name="T1" fmla="*/ 0 h 1846"/>
                <a:gd name="T2" fmla="*/ 0 w 630"/>
                <a:gd name="T3" fmla="*/ 1200 h 1846"/>
                <a:gd name="T4" fmla="*/ 630 w 630"/>
                <a:gd name="T5" fmla="*/ 1846 h 1846"/>
                <a:gd name="T6" fmla="*/ 630 w 630"/>
                <a:gd name="T7" fmla="*/ 646 h 1846"/>
                <a:gd name="T8" fmla="*/ 0 w 630"/>
                <a:gd name="T9" fmla="*/ 0 h 1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0" h="1846">
                  <a:moveTo>
                    <a:pt x="0" y="0"/>
                  </a:moveTo>
                  <a:lnTo>
                    <a:pt x="0" y="1200"/>
                  </a:lnTo>
                  <a:lnTo>
                    <a:pt x="630" y="1846"/>
                  </a:lnTo>
                  <a:lnTo>
                    <a:pt x="630" y="6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4" name="Text Box 40">
              <a:extLst>
                <a:ext uri="{FF2B5EF4-FFF2-40B4-BE49-F238E27FC236}">
                  <a16:creationId xmlns:a16="http://schemas.microsoft.com/office/drawing/2014/main" id="{8128D59F-883A-DB28-D819-9DA3F50B08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822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2000" b="1"/>
                <a:t>X</a:t>
              </a:r>
              <a:r>
                <a:rPr lang="en-US" altLang="zh-CN" sz="2000" b="1" baseline="-20000"/>
                <a:t>1</a:t>
              </a:r>
              <a:endParaRPr lang="en-US" altLang="zh-CN" sz="2000" b="1"/>
            </a:p>
          </p:txBody>
        </p:sp>
        <p:sp>
          <p:nvSpPr>
            <p:cNvPr id="45" name="Text Box 41">
              <a:extLst>
                <a:ext uri="{FF2B5EF4-FFF2-40B4-BE49-F238E27FC236}">
                  <a16:creationId xmlns:a16="http://schemas.microsoft.com/office/drawing/2014/main" id="{14BE3D39-BCB5-04F0-05FF-912E2A69F8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0" y="1553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zh-CN" sz="2000" b="1"/>
                <a:t>V</a:t>
              </a:r>
              <a:r>
                <a:rPr lang="en-US" altLang="zh-CN" sz="1400" b="1"/>
                <a:t>1</a:t>
              </a:r>
              <a:endParaRPr lang="en-US" altLang="zh-CN" sz="2400" b="1"/>
            </a:p>
          </p:txBody>
        </p:sp>
      </p:grpSp>
      <p:grpSp>
        <p:nvGrpSpPr>
          <p:cNvPr id="46" name="Group 42">
            <a:extLst>
              <a:ext uri="{FF2B5EF4-FFF2-40B4-BE49-F238E27FC236}">
                <a16:creationId xmlns:a16="http://schemas.microsoft.com/office/drawing/2014/main" id="{8D57500F-1475-FC20-721D-C6305DEE3977}"/>
              </a:ext>
            </a:extLst>
          </p:cNvPr>
          <p:cNvGrpSpPr>
            <a:grpSpLocks/>
          </p:cNvGrpSpPr>
          <p:nvPr/>
        </p:nvGrpSpPr>
        <p:grpSpPr bwMode="auto">
          <a:xfrm>
            <a:off x="5425603" y="2661708"/>
            <a:ext cx="1238251" cy="1803400"/>
            <a:chOff x="1624" y="1344"/>
            <a:chExt cx="780" cy="1136"/>
          </a:xfrm>
        </p:grpSpPr>
        <p:sp>
          <p:nvSpPr>
            <p:cNvPr id="47" name="Freeform 43">
              <a:extLst>
                <a:ext uri="{FF2B5EF4-FFF2-40B4-BE49-F238E27FC236}">
                  <a16:creationId xmlns:a16="http://schemas.microsoft.com/office/drawing/2014/main" id="{DE48BACD-8924-F88B-B4A2-DCE24A1A5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4" y="2321"/>
              <a:ext cx="466" cy="159"/>
            </a:xfrm>
            <a:custGeom>
              <a:avLst/>
              <a:gdLst>
                <a:gd name="T0" fmla="*/ 0 w 466"/>
                <a:gd name="T1" fmla="*/ 159 h 159"/>
                <a:gd name="T2" fmla="*/ 466 w 466"/>
                <a:gd name="T3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66" h="159">
                  <a:moveTo>
                    <a:pt x="0" y="159"/>
                  </a:moveTo>
                  <a:lnTo>
                    <a:pt x="466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Freeform 44">
              <a:extLst>
                <a:ext uri="{FF2B5EF4-FFF2-40B4-BE49-F238E27FC236}">
                  <a16:creationId xmlns:a16="http://schemas.microsoft.com/office/drawing/2014/main" id="{1F2D4B5B-33EE-3BCF-FF0A-75D98A3294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2" y="1601"/>
              <a:ext cx="472" cy="155"/>
            </a:xfrm>
            <a:custGeom>
              <a:avLst/>
              <a:gdLst>
                <a:gd name="T0" fmla="*/ 0 w 472"/>
                <a:gd name="T1" fmla="*/ 155 h 155"/>
                <a:gd name="T2" fmla="*/ 472 w 472"/>
                <a:gd name="T3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72" h="155">
                  <a:moveTo>
                    <a:pt x="0" y="155"/>
                  </a:moveTo>
                  <a:lnTo>
                    <a:pt x="472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Text Box 45">
              <a:extLst>
                <a:ext uri="{FF2B5EF4-FFF2-40B4-BE49-F238E27FC236}">
                  <a16:creationId xmlns:a16="http://schemas.microsoft.com/office/drawing/2014/main" id="{5009E7B6-45D4-00C0-C24F-D408373572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344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a’</a:t>
              </a:r>
              <a:r>
                <a:rPr lang="en-US" altLang="zh-CN" sz="24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 Box 46">
              <a:extLst>
                <a:ext uri="{FF2B5EF4-FFF2-40B4-BE49-F238E27FC236}">
                  <a16:creationId xmlns:a16="http://schemas.microsoft.com/office/drawing/2014/main" id="{2F93F879-3103-F7C9-8B74-35723F6B12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3" y="2160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2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i="1" baseline="-2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x1</a:t>
              </a:r>
              <a:endPara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Freeform 47">
              <a:extLst>
                <a:ext uri="{FF2B5EF4-FFF2-40B4-BE49-F238E27FC236}">
                  <a16:creationId xmlns:a16="http://schemas.microsoft.com/office/drawing/2014/main" id="{D9849BD8-3A31-E566-35E7-4E285E97AC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" y="1587"/>
              <a:ext cx="1" cy="734"/>
            </a:xfrm>
            <a:custGeom>
              <a:avLst/>
              <a:gdLst>
                <a:gd name="T0" fmla="*/ 0 w 1"/>
                <a:gd name="T1" fmla="*/ 734 h 734"/>
                <a:gd name="T2" fmla="*/ 0 w 1"/>
                <a:gd name="T3" fmla="*/ 0 h 7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34">
                  <a:moveTo>
                    <a:pt x="0" y="734"/>
                  </a:moveTo>
                  <a:lnTo>
                    <a:pt x="0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Text Box 48">
              <a:extLst>
                <a:ext uri="{FF2B5EF4-FFF2-40B4-BE49-F238E27FC236}">
                  <a16:creationId xmlns:a16="http://schemas.microsoft.com/office/drawing/2014/main" id="{97DD4736-4E75-C5D1-1F6D-38C144EE45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6" y="1505"/>
              <a:ext cx="21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1600" b="1">
                  <a:solidFill>
                    <a:srgbClr val="FF00FF"/>
                  </a:solidFill>
                  <a:sym typeface="Wingdings" charset="2"/>
                </a:rPr>
                <a:t></a:t>
              </a:r>
              <a:endParaRPr lang="en-US" altLang="zh-CN" sz="2400" b="1"/>
            </a:p>
          </p:txBody>
        </p:sp>
        <p:sp>
          <p:nvSpPr>
            <p:cNvPr id="53" name="Text Box 49">
              <a:extLst>
                <a:ext uri="{FF2B5EF4-FFF2-40B4-BE49-F238E27FC236}">
                  <a16:creationId xmlns:a16="http://schemas.microsoft.com/office/drawing/2014/main" id="{7AAC7CBE-F617-C4A4-4083-701B00648B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3" y="1794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 b="1"/>
            </a:p>
          </p:txBody>
        </p:sp>
      </p:grpSp>
    </p:spTree>
    <p:extLst>
      <p:ext uri="{BB962C8B-B14F-4D97-AF65-F5344CB8AC3E}">
        <p14:creationId xmlns:p14="http://schemas.microsoft.com/office/powerpoint/2010/main" val="846969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utoUpdateAnimBg="0"/>
      <p:bldP spid="39" grpId="0" autoUpdateAnimBg="0"/>
      <p:bldP spid="40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DCCD166-F498-6FE8-731D-4EE4C0AB6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D4152-6D4E-1B40-A3C2-DC9A243D9198}" type="datetime1">
              <a:rPr lang="en-US" smtClean="0"/>
              <a:t>10/9/25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D23C29E-D6BE-DC34-2E58-38F76965B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106C2F-D74A-F0E8-C9FB-9F547A7BA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20</a:t>
            </a:fld>
            <a:endParaRPr lang="en-US"/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205D74C1-8A11-8B40-4B2D-85BFF4308F36}"/>
              </a:ext>
            </a:extLst>
          </p:cNvPr>
          <p:cNvGrpSpPr>
            <a:grpSpLocks/>
          </p:cNvGrpSpPr>
          <p:nvPr/>
        </p:nvGrpSpPr>
        <p:grpSpPr bwMode="auto">
          <a:xfrm>
            <a:off x="3559447" y="560251"/>
            <a:ext cx="5715001" cy="5256213"/>
            <a:chOff x="1152" y="480"/>
            <a:chExt cx="3600" cy="3311"/>
          </a:xfrm>
        </p:grpSpPr>
        <p:sp>
          <p:nvSpPr>
            <p:cNvPr id="6" name="Freeform 3">
              <a:extLst>
                <a:ext uri="{FF2B5EF4-FFF2-40B4-BE49-F238E27FC236}">
                  <a16:creationId xmlns:a16="http://schemas.microsoft.com/office/drawing/2014/main" id="{F69271FD-CBD7-A345-BD43-760B2BBA5A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7" y="2455"/>
              <a:ext cx="0" cy="9"/>
            </a:xfrm>
            <a:custGeom>
              <a:avLst/>
              <a:gdLst>
                <a:gd name="T0" fmla="*/ 0 w 1"/>
                <a:gd name="T1" fmla="*/ 8 h 8"/>
                <a:gd name="T2" fmla="*/ 0 w 1"/>
                <a:gd name="T3" fmla="*/ 0 h 8"/>
                <a:gd name="T4" fmla="*/ 1 w 1"/>
                <a:gd name="T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">
                  <a:moveTo>
                    <a:pt x="0" y="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2E1DBC1A-73BC-BB91-C07E-3C070525CE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8" y="2570"/>
              <a:ext cx="358" cy="699"/>
            </a:xfrm>
            <a:custGeom>
              <a:avLst/>
              <a:gdLst>
                <a:gd name="T0" fmla="*/ 1107 w 1107"/>
                <a:gd name="T1" fmla="*/ 2909 h 2909"/>
                <a:gd name="T2" fmla="*/ 0 w 1107"/>
                <a:gd name="T3" fmla="*/ 0 h 2909"/>
                <a:gd name="T4" fmla="*/ 1 w 1107"/>
                <a:gd name="T5" fmla="*/ 0 h 29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07" h="2909">
                  <a:moveTo>
                    <a:pt x="1107" y="290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w="57150" cmpd="sng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wrap="none" lIns="91026" tIns="46231" rIns="91026" bIns="46231">
              <a:spAutoFit/>
            </a:bodyPr>
            <a:lstStyle/>
            <a:p>
              <a:endParaRPr lang="en-US"/>
            </a:p>
          </p:txBody>
        </p:sp>
        <p:grpSp>
          <p:nvGrpSpPr>
            <p:cNvPr id="8" name="Group 5">
              <a:extLst>
                <a:ext uri="{FF2B5EF4-FFF2-40B4-BE49-F238E27FC236}">
                  <a16:creationId xmlns:a16="http://schemas.microsoft.com/office/drawing/2014/main" id="{52DF6F3F-1F77-14F2-FA50-8384F92C22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63" y="480"/>
              <a:ext cx="3589" cy="3311"/>
              <a:chOff x="1248" y="672"/>
              <a:chExt cx="3312" cy="3072"/>
            </a:xfrm>
          </p:grpSpPr>
          <p:sp>
            <p:nvSpPr>
              <p:cNvPr id="29" name="Freeform 6">
                <a:extLst>
                  <a:ext uri="{FF2B5EF4-FFF2-40B4-BE49-F238E27FC236}">
                    <a16:creationId xmlns:a16="http://schemas.microsoft.com/office/drawing/2014/main" id="{639FC8B5-0F2F-636C-5C39-821F20A461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2" y="2129"/>
                <a:ext cx="1828" cy="884"/>
              </a:xfrm>
              <a:custGeom>
                <a:avLst/>
                <a:gdLst>
                  <a:gd name="T0" fmla="*/ 0 w 5937"/>
                  <a:gd name="T1" fmla="*/ 3899 h 3899"/>
                  <a:gd name="T2" fmla="*/ 5936 w 5937"/>
                  <a:gd name="T3" fmla="*/ 0 h 3899"/>
                  <a:gd name="T4" fmla="*/ 5937 w 5937"/>
                  <a:gd name="T5" fmla="*/ 0 h 38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937" h="3899">
                    <a:moveTo>
                      <a:pt x="0" y="3899"/>
                    </a:moveTo>
                    <a:lnTo>
                      <a:pt x="5936" y="0"/>
                    </a:lnTo>
                    <a:lnTo>
                      <a:pt x="5937" y="0"/>
                    </a:lnTo>
                  </a:path>
                </a:pathLst>
              </a:custGeom>
              <a:noFill/>
              <a:ln w="1905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026" tIns="46231" rIns="91026" bIns="46231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0" name="Freeform 7">
                <a:extLst>
                  <a:ext uri="{FF2B5EF4-FFF2-40B4-BE49-F238E27FC236}">
                    <a16:creationId xmlns:a16="http://schemas.microsoft.com/office/drawing/2014/main" id="{4292E085-B67C-E776-DC7A-F3321EC75A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9" y="672"/>
                <a:ext cx="1" cy="1468"/>
              </a:xfrm>
              <a:custGeom>
                <a:avLst/>
                <a:gdLst>
                  <a:gd name="T0" fmla="*/ 0 w 1"/>
                  <a:gd name="T1" fmla="*/ 6599 h 6599"/>
                  <a:gd name="T2" fmla="*/ 0 w 1"/>
                  <a:gd name="T3" fmla="*/ 0 h 6599"/>
                  <a:gd name="T4" fmla="*/ 1 w 1"/>
                  <a:gd name="T5" fmla="*/ 0 h 65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599">
                    <a:moveTo>
                      <a:pt x="0" y="659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1026" tIns="46231" rIns="91026" bIns="46231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1" name="Freeform 8">
                <a:extLst>
                  <a:ext uri="{FF2B5EF4-FFF2-40B4-BE49-F238E27FC236}">
                    <a16:creationId xmlns:a16="http://schemas.microsoft.com/office/drawing/2014/main" id="{AB42F27A-0DF6-3E55-3CB2-1F875F4772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8" y="672"/>
                <a:ext cx="1821" cy="889"/>
              </a:xfrm>
              <a:custGeom>
                <a:avLst/>
                <a:gdLst>
                  <a:gd name="T0" fmla="*/ 6089 w 6089"/>
                  <a:gd name="T1" fmla="*/ 0 h 4000"/>
                  <a:gd name="T2" fmla="*/ 0 w 6089"/>
                  <a:gd name="T3" fmla="*/ 4000 h 4000"/>
                  <a:gd name="T4" fmla="*/ 1 w 6089"/>
                  <a:gd name="T5" fmla="*/ 4000 h 4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089" h="4000">
                    <a:moveTo>
                      <a:pt x="6089" y="0"/>
                    </a:moveTo>
                    <a:lnTo>
                      <a:pt x="0" y="4000"/>
                    </a:lnTo>
                    <a:lnTo>
                      <a:pt x="1" y="4000"/>
                    </a:lnTo>
                  </a:path>
                </a:pathLst>
              </a:custGeom>
              <a:noFill/>
              <a:ln w="19050" cmpd="sng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1026" tIns="46231" rIns="91026" bIns="46231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" name="Freeform 9">
                <a:extLst>
                  <a:ext uri="{FF2B5EF4-FFF2-40B4-BE49-F238E27FC236}">
                    <a16:creationId xmlns:a16="http://schemas.microsoft.com/office/drawing/2014/main" id="{CF8932CC-7022-0690-8BA5-AD4424414D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8" y="1561"/>
                <a:ext cx="1" cy="1456"/>
              </a:xfrm>
              <a:custGeom>
                <a:avLst/>
                <a:gdLst>
                  <a:gd name="T0" fmla="*/ 0 w 1"/>
                  <a:gd name="T1" fmla="*/ 0 h 6544"/>
                  <a:gd name="T2" fmla="*/ 0 w 1"/>
                  <a:gd name="T3" fmla="*/ 6544 h 6544"/>
                  <a:gd name="T4" fmla="*/ 1 w 1"/>
                  <a:gd name="T5" fmla="*/ 6544 h 65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544">
                    <a:moveTo>
                      <a:pt x="0" y="0"/>
                    </a:moveTo>
                    <a:lnTo>
                      <a:pt x="0" y="6544"/>
                    </a:lnTo>
                    <a:lnTo>
                      <a:pt x="1" y="6544"/>
                    </a:lnTo>
                  </a:path>
                </a:pathLst>
              </a:custGeom>
              <a:noFill/>
              <a:ln w="19050" cmpd="sng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1026" tIns="46231" rIns="91026" bIns="46231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3" name="Freeform 10">
                <a:extLst>
                  <a:ext uri="{FF2B5EF4-FFF2-40B4-BE49-F238E27FC236}">
                    <a16:creationId xmlns:a16="http://schemas.microsoft.com/office/drawing/2014/main" id="{DD1DFABC-4DE2-E26A-AB0B-872A4F89D9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8" y="3017"/>
                <a:ext cx="1490" cy="727"/>
              </a:xfrm>
              <a:custGeom>
                <a:avLst/>
                <a:gdLst>
                  <a:gd name="T0" fmla="*/ 0 w 4983"/>
                  <a:gd name="T1" fmla="*/ 0 h 3273"/>
                  <a:gd name="T2" fmla="*/ 4982 w 4983"/>
                  <a:gd name="T3" fmla="*/ 3273 h 3273"/>
                  <a:gd name="T4" fmla="*/ 4983 w 4983"/>
                  <a:gd name="T5" fmla="*/ 3273 h 3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983" h="3273">
                    <a:moveTo>
                      <a:pt x="0" y="0"/>
                    </a:moveTo>
                    <a:lnTo>
                      <a:pt x="4982" y="3273"/>
                    </a:lnTo>
                    <a:lnTo>
                      <a:pt x="4983" y="3273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1026" tIns="46231" rIns="91026" bIns="46231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4" name="Freeform 11">
                <a:extLst>
                  <a:ext uri="{FF2B5EF4-FFF2-40B4-BE49-F238E27FC236}">
                    <a16:creationId xmlns:a16="http://schemas.microsoft.com/office/drawing/2014/main" id="{7C8FEFE5-5E7F-0829-636C-FC5E6732AF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8" y="2856"/>
                <a:ext cx="1822" cy="888"/>
              </a:xfrm>
              <a:custGeom>
                <a:avLst/>
                <a:gdLst>
                  <a:gd name="T0" fmla="*/ 0 w 6091"/>
                  <a:gd name="T1" fmla="*/ 3999 h 3999"/>
                  <a:gd name="T2" fmla="*/ 6090 w 6091"/>
                  <a:gd name="T3" fmla="*/ 0 h 3999"/>
                  <a:gd name="T4" fmla="*/ 6091 w 6091"/>
                  <a:gd name="T5" fmla="*/ 0 h 39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091" h="3999">
                    <a:moveTo>
                      <a:pt x="0" y="3999"/>
                    </a:moveTo>
                    <a:lnTo>
                      <a:pt x="6090" y="0"/>
                    </a:lnTo>
                    <a:lnTo>
                      <a:pt x="6091" y="0"/>
                    </a:lnTo>
                  </a:path>
                </a:pathLst>
              </a:custGeom>
              <a:noFill/>
              <a:ln w="19050" cmpd="sng">
                <a:solidFill>
                  <a:schemeClr val="fol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1026" tIns="46231" rIns="91026" bIns="46231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5" name="Freeform 12">
                <a:extLst>
                  <a:ext uri="{FF2B5EF4-FFF2-40B4-BE49-F238E27FC236}">
                    <a16:creationId xmlns:a16="http://schemas.microsoft.com/office/drawing/2014/main" id="{86314E9E-3625-7152-B3BB-51928E170E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9" y="2127"/>
                <a:ext cx="1491" cy="729"/>
              </a:xfrm>
              <a:custGeom>
                <a:avLst/>
                <a:gdLst>
                  <a:gd name="T0" fmla="*/ 4983 w 4983"/>
                  <a:gd name="T1" fmla="*/ 3272 h 3272"/>
                  <a:gd name="T2" fmla="*/ 0 w 4983"/>
                  <a:gd name="T3" fmla="*/ 0 h 3272"/>
                  <a:gd name="T4" fmla="*/ 1 w 4983"/>
                  <a:gd name="T5" fmla="*/ 0 h 3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983" h="3272">
                    <a:moveTo>
                      <a:pt x="4983" y="327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fol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1026" tIns="46231" rIns="91026" bIns="46231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EC3CA49B-54D1-8E18-DC06-3A743BB34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0" y="2310"/>
              <a:ext cx="2" cy="349"/>
            </a:xfrm>
            <a:custGeom>
              <a:avLst/>
              <a:gdLst>
                <a:gd name="T0" fmla="*/ 0 w 2"/>
                <a:gd name="T1" fmla="*/ 0 h 1455"/>
                <a:gd name="T2" fmla="*/ 0 w 2"/>
                <a:gd name="T3" fmla="*/ 1455 h 1455"/>
                <a:gd name="T4" fmla="*/ 2 w 2"/>
                <a:gd name="T5" fmla="*/ 1455 h 1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455">
                  <a:moveTo>
                    <a:pt x="0" y="0"/>
                  </a:moveTo>
                  <a:lnTo>
                    <a:pt x="0" y="1455"/>
                  </a:lnTo>
                  <a:lnTo>
                    <a:pt x="2" y="1455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1026" tIns="46231" rIns="91026" bIns="46231">
              <a:spAutoFit/>
            </a:bodyPr>
            <a:lstStyle/>
            <a:p>
              <a:endParaRPr lang="en-US"/>
            </a:p>
          </p:txBody>
        </p:sp>
        <p:sp>
          <p:nvSpPr>
            <p:cNvPr id="10" name="Freeform 14">
              <a:extLst>
                <a:ext uri="{FF2B5EF4-FFF2-40B4-BE49-F238E27FC236}">
                  <a16:creationId xmlns:a16="http://schemas.microsoft.com/office/drawing/2014/main" id="{E2FFF0EB-7D73-91DA-F0B9-DA48768C7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0" y="1351"/>
              <a:ext cx="539" cy="959"/>
            </a:xfrm>
            <a:custGeom>
              <a:avLst/>
              <a:gdLst>
                <a:gd name="T0" fmla="*/ 0 w 1662"/>
                <a:gd name="T1" fmla="*/ 4000 h 4000"/>
                <a:gd name="T2" fmla="*/ 1661 w 1662"/>
                <a:gd name="T3" fmla="*/ 0 h 4000"/>
                <a:gd name="T4" fmla="*/ 1662 w 1662"/>
                <a:gd name="T5" fmla="*/ 0 h 4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2" h="4000">
                  <a:moveTo>
                    <a:pt x="0" y="4000"/>
                  </a:moveTo>
                  <a:lnTo>
                    <a:pt x="1661" y="0"/>
                  </a:lnTo>
                  <a:lnTo>
                    <a:pt x="1662" y="0"/>
                  </a:lnTo>
                </a:path>
              </a:pathLst>
            </a:custGeom>
            <a:noFill/>
            <a:ln w="57150" cmpd="sng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1026" tIns="46231" rIns="91026" bIns="46231">
              <a:spAutoFit/>
            </a:bodyPr>
            <a:lstStyle/>
            <a:p>
              <a:endParaRPr lang="en-US"/>
            </a:p>
          </p:txBody>
        </p:sp>
        <p:sp>
          <p:nvSpPr>
            <p:cNvPr id="11" name="Freeform 15">
              <a:extLst>
                <a:ext uri="{FF2B5EF4-FFF2-40B4-BE49-F238E27FC236}">
                  <a16:creationId xmlns:a16="http://schemas.microsoft.com/office/drawing/2014/main" id="{6D2B8B67-49AC-BAFE-346C-F2095FC65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9" y="1351"/>
              <a:ext cx="2" cy="1047"/>
            </a:xfrm>
            <a:custGeom>
              <a:avLst/>
              <a:gdLst>
                <a:gd name="T0" fmla="*/ 0 w 1"/>
                <a:gd name="T1" fmla="*/ 0 h 4363"/>
                <a:gd name="T2" fmla="*/ 0 w 1"/>
                <a:gd name="T3" fmla="*/ 4363 h 4363"/>
                <a:gd name="T4" fmla="*/ 1 w 1"/>
                <a:gd name="T5" fmla="*/ 4363 h 4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363">
                  <a:moveTo>
                    <a:pt x="0" y="0"/>
                  </a:moveTo>
                  <a:lnTo>
                    <a:pt x="0" y="4363"/>
                  </a:lnTo>
                  <a:lnTo>
                    <a:pt x="1" y="4363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1026" tIns="46231" rIns="91026" bIns="46231">
              <a:spAutoFit/>
            </a:bodyPr>
            <a:lstStyle/>
            <a:p>
              <a:endParaRPr lang="en-US"/>
            </a:p>
          </p:txBody>
        </p:sp>
        <p:sp>
          <p:nvSpPr>
            <p:cNvPr id="12" name="Freeform 16">
              <a:extLst>
                <a:ext uri="{FF2B5EF4-FFF2-40B4-BE49-F238E27FC236}">
                  <a16:creationId xmlns:a16="http://schemas.microsoft.com/office/drawing/2014/main" id="{BBB55063-7ADD-FB22-452B-C48E292C5E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9" y="2398"/>
              <a:ext cx="358" cy="173"/>
            </a:xfrm>
            <a:custGeom>
              <a:avLst/>
              <a:gdLst>
                <a:gd name="T0" fmla="*/ 0 w 1108"/>
                <a:gd name="T1" fmla="*/ 0 h 728"/>
                <a:gd name="T2" fmla="*/ 1107 w 1108"/>
                <a:gd name="T3" fmla="*/ 728 h 728"/>
                <a:gd name="T4" fmla="*/ 1108 w 1108"/>
                <a:gd name="T5" fmla="*/ 728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08" h="728">
                  <a:moveTo>
                    <a:pt x="0" y="0"/>
                  </a:moveTo>
                  <a:lnTo>
                    <a:pt x="1107" y="728"/>
                  </a:lnTo>
                  <a:lnTo>
                    <a:pt x="1108" y="728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1026" tIns="46231" rIns="91026" bIns="46231">
              <a:spAutoFit/>
            </a:bodyPr>
            <a:lstStyle/>
            <a:p>
              <a:endParaRPr lang="en-US"/>
            </a:p>
          </p:txBody>
        </p:sp>
        <p:sp>
          <p:nvSpPr>
            <p:cNvPr id="13" name="Freeform 17">
              <a:extLst>
                <a:ext uri="{FF2B5EF4-FFF2-40B4-BE49-F238E27FC236}">
                  <a16:creationId xmlns:a16="http://schemas.microsoft.com/office/drawing/2014/main" id="{44BA02C6-3572-C6F0-D9F2-5606C6784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1527"/>
              <a:ext cx="1" cy="1044"/>
            </a:xfrm>
            <a:custGeom>
              <a:avLst/>
              <a:gdLst>
                <a:gd name="T0" fmla="*/ 0 w 1"/>
                <a:gd name="T1" fmla="*/ 4364 h 4364"/>
                <a:gd name="T2" fmla="*/ 0 w 1"/>
                <a:gd name="T3" fmla="*/ 0 h 4364"/>
                <a:gd name="T4" fmla="*/ 1 w 1"/>
                <a:gd name="T5" fmla="*/ 0 h 4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364">
                  <a:moveTo>
                    <a:pt x="0" y="436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1026" tIns="46231" rIns="91026" bIns="46231">
              <a:spAutoFit/>
            </a:bodyPr>
            <a:lstStyle/>
            <a:p>
              <a:endParaRPr lang="en-US"/>
            </a:p>
          </p:txBody>
        </p:sp>
        <p:sp>
          <p:nvSpPr>
            <p:cNvPr id="14" name="Freeform 18">
              <a:extLst>
                <a:ext uri="{FF2B5EF4-FFF2-40B4-BE49-F238E27FC236}">
                  <a16:creationId xmlns:a16="http://schemas.microsoft.com/office/drawing/2014/main" id="{AE3D14B0-A571-23B9-972D-1FB29697E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9" y="1351"/>
              <a:ext cx="358" cy="176"/>
            </a:xfrm>
            <a:custGeom>
              <a:avLst/>
              <a:gdLst>
                <a:gd name="T0" fmla="*/ 1107 w 1107"/>
                <a:gd name="T1" fmla="*/ 727 h 727"/>
                <a:gd name="T2" fmla="*/ 0 w 1107"/>
                <a:gd name="T3" fmla="*/ 0 h 727"/>
                <a:gd name="T4" fmla="*/ 1 w 1107"/>
                <a:gd name="T5" fmla="*/ 0 h 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07" h="727">
                  <a:moveTo>
                    <a:pt x="1107" y="727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1026" tIns="46231" rIns="91026" bIns="46231">
              <a:spAutoFit/>
            </a:bodyPr>
            <a:lstStyle/>
            <a:p>
              <a:endParaRPr lang="en-US"/>
            </a:p>
          </p:txBody>
        </p:sp>
        <p:sp>
          <p:nvSpPr>
            <p:cNvPr id="15" name="Freeform 19">
              <a:extLst>
                <a:ext uri="{FF2B5EF4-FFF2-40B4-BE49-F238E27FC236}">
                  <a16:creationId xmlns:a16="http://schemas.microsoft.com/office/drawing/2014/main" id="{1DBEF31B-96D9-7BBA-B5C7-F8932DB34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0" y="2659"/>
              <a:ext cx="1256" cy="610"/>
            </a:xfrm>
            <a:custGeom>
              <a:avLst/>
              <a:gdLst>
                <a:gd name="T0" fmla="*/ 0 w 3876"/>
                <a:gd name="T1" fmla="*/ 0 h 2545"/>
                <a:gd name="T2" fmla="*/ 3875 w 3876"/>
                <a:gd name="T3" fmla="*/ 2545 h 2545"/>
                <a:gd name="T4" fmla="*/ 3876 w 3876"/>
                <a:gd name="T5" fmla="*/ 2545 h 2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76" h="2545">
                  <a:moveTo>
                    <a:pt x="0" y="0"/>
                  </a:moveTo>
                  <a:lnTo>
                    <a:pt x="3875" y="2545"/>
                  </a:lnTo>
                  <a:lnTo>
                    <a:pt x="3876" y="2545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1026" tIns="46231" rIns="91026" bIns="46231">
              <a:spAutoFit/>
            </a:bodyPr>
            <a:lstStyle/>
            <a:p>
              <a:endParaRPr lang="en-US"/>
            </a:p>
          </p:txBody>
        </p:sp>
        <p:sp>
          <p:nvSpPr>
            <p:cNvPr id="16" name="Freeform 20">
              <a:extLst>
                <a:ext uri="{FF2B5EF4-FFF2-40B4-BE49-F238E27FC236}">
                  <a16:creationId xmlns:a16="http://schemas.microsoft.com/office/drawing/2014/main" id="{B0ED05B7-EF03-61EE-FB88-70B0C3F38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6" y="2920"/>
              <a:ext cx="1" cy="349"/>
            </a:xfrm>
            <a:custGeom>
              <a:avLst/>
              <a:gdLst>
                <a:gd name="T0" fmla="*/ 0 w 1"/>
                <a:gd name="T1" fmla="*/ 1455 h 1455"/>
                <a:gd name="T2" fmla="*/ 0 w 1"/>
                <a:gd name="T3" fmla="*/ 0 h 1455"/>
                <a:gd name="T4" fmla="*/ 1 w 1"/>
                <a:gd name="T5" fmla="*/ 0 h 1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55">
                  <a:moveTo>
                    <a:pt x="0" y="145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1026" tIns="46231" rIns="91026" bIns="46231">
              <a:spAutoFit/>
            </a:bodyPr>
            <a:lstStyle/>
            <a:p>
              <a:endParaRPr lang="en-US"/>
            </a:p>
          </p:txBody>
        </p:sp>
        <p:sp>
          <p:nvSpPr>
            <p:cNvPr id="17" name="Freeform 21">
              <a:extLst>
                <a:ext uri="{FF2B5EF4-FFF2-40B4-BE49-F238E27FC236}">
                  <a16:creationId xmlns:a16="http://schemas.microsoft.com/office/drawing/2014/main" id="{BEEE2863-71B0-1CA2-5C77-B05D350F4A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0" y="2310"/>
              <a:ext cx="1256" cy="610"/>
            </a:xfrm>
            <a:custGeom>
              <a:avLst/>
              <a:gdLst>
                <a:gd name="T0" fmla="*/ 3875 w 3875"/>
                <a:gd name="T1" fmla="*/ 2545 h 2545"/>
                <a:gd name="T2" fmla="*/ 0 w 3875"/>
                <a:gd name="T3" fmla="*/ 0 h 2545"/>
                <a:gd name="T4" fmla="*/ 2 w 3875"/>
                <a:gd name="T5" fmla="*/ 0 h 2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75" h="2545">
                  <a:moveTo>
                    <a:pt x="3875" y="2545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1026" tIns="46231" rIns="91026" bIns="46231">
              <a:spAutoFit/>
            </a:bodyPr>
            <a:lstStyle/>
            <a:p>
              <a:endParaRPr lang="en-US"/>
            </a:p>
          </p:txBody>
        </p:sp>
        <p:sp>
          <p:nvSpPr>
            <p:cNvPr id="18" name="Freeform 22">
              <a:extLst>
                <a:ext uri="{FF2B5EF4-FFF2-40B4-BE49-F238E27FC236}">
                  <a16:creationId xmlns:a16="http://schemas.microsoft.com/office/drawing/2014/main" id="{C149E06E-3C94-C0CB-1DB8-7369C2AA48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1527"/>
              <a:ext cx="359" cy="1393"/>
            </a:xfrm>
            <a:custGeom>
              <a:avLst/>
              <a:gdLst>
                <a:gd name="T0" fmla="*/ 0 w 1108"/>
                <a:gd name="T1" fmla="*/ 0 h 5818"/>
                <a:gd name="T2" fmla="*/ 1107 w 1108"/>
                <a:gd name="T3" fmla="*/ 5818 h 5818"/>
                <a:gd name="T4" fmla="*/ 1108 w 1108"/>
                <a:gd name="T5" fmla="*/ 5818 h 58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08" h="5818">
                  <a:moveTo>
                    <a:pt x="0" y="0"/>
                  </a:moveTo>
                  <a:lnTo>
                    <a:pt x="1107" y="5818"/>
                  </a:lnTo>
                  <a:lnTo>
                    <a:pt x="1108" y="5818"/>
                  </a:lnTo>
                </a:path>
              </a:pathLst>
            </a:custGeom>
            <a:noFill/>
            <a:ln w="571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1026" tIns="46231" rIns="91026" bIns="46231">
              <a:spAutoFit/>
            </a:bodyPr>
            <a:lstStyle/>
            <a:p>
              <a:endParaRPr lang="en-US"/>
            </a:p>
          </p:txBody>
        </p:sp>
        <p:grpSp>
          <p:nvGrpSpPr>
            <p:cNvPr id="19" name="Group 23">
              <a:extLst>
                <a:ext uri="{FF2B5EF4-FFF2-40B4-BE49-F238E27FC236}">
                  <a16:creationId xmlns:a16="http://schemas.microsoft.com/office/drawing/2014/main" id="{03CF61A7-DA21-0888-CC55-F4328FD0C6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1080"/>
              <a:ext cx="2282" cy="2631"/>
              <a:chOff x="1238" y="1229"/>
              <a:chExt cx="2106" cy="2441"/>
            </a:xfrm>
          </p:grpSpPr>
          <p:sp>
            <p:nvSpPr>
              <p:cNvPr id="20" name="Text Box 24">
                <a:extLst>
                  <a:ext uri="{FF2B5EF4-FFF2-40B4-BE49-F238E27FC236}">
                    <a16:creationId xmlns:a16="http://schemas.microsoft.com/office/drawing/2014/main" id="{D3495031-B140-45E4-7FF4-DB0A859CC1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86" y="1486"/>
                <a:ext cx="255" cy="3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1026" tIns="46231" rIns="91026" bIns="46231">
                <a:spAutoFit/>
              </a:bodyPr>
              <a:lstStyle>
                <a:lvl1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1pPr>
                <a:lvl2pPr marL="458788"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2pPr>
                <a:lvl3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3pPr>
                <a:lvl4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4pPr>
                <a:lvl5pPr marL="1827213"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5pPr>
                <a:lvl6pPr marL="22844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6pPr>
                <a:lvl7pPr marL="27416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7pPr>
                <a:lvl8pPr marL="31988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8pPr>
                <a:lvl9pPr marL="36560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9pPr>
              </a:lstStyle>
              <a:p>
                <a:pPr eaLnBrk="1" hangingPunct="1"/>
                <a:r>
                  <a:rPr lang="en-US" altLang="zh-CN" sz="2800" b="1"/>
                  <a:t>V</a:t>
                </a:r>
                <a:endParaRPr lang="en-US" altLang="zh-CN" sz="2800"/>
              </a:p>
            </p:txBody>
          </p:sp>
          <p:sp>
            <p:nvSpPr>
              <p:cNvPr id="21" name="Text Box 25">
                <a:extLst>
                  <a:ext uri="{FF2B5EF4-FFF2-40B4-BE49-F238E27FC236}">
                    <a16:creationId xmlns:a16="http://schemas.microsoft.com/office/drawing/2014/main" id="{38B530E3-1609-6AA1-350E-027A98D1BE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90" y="3366"/>
                <a:ext cx="266" cy="3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1026" tIns="46231" rIns="91026" bIns="46231">
                <a:spAutoFit/>
              </a:bodyPr>
              <a:lstStyle>
                <a:lvl1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1pPr>
                <a:lvl2pPr marL="458788"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2pPr>
                <a:lvl3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3pPr>
                <a:lvl4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4pPr>
                <a:lvl5pPr marL="1827213"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5pPr>
                <a:lvl6pPr marL="22844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6pPr>
                <a:lvl7pPr marL="27416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7pPr>
                <a:lvl8pPr marL="31988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8pPr>
                <a:lvl9pPr marL="36560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9pPr>
              </a:lstStyle>
              <a:p>
                <a:pPr eaLnBrk="1" hangingPunct="1"/>
                <a:r>
                  <a:rPr lang="en-US" altLang="zh-CN" sz="2800" b="1"/>
                  <a:t>H</a:t>
                </a:r>
              </a:p>
            </p:txBody>
          </p:sp>
          <p:sp>
            <p:nvSpPr>
              <p:cNvPr id="22" name="Text Box 26">
                <a:extLst>
                  <a:ext uri="{FF2B5EF4-FFF2-40B4-BE49-F238E27FC236}">
                    <a16:creationId xmlns:a16="http://schemas.microsoft.com/office/drawing/2014/main" id="{32C0AB75-9578-2EBD-8DB7-74D8F5EC5A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38" y="2670"/>
                <a:ext cx="233" cy="2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1026" tIns="46231" rIns="91026" bIns="46231">
                <a:spAutoFit/>
              </a:bodyPr>
              <a:lstStyle>
                <a:lvl1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1pPr>
                <a:lvl2pPr marL="458788"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2pPr>
                <a:lvl3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3pPr>
                <a:lvl4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4pPr>
                <a:lvl5pPr marL="1827213"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5pPr>
                <a:lvl6pPr marL="22844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6pPr>
                <a:lvl7pPr marL="27416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7pPr>
                <a:lvl8pPr marL="31988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8pPr>
                <a:lvl9pPr marL="36560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9pPr>
              </a:lstStyle>
              <a:p>
                <a:pPr eaLnBrk="1" hangingPunct="1"/>
                <a:r>
                  <a:rPr lang="en-US" altLang="zh-CN" b="1"/>
                  <a:t>X</a:t>
                </a:r>
              </a:p>
            </p:txBody>
          </p:sp>
          <p:sp>
            <p:nvSpPr>
              <p:cNvPr id="23" name="Text Box 27">
                <a:extLst>
                  <a:ext uri="{FF2B5EF4-FFF2-40B4-BE49-F238E27FC236}">
                    <a16:creationId xmlns:a16="http://schemas.microsoft.com/office/drawing/2014/main" id="{195C8740-9212-4641-5E90-F989A757A5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0" y="2862"/>
                <a:ext cx="234" cy="2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1026" tIns="46231" rIns="91026" bIns="46231">
                <a:spAutoFit/>
              </a:bodyPr>
              <a:lstStyle>
                <a:lvl1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1pPr>
                <a:lvl2pPr marL="458788"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2pPr>
                <a:lvl3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3pPr>
                <a:lvl4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4pPr>
                <a:lvl5pPr marL="1827213"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5pPr>
                <a:lvl6pPr marL="22844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6pPr>
                <a:lvl7pPr marL="27416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7pPr>
                <a:lvl8pPr marL="31988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8pPr>
                <a:lvl9pPr marL="36560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9pPr>
              </a:lstStyle>
              <a:p>
                <a:pPr eaLnBrk="1" hangingPunct="1"/>
                <a:r>
                  <a:rPr lang="en-US" altLang="zh-CN" b="1"/>
                  <a:t>A</a:t>
                </a:r>
              </a:p>
            </p:txBody>
          </p:sp>
          <p:sp>
            <p:nvSpPr>
              <p:cNvPr id="24" name="Text Box 28">
                <a:extLst>
                  <a:ext uri="{FF2B5EF4-FFF2-40B4-BE49-F238E27FC236}">
                    <a16:creationId xmlns:a16="http://schemas.microsoft.com/office/drawing/2014/main" id="{04565AFD-56AE-8CAD-9377-5E037C6640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38" y="1282"/>
                <a:ext cx="223" cy="2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1026" tIns="46231" rIns="91026" bIns="46231">
                <a:spAutoFit/>
              </a:bodyPr>
              <a:lstStyle>
                <a:lvl1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1pPr>
                <a:lvl2pPr marL="458788"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2pPr>
                <a:lvl3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3pPr>
                <a:lvl4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4pPr>
                <a:lvl5pPr marL="1827213"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5pPr>
                <a:lvl6pPr marL="22844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6pPr>
                <a:lvl7pPr marL="27416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7pPr>
                <a:lvl8pPr marL="31988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8pPr>
                <a:lvl9pPr marL="36560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9pPr>
              </a:lstStyle>
              <a:p>
                <a:pPr eaLnBrk="1" hangingPunct="1"/>
                <a:r>
                  <a:rPr lang="en-US" altLang="zh-CN" b="1"/>
                  <a:t>B</a:t>
                </a:r>
              </a:p>
            </p:txBody>
          </p:sp>
          <p:sp>
            <p:nvSpPr>
              <p:cNvPr id="25" name="Text Box 29">
                <a:extLst>
                  <a:ext uri="{FF2B5EF4-FFF2-40B4-BE49-F238E27FC236}">
                    <a16:creationId xmlns:a16="http://schemas.microsoft.com/office/drawing/2014/main" id="{2EF51B63-D2B0-2C87-B263-A147F75E7F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01" y="1229"/>
                <a:ext cx="246" cy="2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1026" tIns="46231" rIns="91026" bIns="46231">
                <a:spAutoFit/>
              </a:bodyPr>
              <a:lstStyle>
                <a:lvl1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1pPr>
                <a:lvl2pPr marL="458788"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2pPr>
                <a:lvl3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3pPr>
                <a:lvl4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4pPr>
                <a:lvl5pPr marL="1827213"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5pPr>
                <a:lvl6pPr marL="22844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6pPr>
                <a:lvl7pPr marL="27416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7pPr>
                <a:lvl8pPr marL="31988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8pPr>
                <a:lvl9pPr marL="36560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9pPr>
              </a:lstStyle>
              <a:p>
                <a:pPr eaLnBrk="1" hangingPunct="1"/>
                <a:r>
                  <a:rPr lang="en-US" altLang="zh-CN" b="1" i="1" dirty="0"/>
                  <a:t>a'</a:t>
                </a:r>
              </a:p>
            </p:txBody>
          </p:sp>
          <p:sp>
            <p:nvSpPr>
              <p:cNvPr id="26" name="Text Box 30">
                <a:extLst>
                  <a:ext uri="{FF2B5EF4-FFF2-40B4-BE49-F238E27FC236}">
                    <a16:creationId xmlns:a16="http://schemas.microsoft.com/office/drawing/2014/main" id="{DA42ED79-76F0-6697-E0DD-02C6793832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22" y="2239"/>
                <a:ext cx="253" cy="2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1026" tIns="46231" rIns="91026" bIns="46231">
                <a:spAutoFit/>
              </a:bodyPr>
              <a:lstStyle>
                <a:lvl1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1pPr>
                <a:lvl2pPr marL="458788"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2pPr>
                <a:lvl3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3pPr>
                <a:lvl4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4pPr>
                <a:lvl5pPr marL="1827213"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5pPr>
                <a:lvl6pPr marL="22844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6pPr>
                <a:lvl7pPr marL="27416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7pPr>
                <a:lvl8pPr marL="31988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8pPr>
                <a:lvl9pPr marL="36560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9pPr>
              </a:lstStyle>
              <a:p>
                <a:pPr eaLnBrk="1" hangingPunct="1"/>
                <a:r>
                  <a:rPr lang="en-US" altLang="zh-CN" b="1" i="1"/>
                  <a:t>b'</a:t>
                </a:r>
              </a:p>
            </p:txBody>
          </p:sp>
          <p:sp>
            <p:nvSpPr>
              <p:cNvPr id="27" name="Text Box 31">
                <a:extLst>
                  <a:ext uri="{FF2B5EF4-FFF2-40B4-BE49-F238E27FC236}">
                    <a16:creationId xmlns:a16="http://schemas.microsoft.com/office/drawing/2014/main" id="{C2634883-A755-F4A5-5E2F-14D69A2244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4" y="3203"/>
                <a:ext cx="196" cy="2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1026" tIns="46231" rIns="91026" bIns="46231">
                <a:spAutoFit/>
              </a:bodyPr>
              <a:lstStyle>
                <a:lvl1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1pPr>
                <a:lvl2pPr marL="458788"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2pPr>
                <a:lvl3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3pPr>
                <a:lvl4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4pPr>
                <a:lvl5pPr marL="1827213"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5pPr>
                <a:lvl6pPr marL="22844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6pPr>
                <a:lvl7pPr marL="27416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7pPr>
                <a:lvl8pPr marL="31988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8pPr>
                <a:lvl9pPr marL="36560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9pPr>
              </a:lstStyle>
              <a:p>
                <a:pPr eaLnBrk="1" hangingPunct="1"/>
                <a:r>
                  <a:rPr lang="en-US" altLang="zh-CN" b="1" i="1" dirty="0"/>
                  <a:t>a</a:t>
                </a:r>
              </a:p>
            </p:txBody>
          </p:sp>
          <p:sp>
            <p:nvSpPr>
              <p:cNvPr id="28" name="Text Box 32">
                <a:extLst>
                  <a:ext uri="{FF2B5EF4-FFF2-40B4-BE49-F238E27FC236}">
                    <a16:creationId xmlns:a16="http://schemas.microsoft.com/office/drawing/2014/main" id="{A6E535B5-E7F3-7756-8717-B36D03C5CB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3" y="2340"/>
                <a:ext cx="196" cy="2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1026" tIns="46231" rIns="91026" bIns="46231">
                <a:spAutoFit/>
              </a:bodyPr>
              <a:lstStyle>
                <a:lvl1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1pPr>
                <a:lvl2pPr marL="458788"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2pPr>
                <a:lvl3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3pPr>
                <a:lvl4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4pPr>
                <a:lvl5pPr marL="1827213"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5pPr>
                <a:lvl6pPr marL="22844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6pPr>
                <a:lvl7pPr marL="27416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7pPr>
                <a:lvl8pPr marL="31988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8pPr>
                <a:lvl9pPr marL="36560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9pPr>
              </a:lstStyle>
              <a:p>
                <a:pPr eaLnBrk="1" hangingPunct="1"/>
                <a:r>
                  <a:rPr lang="en-US" altLang="zh-CN" b="1" i="1"/>
                  <a:t>b</a:t>
                </a:r>
              </a:p>
            </p:txBody>
          </p:sp>
        </p:grpSp>
      </p:grpSp>
      <p:sp>
        <p:nvSpPr>
          <p:cNvPr id="36" name="Line 41">
            <a:extLst>
              <a:ext uri="{FF2B5EF4-FFF2-40B4-BE49-F238E27FC236}">
                <a16:creationId xmlns:a16="http://schemas.microsoft.com/office/drawing/2014/main" id="{1651BCF6-529C-A1D1-60E0-8E690DC84A34}"/>
              </a:ext>
            </a:extLst>
          </p:cNvPr>
          <p:cNvSpPr>
            <a:spLocks noChangeShapeType="1"/>
          </p:cNvSpPr>
          <p:nvPr/>
        </p:nvSpPr>
        <p:spPr bwMode="auto">
          <a:xfrm>
            <a:off x="7955235" y="3874951"/>
            <a:ext cx="328612" cy="11445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7" name="Group 42">
            <a:extLst>
              <a:ext uri="{FF2B5EF4-FFF2-40B4-BE49-F238E27FC236}">
                <a16:creationId xmlns:a16="http://schemas.microsoft.com/office/drawing/2014/main" id="{6811EB2F-F79F-4F43-30F0-282DE04185EA}"/>
              </a:ext>
            </a:extLst>
          </p:cNvPr>
          <p:cNvGrpSpPr>
            <a:grpSpLocks/>
          </p:cNvGrpSpPr>
          <p:nvPr/>
        </p:nvGrpSpPr>
        <p:grpSpPr bwMode="auto">
          <a:xfrm>
            <a:off x="6126435" y="1625464"/>
            <a:ext cx="1824037" cy="3367087"/>
            <a:chOff x="2778" y="1152"/>
            <a:chExt cx="1149" cy="2121"/>
          </a:xfrm>
        </p:grpSpPr>
        <p:sp>
          <p:nvSpPr>
            <p:cNvPr id="38" name="Line 43">
              <a:extLst>
                <a:ext uri="{FF2B5EF4-FFF2-40B4-BE49-F238E27FC236}">
                  <a16:creationId xmlns:a16="http://schemas.microsoft.com/office/drawing/2014/main" id="{FF921CD8-6B24-B142-A3C5-71F72ED495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7" y="1152"/>
              <a:ext cx="0" cy="11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9" name="Group 44">
              <a:extLst>
                <a:ext uri="{FF2B5EF4-FFF2-40B4-BE49-F238E27FC236}">
                  <a16:creationId xmlns:a16="http://schemas.microsoft.com/office/drawing/2014/main" id="{828B57C9-BDBC-BA5C-DFB0-1F6519FFFD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78" y="1155"/>
              <a:ext cx="1149" cy="2118"/>
              <a:chOff x="2778" y="1155"/>
              <a:chExt cx="1149" cy="2118"/>
            </a:xfrm>
          </p:grpSpPr>
          <p:sp>
            <p:nvSpPr>
              <p:cNvPr id="40" name="Freeform 45">
                <a:extLst>
                  <a:ext uri="{FF2B5EF4-FFF2-40B4-BE49-F238E27FC236}">
                    <a16:creationId xmlns:a16="http://schemas.microsoft.com/office/drawing/2014/main" id="{2B61EBB8-AD63-521B-307D-ECA3F0C62B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7" y="2949"/>
                <a:ext cx="790" cy="324"/>
              </a:xfrm>
              <a:custGeom>
                <a:avLst/>
                <a:gdLst>
                  <a:gd name="T0" fmla="*/ 0 w 2434"/>
                  <a:gd name="T1" fmla="*/ 1349 h 1349"/>
                  <a:gd name="T2" fmla="*/ 2433 w 2434"/>
                  <a:gd name="T3" fmla="*/ 0 h 1349"/>
                  <a:gd name="T4" fmla="*/ 2434 w 2434"/>
                  <a:gd name="T5" fmla="*/ 0 h 1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34" h="1349">
                    <a:moveTo>
                      <a:pt x="0" y="1349"/>
                    </a:moveTo>
                    <a:lnTo>
                      <a:pt x="2433" y="0"/>
                    </a:lnTo>
                    <a:lnTo>
                      <a:pt x="2434" y="0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46">
                <a:extLst>
                  <a:ext uri="{FF2B5EF4-FFF2-40B4-BE49-F238E27FC236}">
                    <a16:creationId xmlns:a16="http://schemas.microsoft.com/office/drawing/2014/main" id="{A7F3E12D-62BC-2FA2-27DE-977DB4A731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8" y="2265"/>
                <a:ext cx="753" cy="309"/>
              </a:xfrm>
              <a:custGeom>
                <a:avLst/>
                <a:gdLst>
                  <a:gd name="T0" fmla="*/ 0 w 2322"/>
                  <a:gd name="T1" fmla="*/ 1286 h 1286"/>
                  <a:gd name="T2" fmla="*/ 2321 w 2322"/>
                  <a:gd name="T3" fmla="*/ 0 h 1286"/>
                  <a:gd name="T4" fmla="*/ 2322 w 2322"/>
                  <a:gd name="T5" fmla="*/ 0 h 1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322" h="1286">
                    <a:moveTo>
                      <a:pt x="0" y="1286"/>
                    </a:moveTo>
                    <a:lnTo>
                      <a:pt x="2321" y="0"/>
                    </a:lnTo>
                    <a:lnTo>
                      <a:pt x="232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47">
                <a:extLst>
                  <a:ext uri="{FF2B5EF4-FFF2-40B4-BE49-F238E27FC236}">
                    <a16:creationId xmlns:a16="http://schemas.microsoft.com/office/drawing/2014/main" id="{AED70B33-0C19-060E-6A9B-DAFBE051E6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6" y="2588"/>
                <a:ext cx="1" cy="361"/>
              </a:xfrm>
              <a:custGeom>
                <a:avLst/>
                <a:gdLst>
                  <a:gd name="T0" fmla="*/ 0 w 1"/>
                  <a:gd name="T1" fmla="*/ 1502 h 1502"/>
                  <a:gd name="T2" fmla="*/ 0 w 1"/>
                  <a:gd name="T3" fmla="*/ 0 h 1502"/>
                  <a:gd name="T4" fmla="*/ 1 w 1"/>
                  <a:gd name="T5" fmla="*/ 0 h 15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502">
                    <a:moveTo>
                      <a:pt x="0" y="150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48">
                <a:extLst>
                  <a:ext uri="{FF2B5EF4-FFF2-40B4-BE49-F238E27FC236}">
                    <a16:creationId xmlns:a16="http://schemas.microsoft.com/office/drawing/2014/main" id="{5B4CD0DF-E479-C2D2-584A-F7499E61DA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7" y="2588"/>
                <a:ext cx="790" cy="336"/>
              </a:xfrm>
              <a:custGeom>
                <a:avLst/>
                <a:gdLst>
                  <a:gd name="T0" fmla="*/ 0 w 2435"/>
                  <a:gd name="T1" fmla="*/ 1396 h 1396"/>
                  <a:gd name="T2" fmla="*/ 2434 w 2435"/>
                  <a:gd name="T3" fmla="*/ 0 h 1396"/>
                  <a:gd name="T4" fmla="*/ 2435 w 2435"/>
                  <a:gd name="T5" fmla="*/ 0 h 1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35" h="1396">
                    <a:moveTo>
                      <a:pt x="0" y="1396"/>
                    </a:moveTo>
                    <a:lnTo>
                      <a:pt x="2434" y="0"/>
                    </a:lnTo>
                    <a:lnTo>
                      <a:pt x="2435" y="0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49">
                <a:extLst>
                  <a:ext uri="{FF2B5EF4-FFF2-40B4-BE49-F238E27FC236}">
                    <a16:creationId xmlns:a16="http://schemas.microsoft.com/office/drawing/2014/main" id="{190FBBA1-C08E-56DF-7770-6F0DCC9950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8" y="1156"/>
                <a:ext cx="732" cy="371"/>
              </a:xfrm>
              <a:custGeom>
                <a:avLst/>
                <a:gdLst>
                  <a:gd name="T0" fmla="*/ 0 w 2255"/>
                  <a:gd name="T1" fmla="*/ 1544 h 1544"/>
                  <a:gd name="T2" fmla="*/ 2254 w 2255"/>
                  <a:gd name="T3" fmla="*/ 0 h 1544"/>
                  <a:gd name="T4" fmla="*/ 2255 w 2255"/>
                  <a:gd name="T5" fmla="*/ 0 h 15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55" h="1544">
                    <a:moveTo>
                      <a:pt x="0" y="1544"/>
                    </a:moveTo>
                    <a:lnTo>
                      <a:pt x="2254" y="0"/>
                    </a:lnTo>
                    <a:lnTo>
                      <a:pt x="2255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50">
                <a:extLst>
                  <a:ext uri="{FF2B5EF4-FFF2-40B4-BE49-F238E27FC236}">
                    <a16:creationId xmlns:a16="http://schemas.microsoft.com/office/drawing/2014/main" id="{4B387FE2-512B-7E6F-DDF4-CC1766F7BA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8" y="1155"/>
                <a:ext cx="418" cy="1433"/>
              </a:xfrm>
              <a:custGeom>
                <a:avLst/>
                <a:gdLst>
                  <a:gd name="T0" fmla="*/ 1287 w 1287"/>
                  <a:gd name="T1" fmla="*/ 5969 h 5969"/>
                  <a:gd name="T2" fmla="*/ 0 w 1287"/>
                  <a:gd name="T3" fmla="*/ 0 h 5969"/>
                  <a:gd name="T4" fmla="*/ 1 w 1287"/>
                  <a:gd name="T5" fmla="*/ 0 h 5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87" h="5969">
                    <a:moveTo>
                      <a:pt x="1287" y="596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57150" cmpd="sng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6" name="Group 51">
                <a:extLst>
                  <a:ext uri="{FF2B5EF4-FFF2-40B4-BE49-F238E27FC236}">
                    <a16:creationId xmlns:a16="http://schemas.microsoft.com/office/drawing/2014/main" id="{A0B7858F-9738-188E-190E-29F17EAFFD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63" y="2786"/>
                <a:ext cx="156" cy="207"/>
                <a:chOff x="3600" y="2832"/>
                <a:chExt cx="144" cy="192"/>
              </a:xfrm>
            </p:grpSpPr>
            <p:sp>
              <p:nvSpPr>
                <p:cNvPr id="47" name="Line 52">
                  <a:extLst>
                    <a:ext uri="{FF2B5EF4-FFF2-40B4-BE49-F238E27FC236}">
                      <a16:creationId xmlns:a16="http://schemas.microsoft.com/office/drawing/2014/main" id="{8FE85CFE-2167-815D-FEE4-A558EB1B6B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600" y="2832"/>
                  <a:ext cx="144" cy="48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round/>
                      <a:headEnd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Line 53">
                  <a:extLst>
                    <a:ext uri="{FF2B5EF4-FFF2-40B4-BE49-F238E27FC236}">
                      <a16:creationId xmlns:a16="http://schemas.microsoft.com/office/drawing/2014/main" id="{E82ECBBB-4C7B-C8FB-684B-86CA347B8D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0" y="2880"/>
                  <a:ext cx="96" cy="144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round/>
                      <a:headEnd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49" name="Group 54">
            <a:extLst>
              <a:ext uri="{FF2B5EF4-FFF2-40B4-BE49-F238E27FC236}">
                <a16:creationId xmlns:a16="http://schemas.microsoft.com/office/drawing/2014/main" id="{9363C050-AF15-E828-CB44-0B26EDCD16D1}"/>
              </a:ext>
            </a:extLst>
          </p:cNvPr>
          <p:cNvGrpSpPr>
            <a:grpSpLocks/>
          </p:cNvGrpSpPr>
          <p:nvPr/>
        </p:nvGrpSpPr>
        <p:grpSpPr bwMode="auto">
          <a:xfrm>
            <a:off x="7870298" y="4190865"/>
            <a:ext cx="539749" cy="485775"/>
            <a:chOff x="3867" y="2751"/>
            <a:chExt cx="340" cy="306"/>
          </a:xfrm>
        </p:grpSpPr>
        <p:sp>
          <p:nvSpPr>
            <p:cNvPr id="50" name="Arc 55">
              <a:extLst>
                <a:ext uri="{FF2B5EF4-FFF2-40B4-BE49-F238E27FC236}">
                  <a16:creationId xmlns:a16="http://schemas.microsoft.com/office/drawing/2014/main" id="{30A6C578-6B8F-EFD9-A007-EA87968ED7A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867" y="2755"/>
              <a:ext cx="105" cy="103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1439" rIns="91439">
              <a:spAutoFit/>
            </a:bodyPr>
            <a:lstStyle/>
            <a:p>
              <a:endParaRPr lang="en-US"/>
            </a:p>
          </p:txBody>
        </p:sp>
        <p:sp>
          <p:nvSpPr>
            <p:cNvPr id="51" name="Text Box 56">
              <a:extLst>
                <a:ext uri="{FF2B5EF4-FFF2-40B4-BE49-F238E27FC236}">
                  <a16:creationId xmlns:a16="http://schemas.microsoft.com/office/drawing/2014/main" id="{E93B9F12-26CB-DF29-A0EC-F0D1A4A027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7" y="2751"/>
              <a:ext cx="220" cy="306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1439" rIns="91439">
              <a:spAutoFit/>
            </a:bodyPr>
            <a:lstStyle>
              <a:lvl1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1pPr>
              <a:lvl2pPr marL="458788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2pPr>
              <a:lvl3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3pPr>
              <a:lvl4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4pPr>
              <a:lvl5pPr marL="1827213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5pPr>
              <a:lvl6pPr marL="22844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6pPr>
              <a:lvl7pPr marL="27416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7pPr>
              <a:lvl8pPr marL="3198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8pPr>
              <a:lvl9pPr marL="36560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9pPr>
            </a:lstStyle>
            <a:p>
              <a:pPr eaLnBrk="1" hangingPunct="1"/>
              <a:r>
                <a:rPr lang="en-US" altLang="zh-CN" b="1" dirty="0">
                  <a:solidFill>
                    <a:schemeClr val="accent2"/>
                  </a:solidFill>
                  <a:sym typeface="Symbol" charset="2"/>
                </a:rPr>
                <a:t></a:t>
              </a:r>
              <a:endParaRPr lang="en-US" altLang="zh-CN" b="1" dirty="0"/>
            </a:p>
          </p:txBody>
        </p:sp>
      </p:grpSp>
      <p:grpSp>
        <p:nvGrpSpPr>
          <p:cNvPr id="52" name="Group 95">
            <a:extLst>
              <a:ext uri="{FF2B5EF4-FFF2-40B4-BE49-F238E27FC236}">
                <a16:creationId xmlns:a16="http://schemas.microsoft.com/office/drawing/2014/main" id="{33F3ED49-77DD-3955-2951-C2A369B086B3}"/>
              </a:ext>
            </a:extLst>
          </p:cNvPr>
          <p:cNvGrpSpPr>
            <a:grpSpLocks/>
          </p:cNvGrpSpPr>
          <p:nvPr/>
        </p:nvGrpSpPr>
        <p:grpSpPr bwMode="auto">
          <a:xfrm>
            <a:off x="7012188" y="5698989"/>
            <a:ext cx="1173162" cy="673100"/>
            <a:chOff x="3428" y="3533"/>
            <a:chExt cx="643" cy="424"/>
          </a:xfrm>
        </p:grpSpPr>
        <p:sp>
          <p:nvSpPr>
            <p:cNvPr id="53" name="AutoShape 70">
              <a:extLst>
                <a:ext uri="{FF2B5EF4-FFF2-40B4-BE49-F238E27FC236}">
                  <a16:creationId xmlns:a16="http://schemas.microsoft.com/office/drawing/2014/main" id="{D03B1AC3-8888-8F44-4242-1551E18D87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8" y="3533"/>
              <a:ext cx="643" cy="424"/>
            </a:xfrm>
            <a:prstGeom prst="wedgeEllipseCallout">
              <a:avLst>
                <a:gd name="adj1" fmla="val 33778"/>
                <a:gd name="adj2" fmla="val -202343"/>
              </a:avLst>
            </a:prstGeom>
            <a:solidFill>
              <a:srgbClr val="FFFF00"/>
            </a:solidFill>
            <a:ln w="15875">
              <a:solidFill>
                <a:schemeClr val="tx1"/>
              </a:solidFill>
              <a:miter lim="800000"/>
              <a:headEnd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46" tIns="45717" rIns="91446" bIns="45717" anchor="ctr"/>
            <a:lstStyle>
              <a:lvl1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1pPr>
              <a:lvl2pPr marL="458788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2pPr>
              <a:lvl3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3pPr>
              <a:lvl4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4pPr>
              <a:lvl5pPr marL="1827213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5pPr>
              <a:lvl6pPr marL="22844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6pPr>
              <a:lvl7pPr marL="27416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7pPr>
              <a:lvl8pPr marL="3198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8pPr>
              <a:lvl9pPr marL="36560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9pPr>
            </a:lstStyle>
            <a:p>
              <a:pPr algn="ctr" eaLnBrk="1" hangingPunct="1"/>
              <a:endParaRPr lang="en-US" altLang="en-US" sz="2900" b="1"/>
            </a:p>
          </p:txBody>
        </p:sp>
        <p:sp>
          <p:nvSpPr>
            <p:cNvPr id="54" name="Text Box 72">
              <a:extLst>
                <a:ext uri="{FF2B5EF4-FFF2-40B4-BE49-F238E27FC236}">
                  <a16:creationId xmlns:a16="http://schemas.microsoft.com/office/drawing/2014/main" id="{84D88DE4-1FD5-5E7E-F425-C3FF7EE3D2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1" y="3618"/>
              <a:ext cx="419" cy="26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46" tIns="45717" rIns="91446" bIns="45717" anchor="ctr"/>
            <a:lstStyle>
              <a:lvl1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1pPr>
              <a:lvl2pPr marL="458788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2pPr>
              <a:lvl3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3pPr>
              <a:lvl4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4pPr>
              <a:lvl5pPr marL="1827213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5pPr>
              <a:lvl6pPr marL="22844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6pPr>
              <a:lvl7pPr marL="27416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7pPr>
              <a:lvl8pPr marL="3198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8pPr>
              <a:lvl9pPr marL="36560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9pPr>
            </a:lstStyle>
            <a:p>
              <a:pPr eaLnBrk="1" hangingPunct="1"/>
              <a:r>
                <a:rPr lang="zh-CN" altLang="en-US" sz="2000" b="1"/>
                <a:t>新轴</a:t>
              </a:r>
            </a:p>
          </p:txBody>
        </p:sp>
      </p:grpSp>
      <p:grpSp>
        <p:nvGrpSpPr>
          <p:cNvPr id="55" name="Group 92">
            <a:extLst>
              <a:ext uri="{FF2B5EF4-FFF2-40B4-BE49-F238E27FC236}">
                <a16:creationId xmlns:a16="http://schemas.microsoft.com/office/drawing/2014/main" id="{FF8CE7C1-E29B-6D8C-D88C-869D9558C755}"/>
              </a:ext>
            </a:extLst>
          </p:cNvPr>
          <p:cNvGrpSpPr>
            <a:grpSpLocks/>
          </p:cNvGrpSpPr>
          <p:nvPr/>
        </p:nvGrpSpPr>
        <p:grpSpPr bwMode="auto">
          <a:xfrm>
            <a:off x="2045528" y="2557326"/>
            <a:ext cx="1246188" cy="668338"/>
            <a:chOff x="288" y="1632"/>
            <a:chExt cx="721" cy="421"/>
          </a:xfrm>
        </p:grpSpPr>
        <p:sp>
          <p:nvSpPr>
            <p:cNvPr id="56" name="AutoShape 74">
              <a:extLst>
                <a:ext uri="{FF2B5EF4-FFF2-40B4-BE49-F238E27FC236}">
                  <a16:creationId xmlns:a16="http://schemas.microsoft.com/office/drawing/2014/main" id="{A82BB387-BE87-EB67-152B-4B58FCC2BB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1632"/>
              <a:ext cx="721" cy="421"/>
            </a:xfrm>
            <a:prstGeom prst="wedgeEllipseCallout">
              <a:avLst>
                <a:gd name="adj1" fmla="val 139583"/>
                <a:gd name="adj2" fmla="val 185157"/>
              </a:avLst>
            </a:prstGeom>
            <a:solidFill>
              <a:srgbClr val="9999FF"/>
            </a:solidFill>
            <a:ln w="15875">
              <a:solidFill>
                <a:schemeClr val="tx1"/>
              </a:solidFill>
              <a:miter lim="800000"/>
              <a:headEnd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39" tIns="45717" rIns="91439" bIns="45717" anchor="ctr"/>
            <a:lstStyle>
              <a:lvl1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1pPr>
              <a:lvl2pPr marL="458788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2pPr>
              <a:lvl3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3pPr>
              <a:lvl4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4pPr>
              <a:lvl5pPr marL="1827213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5pPr>
              <a:lvl6pPr marL="22844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6pPr>
              <a:lvl7pPr marL="27416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7pPr>
              <a:lvl8pPr marL="3198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8pPr>
              <a:lvl9pPr marL="36560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9pPr>
            </a:lstStyle>
            <a:p>
              <a:pPr algn="ctr" eaLnBrk="1" hangingPunct="1"/>
              <a:endParaRPr lang="en-US" altLang="en-US" sz="2900" b="1"/>
            </a:p>
          </p:txBody>
        </p:sp>
        <p:sp>
          <p:nvSpPr>
            <p:cNvPr id="57" name="Text Box 75">
              <a:extLst>
                <a:ext uri="{FF2B5EF4-FFF2-40B4-BE49-F238E27FC236}">
                  <a16:creationId xmlns:a16="http://schemas.microsoft.com/office/drawing/2014/main" id="{845CC4E1-A28F-F15A-4309-0E7699F0F6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" y="1686"/>
              <a:ext cx="418" cy="276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39" tIns="45717" rIns="91439" bIns="45717" anchor="ctr"/>
            <a:lstStyle>
              <a:lvl1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1pPr>
              <a:lvl2pPr marL="458788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2pPr>
              <a:lvl3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3pPr>
              <a:lvl4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4pPr>
              <a:lvl5pPr marL="1827213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5pPr>
              <a:lvl6pPr marL="22844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6pPr>
              <a:lvl7pPr marL="27416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7pPr>
              <a:lvl8pPr marL="3198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8pPr>
              <a:lvl9pPr marL="36560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9pPr>
            </a:lstStyle>
            <a:p>
              <a:pPr eaLnBrk="1" hangingPunct="1"/>
              <a:r>
                <a:rPr lang="zh-CN" altLang="en-US" sz="2000" b="1" dirty="0"/>
                <a:t>原轴</a:t>
              </a:r>
            </a:p>
          </p:txBody>
        </p:sp>
      </p:grpSp>
      <p:grpSp>
        <p:nvGrpSpPr>
          <p:cNvPr id="58" name="Group 94">
            <a:extLst>
              <a:ext uri="{FF2B5EF4-FFF2-40B4-BE49-F238E27FC236}">
                <a16:creationId xmlns:a16="http://schemas.microsoft.com/office/drawing/2014/main" id="{9FAFFC42-B15F-FF3A-F3BC-E15B0EBBB18B}"/>
              </a:ext>
            </a:extLst>
          </p:cNvPr>
          <p:cNvGrpSpPr>
            <a:grpSpLocks/>
          </p:cNvGrpSpPr>
          <p:nvPr/>
        </p:nvGrpSpPr>
        <p:grpSpPr bwMode="auto">
          <a:xfrm>
            <a:off x="7037961" y="1124807"/>
            <a:ext cx="2617386" cy="2904401"/>
            <a:chOff x="3275" y="669"/>
            <a:chExt cx="1801" cy="1836"/>
          </a:xfrm>
        </p:grpSpPr>
        <p:sp>
          <p:nvSpPr>
            <p:cNvPr id="59" name="AutoShape 77">
              <a:extLst>
                <a:ext uri="{FF2B5EF4-FFF2-40B4-BE49-F238E27FC236}">
                  <a16:creationId xmlns:a16="http://schemas.microsoft.com/office/drawing/2014/main" id="{E942FDF8-B18C-8C12-6221-F4CF30744B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4" y="858"/>
              <a:ext cx="772" cy="369"/>
            </a:xfrm>
            <a:prstGeom prst="wedgeRoundRectCallout">
              <a:avLst>
                <a:gd name="adj1" fmla="val -133175"/>
                <a:gd name="adj2" fmla="val 136048"/>
                <a:gd name="adj3" fmla="val 16667"/>
              </a:avLst>
            </a:prstGeom>
            <a:solidFill>
              <a:srgbClr val="FFFF00"/>
            </a:solidFill>
            <a:ln w="15875">
              <a:solidFill>
                <a:schemeClr val="tx1"/>
              </a:solidFill>
              <a:miter lim="800000"/>
              <a:headEnd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46" tIns="45728" rIns="91446" bIns="45728" anchor="ctr"/>
            <a:lstStyle>
              <a:lvl1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1pPr>
              <a:lvl2pPr marL="458788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2pPr>
              <a:lvl3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3pPr>
              <a:lvl4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4pPr>
              <a:lvl5pPr marL="1827213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5pPr>
              <a:lvl6pPr marL="22844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6pPr>
              <a:lvl7pPr marL="27416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7pPr>
              <a:lvl8pPr marL="3198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8pPr>
              <a:lvl9pPr marL="36560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9pPr>
            </a:lstStyle>
            <a:p>
              <a:pPr algn="ctr" eaLnBrk="1" hangingPunct="1"/>
              <a:endParaRPr lang="en-US" altLang="en-US" sz="2800" b="1"/>
            </a:p>
          </p:txBody>
        </p:sp>
        <p:grpSp>
          <p:nvGrpSpPr>
            <p:cNvPr id="60" name="Group 78">
              <a:extLst>
                <a:ext uri="{FF2B5EF4-FFF2-40B4-BE49-F238E27FC236}">
                  <a16:creationId xmlns:a16="http://schemas.microsoft.com/office/drawing/2014/main" id="{97D20F70-F126-A4F6-3F28-F3E1351FFA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75" y="669"/>
              <a:ext cx="1764" cy="1836"/>
              <a:chOff x="3130" y="944"/>
              <a:chExt cx="1714" cy="1678"/>
            </a:xfrm>
          </p:grpSpPr>
          <p:sp>
            <p:nvSpPr>
              <p:cNvPr id="61" name="Text Box 79">
                <a:extLst>
                  <a:ext uri="{FF2B5EF4-FFF2-40B4-BE49-F238E27FC236}">
                    <a16:creationId xmlns:a16="http://schemas.microsoft.com/office/drawing/2014/main" id="{63F9214E-C583-95A3-1B42-2DD857D60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07" y="2295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00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chemeClr val="tx1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1446" tIns="45728" rIns="91446" bIns="45728" anchor="ctr"/>
              <a:lstStyle>
                <a:lvl1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1pPr>
                <a:lvl2pPr marL="458788"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2pPr>
                <a:lvl3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3pPr>
                <a:lvl4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4pPr>
                <a:lvl5pPr marL="1827213"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5pPr>
                <a:lvl6pPr marL="22844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6pPr>
                <a:lvl7pPr marL="27416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7pPr>
                <a:lvl8pPr marL="31988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8pPr>
                <a:lvl9pPr marL="36560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9pPr>
              </a:lstStyle>
              <a:p>
                <a:pPr eaLnBrk="1" hangingPunct="1"/>
                <a:endParaRPr lang="en-US" altLang="zh-CN" b="1" i="1" dirty="0">
                  <a:solidFill>
                    <a:srgbClr val="FF0000"/>
                  </a:solidFill>
                </a:endParaRPr>
              </a:p>
              <a:p>
                <a:pPr eaLnBrk="1" hangingPunct="1"/>
                <a:r>
                  <a:rPr lang="en-US" altLang="zh-CN" b="1" i="1" dirty="0">
                    <a:solidFill>
                      <a:srgbClr val="FF0000"/>
                    </a:solidFill>
                  </a:rPr>
                  <a:t>a</a:t>
                </a:r>
                <a:r>
                  <a:rPr lang="en-US" altLang="zh-CN" b="1" i="1" baseline="-25000" dirty="0">
                    <a:solidFill>
                      <a:srgbClr val="FF0000"/>
                    </a:solidFill>
                  </a:rPr>
                  <a:t>1</a:t>
                </a:r>
                <a:r>
                  <a:rPr lang="en-US" altLang="zh-CN" b="1" i="1" dirty="0">
                    <a:solidFill>
                      <a:srgbClr val="FF0000"/>
                    </a:solidFill>
                  </a:rPr>
                  <a:t>'</a:t>
                </a:r>
                <a:endParaRPr lang="en-US" altLang="zh-CN" b="1" i="1" dirty="0"/>
              </a:p>
            </p:txBody>
          </p:sp>
          <p:sp>
            <p:nvSpPr>
              <p:cNvPr id="62" name="Text Box 80">
                <a:extLst>
                  <a:ext uri="{FF2B5EF4-FFF2-40B4-BE49-F238E27FC236}">
                    <a16:creationId xmlns:a16="http://schemas.microsoft.com/office/drawing/2014/main" id="{44AF4AC6-D41B-452C-6ECD-87BE0A3960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30" y="944"/>
                <a:ext cx="379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00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chemeClr val="tx1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1446" tIns="45728" rIns="91446" bIns="45728" anchor="ctr"/>
              <a:lstStyle>
                <a:lvl1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1pPr>
                <a:lvl2pPr marL="458788"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2pPr>
                <a:lvl3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3pPr>
                <a:lvl4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4pPr>
                <a:lvl5pPr marL="1827213"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5pPr>
                <a:lvl6pPr marL="22844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6pPr>
                <a:lvl7pPr marL="27416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7pPr>
                <a:lvl8pPr marL="31988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8pPr>
                <a:lvl9pPr marL="36560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9pPr>
              </a:lstStyle>
              <a:p>
                <a:pPr eaLnBrk="1" hangingPunct="1"/>
                <a:r>
                  <a:rPr lang="en-US" altLang="zh-CN" b="1" i="1" dirty="0">
                    <a:solidFill>
                      <a:srgbClr val="FF0000"/>
                    </a:solidFill>
                  </a:rPr>
                  <a:t>b</a:t>
                </a:r>
                <a:r>
                  <a:rPr lang="en-US" altLang="zh-CN" b="1" i="1" baseline="-25000" dirty="0">
                    <a:solidFill>
                      <a:srgbClr val="FF0000"/>
                    </a:solidFill>
                  </a:rPr>
                  <a:t>1</a:t>
                </a:r>
                <a:r>
                  <a:rPr lang="en-US" altLang="zh-CN" b="1" i="1" dirty="0">
                    <a:solidFill>
                      <a:srgbClr val="FF0000"/>
                    </a:solidFill>
                  </a:rPr>
                  <a:t>'</a:t>
                </a:r>
                <a:endParaRPr lang="en-US" altLang="zh-CN" b="1" i="1" dirty="0"/>
              </a:p>
            </p:txBody>
          </p:sp>
          <p:sp>
            <p:nvSpPr>
              <p:cNvPr id="63" name="Text Box 81">
                <a:extLst>
                  <a:ext uri="{FF2B5EF4-FFF2-40B4-BE49-F238E27FC236}">
                    <a16:creationId xmlns:a16="http://schemas.microsoft.com/office/drawing/2014/main" id="{B9F6772B-E38E-E9C6-3767-B2296B1CE0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52" y="1141"/>
                <a:ext cx="692" cy="288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5875">
                    <a:solidFill>
                      <a:schemeClr val="tx1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1446" tIns="45728" rIns="91446" bIns="45728" anchor="ctr"/>
              <a:lstStyle>
                <a:lvl1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1pPr>
                <a:lvl2pPr marL="458788"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2pPr>
                <a:lvl3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3pPr>
                <a:lvl4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4pPr>
                <a:lvl5pPr marL="1827213"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5pPr>
                <a:lvl6pPr marL="22844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6pPr>
                <a:lvl7pPr marL="27416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7pPr>
                <a:lvl8pPr marL="31988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8pPr>
                <a:lvl9pPr marL="36560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9pPr>
              </a:lstStyle>
              <a:p>
                <a:pPr eaLnBrk="1" hangingPunct="1"/>
                <a:r>
                  <a:rPr lang="en-US" altLang="zh-CN" sz="2000" b="1" dirty="0"/>
                  <a:t> </a:t>
                </a:r>
                <a:r>
                  <a:rPr lang="zh-CN" altLang="en-US" sz="2000" b="1" dirty="0"/>
                  <a:t>新投影</a:t>
                </a:r>
              </a:p>
            </p:txBody>
          </p:sp>
        </p:grpSp>
      </p:grpSp>
      <p:grpSp>
        <p:nvGrpSpPr>
          <p:cNvPr id="64" name="Group 93">
            <a:extLst>
              <a:ext uri="{FF2B5EF4-FFF2-40B4-BE49-F238E27FC236}">
                <a16:creationId xmlns:a16="http://schemas.microsoft.com/office/drawing/2014/main" id="{5CE1C5DA-6515-9B01-48C9-CCDC64F60620}"/>
              </a:ext>
            </a:extLst>
          </p:cNvPr>
          <p:cNvGrpSpPr>
            <a:grpSpLocks/>
          </p:cNvGrpSpPr>
          <p:nvPr/>
        </p:nvGrpSpPr>
        <p:grpSpPr bwMode="auto">
          <a:xfrm>
            <a:off x="3095994" y="1018908"/>
            <a:ext cx="1214437" cy="825500"/>
            <a:chOff x="919" y="618"/>
            <a:chExt cx="765" cy="520"/>
          </a:xfrm>
        </p:grpSpPr>
        <p:sp>
          <p:nvSpPr>
            <p:cNvPr id="65" name="AutoShape 83">
              <a:extLst>
                <a:ext uri="{FF2B5EF4-FFF2-40B4-BE49-F238E27FC236}">
                  <a16:creationId xmlns:a16="http://schemas.microsoft.com/office/drawing/2014/main" id="{D708913A-8411-E3B4-E825-3A689D4B0C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9" y="618"/>
              <a:ext cx="765" cy="520"/>
            </a:xfrm>
            <a:prstGeom prst="wedgeEllipseCallout">
              <a:avLst>
                <a:gd name="adj1" fmla="val 123204"/>
                <a:gd name="adj2" fmla="val 122694"/>
              </a:avLst>
            </a:prstGeom>
            <a:solidFill>
              <a:srgbClr val="9999FF"/>
            </a:solidFill>
            <a:ln w="15875">
              <a:solidFill>
                <a:schemeClr val="tx1"/>
              </a:solidFill>
              <a:miter lim="800000"/>
              <a:headEnd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39" tIns="45717" rIns="91439" bIns="45717" anchor="ctr"/>
            <a:lstStyle>
              <a:lvl1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1pPr>
              <a:lvl2pPr marL="458788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2pPr>
              <a:lvl3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3pPr>
              <a:lvl4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4pPr>
              <a:lvl5pPr marL="1827213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5pPr>
              <a:lvl6pPr marL="22844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6pPr>
              <a:lvl7pPr marL="27416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7pPr>
              <a:lvl8pPr marL="3198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8pPr>
              <a:lvl9pPr marL="36560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9pPr>
            </a:lstStyle>
            <a:p>
              <a:pPr algn="ctr" eaLnBrk="1" hangingPunct="1"/>
              <a:endParaRPr lang="en-US" altLang="en-US" b="1"/>
            </a:p>
          </p:txBody>
        </p:sp>
        <p:sp>
          <p:nvSpPr>
            <p:cNvPr id="66" name="Text Box 84">
              <a:extLst>
                <a:ext uri="{FF2B5EF4-FFF2-40B4-BE49-F238E27FC236}">
                  <a16:creationId xmlns:a16="http://schemas.microsoft.com/office/drawing/2014/main" id="{A508C20F-BEED-4C75-0E60-3A0813B1E7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5" y="711"/>
              <a:ext cx="427" cy="337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39" tIns="45717" rIns="91439" bIns="45717" anchor="ctr"/>
            <a:lstStyle>
              <a:lvl1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1pPr>
              <a:lvl2pPr marL="458788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2pPr>
              <a:lvl3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3pPr>
              <a:lvl4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4pPr>
              <a:lvl5pPr marL="1827213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5pPr>
              <a:lvl6pPr marL="22844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6pPr>
              <a:lvl7pPr marL="27416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7pPr>
              <a:lvl8pPr marL="3198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8pPr>
              <a:lvl9pPr marL="36560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9pPr>
            </a:lstStyle>
            <a:p>
              <a:pPr algn="ctr" eaLnBrk="1" hangingPunct="1"/>
              <a:r>
                <a:rPr lang="zh-CN" altLang="en-US" sz="2000" b="1" dirty="0"/>
                <a:t>原投影</a:t>
              </a:r>
            </a:p>
          </p:txBody>
        </p:sp>
      </p:grpSp>
      <p:grpSp>
        <p:nvGrpSpPr>
          <p:cNvPr id="67" name="Group 91">
            <a:extLst>
              <a:ext uri="{FF2B5EF4-FFF2-40B4-BE49-F238E27FC236}">
                <a16:creationId xmlns:a16="http://schemas.microsoft.com/office/drawing/2014/main" id="{27F6D6C1-385C-ADDC-739A-EBD0DC2AB8DB}"/>
              </a:ext>
            </a:extLst>
          </p:cNvPr>
          <p:cNvGrpSpPr>
            <a:grpSpLocks/>
          </p:cNvGrpSpPr>
          <p:nvPr/>
        </p:nvGrpSpPr>
        <p:grpSpPr bwMode="auto">
          <a:xfrm>
            <a:off x="3786028" y="5643967"/>
            <a:ext cx="1257924" cy="800608"/>
            <a:chOff x="1318" y="3472"/>
            <a:chExt cx="788" cy="406"/>
          </a:xfrm>
        </p:grpSpPr>
        <p:sp>
          <p:nvSpPr>
            <p:cNvPr id="68" name="AutoShape 86">
              <a:extLst>
                <a:ext uri="{FF2B5EF4-FFF2-40B4-BE49-F238E27FC236}">
                  <a16:creationId xmlns:a16="http://schemas.microsoft.com/office/drawing/2014/main" id="{D84FB5A7-7667-A168-1465-C0832C4209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8" y="3472"/>
              <a:ext cx="788" cy="406"/>
            </a:xfrm>
            <a:prstGeom prst="wedgeRoundRectCallout">
              <a:avLst>
                <a:gd name="adj1" fmla="val 155991"/>
                <a:gd name="adj2" fmla="val -202083"/>
                <a:gd name="adj3" fmla="val 16667"/>
              </a:avLst>
            </a:prstGeom>
            <a:solidFill>
              <a:schemeClr val="accent1"/>
            </a:solidFill>
            <a:ln w="15875">
              <a:solidFill>
                <a:schemeClr val="tx1"/>
              </a:solidFill>
              <a:miter lim="800000"/>
              <a:headEnd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39" tIns="45717" rIns="91439" bIns="45717" anchor="ctr"/>
            <a:lstStyle>
              <a:lvl1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1pPr>
              <a:lvl2pPr marL="458788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2pPr>
              <a:lvl3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3pPr>
              <a:lvl4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4pPr>
              <a:lvl5pPr marL="1827213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5pPr>
              <a:lvl6pPr marL="22844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6pPr>
              <a:lvl7pPr marL="27416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7pPr>
              <a:lvl8pPr marL="3198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8pPr>
              <a:lvl9pPr marL="36560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9pPr>
            </a:lstStyle>
            <a:p>
              <a:pPr algn="ctr" eaLnBrk="1" hangingPunct="1"/>
              <a:endParaRPr lang="en-US" altLang="en-US" b="1"/>
            </a:p>
          </p:txBody>
        </p:sp>
        <p:sp>
          <p:nvSpPr>
            <p:cNvPr id="69" name="Text Box 87">
              <a:extLst>
                <a:ext uri="{FF2B5EF4-FFF2-40B4-BE49-F238E27FC236}">
                  <a16:creationId xmlns:a16="http://schemas.microsoft.com/office/drawing/2014/main" id="{EA195253-6815-9E10-CA04-937195BFEE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0" y="3515"/>
              <a:ext cx="604" cy="3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1pPr>
              <a:lvl2pPr marL="458788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2pPr>
              <a:lvl3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3pPr>
              <a:lvl4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4pPr>
              <a:lvl5pPr marL="1827213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5pPr>
              <a:lvl6pPr marL="22844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6pPr>
              <a:lvl7pPr marL="27416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7pPr>
              <a:lvl8pPr marL="3198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8pPr>
              <a:lvl9pPr marL="36560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9pPr>
            </a:lstStyle>
            <a:p>
              <a:pPr algn="ctr" eaLnBrk="1" hangingPunct="1"/>
              <a:r>
                <a:rPr lang="zh-CN" altLang="en-US" sz="2000" b="1" dirty="0"/>
                <a:t>被保留</a:t>
              </a:r>
            </a:p>
            <a:p>
              <a:pPr algn="ctr" eaLnBrk="1" hangingPunct="1"/>
              <a:r>
                <a:rPr lang="zh-CN" altLang="en-US" sz="2000" b="1" dirty="0"/>
                <a:t>的投影</a:t>
              </a:r>
              <a:endParaRPr lang="zh-CN" altLang="en-US" sz="2000" dirty="0"/>
            </a:p>
          </p:txBody>
        </p:sp>
      </p:grpSp>
      <p:grpSp>
        <p:nvGrpSpPr>
          <p:cNvPr id="70" name="Group 100">
            <a:extLst>
              <a:ext uri="{FF2B5EF4-FFF2-40B4-BE49-F238E27FC236}">
                <a16:creationId xmlns:a16="http://schemas.microsoft.com/office/drawing/2014/main" id="{A75C314B-1F72-4822-0AFF-4D9E03552613}"/>
              </a:ext>
            </a:extLst>
          </p:cNvPr>
          <p:cNvGrpSpPr>
            <a:grpSpLocks/>
          </p:cNvGrpSpPr>
          <p:nvPr/>
        </p:nvGrpSpPr>
        <p:grpSpPr bwMode="auto">
          <a:xfrm>
            <a:off x="7064647" y="890451"/>
            <a:ext cx="1312863" cy="4640263"/>
            <a:chOff x="4612" y="512"/>
            <a:chExt cx="827" cy="2923"/>
          </a:xfrm>
        </p:grpSpPr>
        <p:grpSp>
          <p:nvGrpSpPr>
            <p:cNvPr id="71" name="Group 34">
              <a:extLst>
                <a:ext uri="{FF2B5EF4-FFF2-40B4-BE49-F238E27FC236}">
                  <a16:creationId xmlns:a16="http://schemas.microsoft.com/office/drawing/2014/main" id="{F92F63AF-13C3-8211-9F08-AE4A1D81DB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12" y="512"/>
              <a:ext cx="827" cy="2719"/>
              <a:chOff x="3298" y="901"/>
              <a:chExt cx="764" cy="2521"/>
            </a:xfrm>
          </p:grpSpPr>
          <p:sp>
            <p:nvSpPr>
              <p:cNvPr id="74" name="Freeform 35">
                <a:extLst>
                  <a:ext uri="{FF2B5EF4-FFF2-40B4-BE49-F238E27FC236}">
                    <a16:creationId xmlns:a16="http://schemas.microsoft.com/office/drawing/2014/main" id="{80215DC0-5AE6-5B4F-F214-8CDEE61C51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8" y="2092"/>
                <a:ext cx="764" cy="1330"/>
              </a:xfrm>
              <a:custGeom>
                <a:avLst/>
                <a:gdLst>
                  <a:gd name="T0" fmla="*/ 2558 w 2558"/>
                  <a:gd name="T1" fmla="*/ 5976 h 5976"/>
                  <a:gd name="T2" fmla="*/ 0 w 2558"/>
                  <a:gd name="T3" fmla="*/ 0 h 5976"/>
                  <a:gd name="T4" fmla="*/ 2 w 2558"/>
                  <a:gd name="T5" fmla="*/ 0 h 59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558" h="5976">
                    <a:moveTo>
                      <a:pt x="2558" y="5976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Freeform 36">
                <a:extLst>
                  <a:ext uri="{FF2B5EF4-FFF2-40B4-BE49-F238E27FC236}">
                    <a16:creationId xmlns:a16="http://schemas.microsoft.com/office/drawing/2014/main" id="{FAE5233A-F21C-5C06-74AD-B08649B00D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8" y="901"/>
                <a:ext cx="1" cy="1191"/>
              </a:xfrm>
              <a:custGeom>
                <a:avLst/>
                <a:gdLst>
                  <a:gd name="T0" fmla="*/ 0 w 2"/>
                  <a:gd name="T1" fmla="*/ 5356 h 5356"/>
                  <a:gd name="T2" fmla="*/ 0 w 2"/>
                  <a:gd name="T3" fmla="*/ 0 h 5356"/>
                  <a:gd name="T4" fmla="*/ 2 w 2"/>
                  <a:gd name="T5" fmla="*/ 0 h 53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5356">
                    <a:moveTo>
                      <a:pt x="0" y="5356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28575" cmpd="sng">
                <a:solidFill>
                  <a:srgbClr val="FF99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Freeform 37">
                <a:extLst>
                  <a:ext uri="{FF2B5EF4-FFF2-40B4-BE49-F238E27FC236}">
                    <a16:creationId xmlns:a16="http://schemas.microsoft.com/office/drawing/2014/main" id="{B8A19359-712D-1B73-00FE-0E5F2497A7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8" y="901"/>
                <a:ext cx="762" cy="1250"/>
              </a:xfrm>
              <a:custGeom>
                <a:avLst/>
                <a:gdLst>
                  <a:gd name="T0" fmla="*/ 2549 w 2549"/>
                  <a:gd name="T1" fmla="*/ 5620 h 5620"/>
                  <a:gd name="T2" fmla="*/ 0 w 2549"/>
                  <a:gd name="T3" fmla="*/ 0 h 5620"/>
                  <a:gd name="T4" fmla="*/ 2 w 2549"/>
                  <a:gd name="T5" fmla="*/ 0 h 56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549" h="5620">
                    <a:moveTo>
                      <a:pt x="2549" y="562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28575" cmpd="sng">
                <a:solidFill>
                  <a:srgbClr val="FF99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Freeform 38">
                <a:extLst>
                  <a:ext uri="{FF2B5EF4-FFF2-40B4-BE49-F238E27FC236}">
                    <a16:creationId xmlns:a16="http://schemas.microsoft.com/office/drawing/2014/main" id="{F807E121-762A-F46C-9F4B-047CA7773E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0" y="2151"/>
                <a:ext cx="2" cy="1271"/>
              </a:xfrm>
              <a:custGeom>
                <a:avLst/>
                <a:gdLst>
                  <a:gd name="T0" fmla="*/ 9 w 9"/>
                  <a:gd name="T1" fmla="*/ 5712 h 5712"/>
                  <a:gd name="T2" fmla="*/ 0 w 9"/>
                  <a:gd name="T3" fmla="*/ 0 h 5712"/>
                  <a:gd name="T4" fmla="*/ 1 w 9"/>
                  <a:gd name="T5" fmla="*/ 0 h 57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712">
                    <a:moveTo>
                      <a:pt x="9" y="571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28575" cmpd="sng">
                <a:solidFill>
                  <a:srgbClr val="FF99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2" name="Text Box 71">
              <a:extLst>
                <a:ext uri="{FF2B5EF4-FFF2-40B4-BE49-F238E27FC236}">
                  <a16:creationId xmlns:a16="http://schemas.microsoft.com/office/drawing/2014/main" id="{2A85C62C-C9FA-A0E6-C07C-5CBF3BFF00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1" y="3117"/>
              <a:ext cx="305" cy="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46" tIns="45717" rIns="91446" bIns="45717" anchor="ctr"/>
            <a:lstStyle>
              <a:lvl1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1pPr>
              <a:lvl2pPr marL="458788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2pPr>
              <a:lvl3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3pPr>
              <a:lvl4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4pPr>
              <a:lvl5pPr marL="1827213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5pPr>
              <a:lvl6pPr marL="22844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6pPr>
              <a:lvl7pPr marL="27416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7pPr>
              <a:lvl8pPr marL="3198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8pPr>
              <a:lvl9pPr marL="36560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3300"/>
                  </a:solidFill>
                </a:rPr>
                <a:t>X</a:t>
              </a:r>
              <a:r>
                <a:rPr lang="en-US" altLang="zh-CN" b="1" baseline="-25000">
                  <a:solidFill>
                    <a:srgbClr val="FF3300"/>
                  </a:solidFill>
                </a:rPr>
                <a:t>1</a:t>
              </a:r>
              <a:endParaRPr lang="en-US" altLang="zh-CN" b="1">
                <a:solidFill>
                  <a:srgbClr val="FF3300"/>
                </a:solidFill>
              </a:endParaRPr>
            </a:p>
          </p:txBody>
        </p:sp>
        <p:sp>
          <p:nvSpPr>
            <p:cNvPr id="73" name="Rectangle 97">
              <a:extLst>
                <a:ext uri="{FF2B5EF4-FFF2-40B4-BE49-F238E27FC236}">
                  <a16:creationId xmlns:a16="http://schemas.microsoft.com/office/drawing/2014/main" id="{83D88D2F-450F-B342-7BAD-2009BE3DD2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9" y="1695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pattFill prst="trellis">
                    <a:fgClr>
                      <a:srgbClr val="FF3300"/>
                    </a:fgClr>
                    <a:bgClr>
                      <a:srgbClr val="FFFF00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/>
                <a:t>V</a:t>
              </a:r>
              <a:r>
                <a:rPr lang="en-US" altLang="zh-CN" sz="2400" b="1" baseline="-25000"/>
                <a:t>1</a:t>
              </a:r>
            </a:p>
          </p:txBody>
        </p:sp>
      </p:grpSp>
      <p:sp>
        <p:nvSpPr>
          <p:cNvPr id="78" name="Text Box 136">
            <a:extLst>
              <a:ext uri="{FF2B5EF4-FFF2-40B4-BE49-F238E27FC236}">
                <a16:creationId xmlns:a16="http://schemas.microsoft.com/office/drawing/2014/main" id="{B9AAF824-3D27-B417-BF41-2158F6D2B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758" y="400839"/>
            <a:ext cx="35179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28575">
                <a:pattFill prst="trellis">
                  <a:fgClr>
                    <a:srgbClr val="FF3300"/>
                  </a:fgClr>
                  <a:bgClr>
                    <a:srgbClr val="FFFF00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+mn-ea"/>
              </a:rPr>
              <a:t>换面法使用的名词</a:t>
            </a:r>
          </a:p>
        </p:txBody>
      </p:sp>
    </p:spTree>
    <p:extLst>
      <p:ext uri="{BB962C8B-B14F-4D97-AF65-F5344CB8AC3E}">
        <p14:creationId xmlns:p14="http://schemas.microsoft.com/office/powerpoint/2010/main" val="127622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59FE2F8-2F75-9E21-A771-8A799EE14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32030-D61A-4C97-A0D8-EA1B460A6021}" type="datetime1">
              <a:rPr lang="zh-CN" altLang="en-US" smtClean="0"/>
              <a:t>2025/10/9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7122934-70A8-787A-B780-0618C32B1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6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40B696-59F6-674E-5617-782E158D2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21</a:t>
            </a:fld>
            <a:endParaRPr lang="en-US"/>
          </a:p>
        </p:txBody>
      </p:sp>
      <p:grpSp>
        <p:nvGrpSpPr>
          <p:cNvPr id="5" name="Group 212">
            <a:extLst>
              <a:ext uri="{FF2B5EF4-FFF2-40B4-BE49-F238E27FC236}">
                <a16:creationId xmlns:a16="http://schemas.microsoft.com/office/drawing/2014/main" id="{1901C358-8318-4344-0A1A-7BD979E63B09}"/>
              </a:ext>
            </a:extLst>
          </p:cNvPr>
          <p:cNvGrpSpPr>
            <a:grpSpLocks/>
          </p:cNvGrpSpPr>
          <p:nvPr/>
        </p:nvGrpSpPr>
        <p:grpSpPr bwMode="auto">
          <a:xfrm>
            <a:off x="7492927" y="3770866"/>
            <a:ext cx="2362200" cy="1481138"/>
            <a:chOff x="3696" y="2448"/>
            <a:chExt cx="1488" cy="933"/>
          </a:xfrm>
        </p:grpSpPr>
        <p:sp>
          <p:nvSpPr>
            <p:cNvPr id="6" name="Line 162">
              <a:extLst>
                <a:ext uri="{FF2B5EF4-FFF2-40B4-BE49-F238E27FC236}">
                  <a16:creationId xmlns:a16="http://schemas.microsoft.com/office/drawing/2014/main" id="{4A1FA981-3997-4400-7B15-41BD573DD80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4189" y="2387"/>
              <a:ext cx="597" cy="13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Text Box 163">
              <a:extLst>
                <a:ext uri="{FF2B5EF4-FFF2-40B4-BE49-F238E27FC236}">
                  <a16:creationId xmlns:a16="http://schemas.microsoft.com/office/drawing/2014/main" id="{E5DDE62C-2C5A-8258-F535-741AE4EEA6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44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  <a:r>
                <a:rPr lang="en-US" altLang="zh-CN" i="1" baseline="-25000"/>
                <a:t>1</a:t>
              </a:r>
              <a:r>
                <a:rPr lang="en-US" altLang="zh-CN" i="1">
                  <a:sym typeface="Symbol" charset="2"/>
                </a:rPr>
                <a:t></a:t>
              </a:r>
              <a:endParaRPr lang="en-US" altLang="zh-CN" i="1"/>
            </a:p>
          </p:txBody>
        </p:sp>
        <p:sp>
          <p:nvSpPr>
            <p:cNvPr id="8" name="Oval 164">
              <a:extLst>
                <a:ext uri="{FF2B5EF4-FFF2-40B4-BE49-F238E27FC236}">
                  <a16:creationId xmlns:a16="http://schemas.microsoft.com/office/drawing/2014/main" id="{C3CF0FEF-A996-ADE0-468E-7DDBF4473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736"/>
              <a:ext cx="96" cy="96"/>
            </a:xfrm>
            <a:prstGeom prst="ellipse">
              <a:avLst/>
            </a:prstGeom>
            <a:solidFill>
              <a:srgbClr val="FF3300"/>
            </a:solidFill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" name="Group 195">
            <a:extLst>
              <a:ext uri="{FF2B5EF4-FFF2-40B4-BE49-F238E27FC236}">
                <a16:creationId xmlns:a16="http://schemas.microsoft.com/office/drawing/2014/main" id="{F7C7FDCC-5581-19D9-2FCC-86280032923D}"/>
              </a:ext>
            </a:extLst>
          </p:cNvPr>
          <p:cNvGrpSpPr>
            <a:grpSpLocks/>
          </p:cNvGrpSpPr>
          <p:nvPr/>
        </p:nvGrpSpPr>
        <p:grpSpPr bwMode="auto">
          <a:xfrm>
            <a:off x="3307621" y="607708"/>
            <a:ext cx="5219700" cy="4171950"/>
            <a:chOff x="720" y="216"/>
            <a:chExt cx="3288" cy="2628"/>
          </a:xfrm>
        </p:grpSpPr>
        <p:grpSp>
          <p:nvGrpSpPr>
            <p:cNvPr id="10" name="Group 194">
              <a:extLst>
                <a:ext uri="{FF2B5EF4-FFF2-40B4-BE49-F238E27FC236}">
                  <a16:creationId xmlns:a16="http://schemas.microsoft.com/office/drawing/2014/main" id="{28FD4F95-0F65-6141-B747-1EF8C1FB74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" y="216"/>
              <a:ext cx="3266" cy="2628"/>
              <a:chOff x="720" y="216"/>
              <a:chExt cx="3266" cy="2628"/>
            </a:xfrm>
          </p:grpSpPr>
          <p:sp>
            <p:nvSpPr>
              <p:cNvPr id="12" name="Freeform 28">
                <a:extLst>
                  <a:ext uri="{FF2B5EF4-FFF2-40B4-BE49-F238E27FC236}">
                    <a16:creationId xmlns:a16="http://schemas.microsoft.com/office/drawing/2014/main" id="{4466EA1A-5169-F103-DF05-D3C4FD6A72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0" y="1692"/>
                <a:ext cx="3256" cy="1102"/>
              </a:xfrm>
              <a:custGeom>
                <a:avLst/>
                <a:gdLst>
                  <a:gd name="T0" fmla="*/ 1096 w 3256"/>
                  <a:gd name="T1" fmla="*/ 0 h 1102"/>
                  <a:gd name="T2" fmla="*/ 0 w 3256"/>
                  <a:gd name="T3" fmla="*/ 1102 h 1102"/>
                  <a:gd name="T4" fmla="*/ 2162 w 3256"/>
                  <a:gd name="T5" fmla="*/ 1102 h 1102"/>
                  <a:gd name="T6" fmla="*/ 3256 w 3256"/>
                  <a:gd name="T7" fmla="*/ 0 h 1102"/>
                  <a:gd name="T8" fmla="*/ 1096 w 3256"/>
                  <a:gd name="T9" fmla="*/ 0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56" h="1102">
                    <a:moveTo>
                      <a:pt x="1096" y="0"/>
                    </a:moveTo>
                    <a:lnTo>
                      <a:pt x="0" y="1102"/>
                    </a:lnTo>
                    <a:lnTo>
                      <a:pt x="2162" y="1102"/>
                    </a:lnTo>
                    <a:lnTo>
                      <a:pt x="3256" y="0"/>
                    </a:lnTo>
                    <a:lnTo>
                      <a:pt x="1096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Rectangle 31">
                <a:extLst>
                  <a:ext uri="{FF2B5EF4-FFF2-40B4-BE49-F238E27FC236}">
                    <a16:creationId xmlns:a16="http://schemas.microsoft.com/office/drawing/2014/main" id="{C507FAAA-992C-EC9A-1161-445306EF3B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4" y="252"/>
                <a:ext cx="2162" cy="14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Text Box 40">
                <a:extLst>
                  <a:ext uri="{FF2B5EF4-FFF2-40B4-BE49-F238E27FC236}">
                    <a16:creationId xmlns:a16="http://schemas.microsoft.com/office/drawing/2014/main" id="{56B316EC-A8C5-0D82-3575-0DBAC3F6AB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52" y="216"/>
                <a:ext cx="30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i="1"/>
                  <a:t> V</a:t>
                </a:r>
              </a:p>
            </p:txBody>
          </p:sp>
          <p:sp>
            <p:nvSpPr>
              <p:cNvPr id="15" name="Text Box 41">
                <a:extLst>
                  <a:ext uri="{FF2B5EF4-FFF2-40B4-BE49-F238E27FC236}">
                    <a16:creationId xmlns:a16="http://schemas.microsoft.com/office/drawing/2014/main" id="{6B54FBAB-7949-F1D6-BD41-B7DB8D321B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52" y="2556"/>
                <a:ext cx="3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i="1"/>
                  <a:t>H</a:t>
                </a:r>
              </a:p>
            </p:txBody>
          </p:sp>
        </p:grpSp>
        <p:sp>
          <p:nvSpPr>
            <p:cNvPr id="11" name="Text Box 45">
              <a:extLst>
                <a:ext uri="{FF2B5EF4-FFF2-40B4-BE49-F238E27FC236}">
                  <a16:creationId xmlns:a16="http://schemas.microsoft.com/office/drawing/2014/main" id="{A05C270D-F7EB-6E77-031D-EB19106A0C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0" y="142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X</a:t>
              </a:r>
            </a:p>
          </p:txBody>
        </p:sp>
      </p:grpSp>
      <p:grpSp>
        <p:nvGrpSpPr>
          <p:cNvPr id="16" name="Group 206">
            <a:extLst>
              <a:ext uri="{FF2B5EF4-FFF2-40B4-BE49-F238E27FC236}">
                <a16:creationId xmlns:a16="http://schemas.microsoft.com/office/drawing/2014/main" id="{3AF67E5E-1B93-E35E-C565-78A098B65839}"/>
              </a:ext>
            </a:extLst>
          </p:cNvPr>
          <p:cNvGrpSpPr>
            <a:grpSpLocks/>
          </p:cNvGrpSpPr>
          <p:nvPr/>
        </p:nvGrpSpPr>
        <p:grpSpPr bwMode="auto">
          <a:xfrm>
            <a:off x="6730927" y="2164316"/>
            <a:ext cx="4038600" cy="4425950"/>
            <a:chOff x="3216" y="1436"/>
            <a:chExt cx="2544" cy="2788"/>
          </a:xfrm>
        </p:grpSpPr>
        <p:sp>
          <p:nvSpPr>
            <p:cNvPr id="17" name="Rectangle 175">
              <a:extLst>
                <a:ext uri="{FF2B5EF4-FFF2-40B4-BE49-F238E27FC236}">
                  <a16:creationId xmlns:a16="http://schemas.microsoft.com/office/drawing/2014/main" id="{9224298A-8E26-E609-54BD-7E3B7EC7C1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440"/>
              <a:ext cx="2544" cy="2784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8" name="Group 204">
              <a:extLst>
                <a:ext uri="{FF2B5EF4-FFF2-40B4-BE49-F238E27FC236}">
                  <a16:creationId xmlns:a16="http://schemas.microsoft.com/office/drawing/2014/main" id="{594EC1ED-C059-E02D-E67E-1030204C17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8" y="1436"/>
              <a:ext cx="1248" cy="1989"/>
              <a:chOff x="4368" y="1436"/>
              <a:chExt cx="1248" cy="1989"/>
            </a:xfrm>
          </p:grpSpPr>
          <p:sp>
            <p:nvSpPr>
              <p:cNvPr id="19" name="Line 166">
                <a:extLst>
                  <a:ext uri="{FF2B5EF4-FFF2-40B4-BE49-F238E27FC236}">
                    <a16:creationId xmlns:a16="http://schemas.microsoft.com/office/drawing/2014/main" id="{900DD8CC-87A1-005C-2DA3-6753844C1B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0" y="2400"/>
                <a:ext cx="105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Line 167">
                <a:extLst>
                  <a:ext uri="{FF2B5EF4-FFF2-40B4-BE49-F238E27FC236}">
                    <a16:creationId xmlns:a16="http://schemas.microsoft.com/office/drawing/2014/main" id="{46553BAB-7885-30DE-F2D0-49F3B077AC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84" y="1728"/>
                <a:ext cx="0" cy="16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Text Box 168">
                <a:extLst>
                  <a:ext uri="{FF2B5EF4-FFF2-40B4-BE49-F238E27FC236}">
                    <a16:creationId xmlns:a16="http://schemas.microsoft.com/office/drawing/2014/main" id="{D6A59CEB-D315-D8AF-0C86-3D7B0D40BD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68" y="1436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i="1"/>
                  <a:t>a</a:t>
                </a:r>
                <a:r>
                  <a:rPr lang="en-US" altLang="zh-CN" i="1">
                    <a:sym typeface="Symbol" charset="2"/>
                  </a:rPr>
                  <a:t></a:t>
                </a:r>
                <a:endParaRPr lang="en-US" altLang="zh-CN" i="1"/>
              </a:p>
            </p:txBody>
          </p:sp>
          <p:sp>
            <p:nvSpPr>
              <p:cNvPr id="22" name="Text Box 169">
                <a:extLst>
                  <a:ext uri="{FF2B5EF4-FFF2-40B4-BE49-F238E27FC236}">
                    <a16:creationId xmlns:a16="http://schemas.microsoft.com/office/drawing/2014/main" id="{65E85A58-B4D2-7288-5981-CBA01234E6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8" y="2256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i="1"/>
                  <a:t>X</a:t>
                </a:r>
              </a:p>
            </p:txBody>
          </p:sp>
          <p:sp>
            <p:nvSpPr>
              <p:cNvPr id="23" name="Text Box 170">
                <a:extLst>
                  <a:ext uri="{FF2B5EF4-FFF2-40B4-BE49-F238E27FC236}">
                    <a16:creationId xmlns:a16="http://schemas.microsoft.com/office/drawing/2014/main" id="{6F7648E6-012E-1443-688A-7FCB03E3FF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0" y="2160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i="1"/>
                  <a:t>V</a:t>
                </a:r>
              </a:p>
            </p:txBody>
          </p:sp>
          <p:sp>
            <p:nvSpPr>
              <p:cNvPr id="24" name="Text Box 171">
                <a:extLst>
                  <a:ext uri="{FF2B5EF4-FFF2-40B4-BE49-F238E27FC236}">
                    <a16:creationId xmlns:a16="http://schemas.microsoft.com/office/drawing/2014/main" id="{A7B5CB0A-A183-F4FA-9295-BEB9B1C167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0" y="235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i="1"/>
                  <a:t>H</a:t>
                </a:r>
              </a:p>
            </p:txBody>
          </p:sp>
          <p:sp>
            <p:nvSpPr>
              <p:cNvPr id="25" name="Oval 173">
                <a:extLst>
                  <a:ext uri="{FF2B5EF4-FFF2-40B4-BE49-F238E27FC236}">
                    <a16:creationId xmlns:a16="http://schemas.microsoft.com/office/drawing/2014/main" id="{21C1280C-4F74-6ACF-7900-4D3AB0B90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36" y="1680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3810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Text Box 174">
                <a:extLst>
                  <a:ext uri="{FF2B5EF4-FFF2-40B4-BE49-F238E27FC236}">
                    <a16:creationId xmlns:a16="http://schemas.microsoft.com/office/drawing/2014/main" id="{4B683D24-6A4D-2353-7951-BAAC449A5C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60" y="3132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i="1"/>
                  <a:t>a</a:t>
                </a:r>
              </a:p>
            </p:txBody>
          </p:sp>
          <p:sp>
            <p:nvSpPr>
              <p:cNvPr id="27" name="Oval 172">
                <a:extLst>
                  <a:ext uri="{FF2B5EF4-FFF2-40B4-BE49-F238E27FC236}">
                    <a16:creationId xmlns:a16="http://schemas.microsoft.com/office/drawing/2014/main" id="{29F9458A-72C8-3C10-99F4-1D24A3770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37" y="3329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3810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28" name="Group 201">
            <a:extLst>
              <a:ext uri="{FF2B5EF4-FFF2-40B4-BE49-F238E27FC236}">
                <a16:creationId xmlns:a16="http://schemas.microsoft.com/office/drawing/2014/main" id="{378B81E2-01AF-DD2B-6B8C-3F223DCF31C2}"/>
              </a:ext>
            </a:extLst>
          </p:cNvPr>
          <p:cNvGrpSpPr>
            <a:grpSpLocks/>
          </p:cNvGrpSpPr>
          <p:nvPr/>
        </p:nvGrpSpPr>
        <p:grpSpPr bwMode="auto">
          <a:xfrm>
            <a:off x="1897921" y="2483384"/>
            <a:ext cx="3771900" cy="2057400"/>
            <a:chOff x="-168" y="1404"/>
            <a:chExt cx="2376" cy="1296"/>
          </a:xfrm>
        </p:grpSpPr>
        <p:sp>
          <p:nvSpPr>
            <p:cNvPr id="29" name="Freeform 140">
              <a:extLst>
                <a:ext uri="{FF2B5EF4-FFF2-40B4-BE49-F238E27FC236}">
                  <a16:creationId xmlns:a16="http://schemas.microsoft.com/office/drawing/2014/main" id="{AE2BB5E7-F999-908E-7C26-C88A254E9877}"/>
                </a:ext>
              </a:extLst>
            </p:cNvPr>
            <p:cNvSpPr>
              <a:spLocks/>
            </p:cNvSpPr>
            <p:nvPr/>
          </p:nvSpPr>
          <p:spPr bwMode="auto">
            <a:xfrm>
              <a:off x="-168" y="1404"/>
              <a:ext cx="2376" cy="1104"/>
            </a:xfrm>
            <a:custGeom>
              <a:avLst/>
              <a:gdLst>
                <a:gd name="T0" fmla="*/ 1232 w 2376"/>
                <a:gd name="T1" fmla="*/ 1056 h 1056"/>
                <a:gd name="T2" fmla="*/ 0 w 2376"/>
                <a:gd name="T3" fmla="*/ 616 h 1056"/>
                <a:gd name="T4" fmla="*/ 1072 w 2376"/>
                <a:gd name="T5" fmla="*/ 0 h 1056"/>
                <a:gd name="T6" fmla="*/ 2376 w 2376"/>
                <a:gd name="T7" fmla="*/ 424 h 1056"/>
                <a:gd name="T8" fmla="*/ 1232 w 2376"/>
                <a:gd name="T9" fmla="*/ 1056 h 10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76" h="1056">
                  <a:moveTo>
                    <a:pt x="1232" y="1056"/>
                  </a:moveTo>
                  <a:lnTo>
                    <a:pt x="0" y="616"/>
                  </a:lnTo>
                  <a:lnTo>
                    <a:pt x="1072" y="0"/>
                  </a:lnTo>
                  <a:lnTo>
                    <a:pt x="2376" y="424"/>
                  </a:lnTo>
                  <a:lnTo>
                    <a:pt x="1232" y="1056"/>
                  </a:lnTo>
                  <a:close/>
                </a:path>
              </a:pathLst>
            </a:custGeom>
            <a:solidFill>
              <a:srgbClr val="FFFFCC"/>
            </a:solidFill>
            <a:ln w="19050" cap="flat" cmpd="sng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Text Box 141">
              <a:extLst>
                <a:ext uri="{FF2B5EF4-FFF2-40B4-BE49-F238E27FC236}">
                  <a16:creationId xmlns:a16="http://schemas.microsoft.com/office/drawing/2014/main" id="{1C3D9496-BF0E-D734-8CF2-3ACB870225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2443837">
              <a:off x="864" y="2412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66CC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FF3399"/>
                  </a:solidFill>
                </a:rPr>
                <a:t>X1</a:t>
              </a:r>
              <a:endParaRPr lang="en-US" altLang="zh-CN" i="1"/>
            </a:p>
          </p:txBody>
        </p:sp>
        <p:sp>
          <p:nvSpPr>
            <p:cNvPr id="31" name="Text Box 142">
              <a:extLst>
                <a:ext uri="{FF2B5EF4-FFF2-40B4-BE49-F238E27FC236}">
                  <a16:creationId xmlns:a16="http://schemas.microsoft.com/office/drawing/2014/main" id="{F3A37545-D926-9904-8982-8E8FE0F7DC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7605082">
              <a:off x="-84" y="1828"/>
              <a:ext cx="53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 V</a:t>
              </a:r>
              <a:r>
                <a:rPr lang="en-US" altLang="zh-CN" i="1" baseline="-25000"/>
                <a:t>1</a:t>
              </a:r>
              <a:endParaRPr lang="en-US" altLang="zh-CN" i="1"/>
            </a:p>
          </p:txBody>
        </p:sp>
        <p:sp>
          <p:nvSpPr>
            <p:cNvPr id="32" name="Text Box 143">
              <a:extLst>
                <a:ext uri="{FF2B5EF4-FFF2-40B4-BE49-F238E27FC236}">
                  <a16:creationId xmlns:a16="http://schemas.microsoft.com/office/drawing/2014/main" id="{032C30F0-029B-B6F2-CE84-AB64A14EBB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3993369">
              <a:off x="548" y="1675"/>
              <a:ext cx="5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  <a:r>
                <a:rPr lang="en-US" altLang="zh-CN" i="1" baseline="-25000"/>
                <a:t>1</a:t>
              </a:r>
              <a:r>
                <a:rPr lang="en-US" altLang="zh-CN" i="1">
                  <a:sym typeface="Symbol" charset="2"/>
                </a:rPr>
                <a:t></a:t>
              </a:r>
              <a:endParaRPr lang="en-US" altLang="zh-CN" i="1"/>
            </a:p>
          </p:txBody>
        </p:sp>
        <p:sp>
          <p:nvSpPr>
            <p:cNvPr id="33" name="Freeform 144">
              <a:extLst>
                <a:ext uri="{FF2B5EF4-FFF2-40B4-BE49-F238E27FC236}">
                  <a16:creationId xmlns:a16="http://schemas.microsoft.com/office/drawing/2014/main" id="{5A713D9C-594E-FB6E-A07E-0921B2CF6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" y="2056"/>
              <a:ext cx="720" cy="116"/>
            </a:xfrm>
            <a:custGeom>
              <a:avLst/>
              <a:gdLst>
                <a:gd name="T0" fmla="*/ 720 w 720"/>
                <a:gd name="T1" fmla="*/ 116 h 116"/>
                <a:gd name="T2" fmla="*/ 0 w 720"/>
                <a:gd name="T3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16">
                  <a:moveTo>
                    <a:pt x="720" y="116"/>
                  </a:move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Oval 145">
              <a:extLst>
                <a:ext uri="{FF2B5EF4-FFF2-40B4-BE49-F238E27FC236}">
                  <a16:creationId xmlns:a16="http://schemas.microsoft.com/office/drawing/2014/main" id="{CB6F5C41-D153-84D6-1545-B3C882D245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028"/>
              <a:ext cx="96" cy="96"/>
            </a:xfrm>
            <a:prstGeom prst="ellipse">
              <a:avLst/>
            </a:prstGeom>
            <a:solidFill>
              <a:srgbClr val="FF3300"/>
            </a:solidFill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5" name="Group 198">
            <a:extLst>
              <a:ext uri="{FF2B5EF4-FFF2-40B4-BE49-F238E27FC236}">
                <a16:creationId xmlns:a16="http://schemas.microsoft.com/office/drawing/2014/main" id="{A7D11C11-DE68-E28A-A57D-DC4DF2A0602B}"/>
              </a:ext>
            </a:extLst>
          </p:cNvPr>
          <p:cNvGrpSpPr>
            <a:grpSpLocks/>
          </p:cNvGrpSpPr>
          <p:nvPr/>
        </p:nvGrpSpPr>
        <p:grpSpPr bwMode="auto">
          <a:xfrm>
            <a:off x="3696559" y="893458"/>
            <a:ext cx="1958975" cy="3357563"/>
            <a:chOff x="965" y="396"/>
            <a:chExt cx="1234" cy="2115"/>
          </a:xfrm>
        </p:grpSpPr>
        <p:sp>
          <p:nvSpPr>
            <p:cNvPr id="36" name="Freeform 82">
              <a:extLst>
                <a:ext uri="{FF2B5EF4-FFF2-40B4-BE49-F238E27FC236}">
                  <a16:creationId xmlns:a16="http://schemas.microsoft.com/office/drawing/2014/main" id="{F2C28A5E-B38E-38D0-D7A5-01DE7572B8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96"/>
              <a:ext cx="1138" cy="2115"/>
            </a:xfrm>
            <a:custGeom>
              <a:avLst/>
              <a:gdLst>
                <a:gd name="T0" fmla="*/ 0 w 960"/>
                <a:gd name="T1" fmla="*/ 1680 h 1680"/>
                <a:gd name="T2" fmla="*/ 960 w 960"/>
                <a:gd name="T3" fmla="*/ 1152 h 1680"/>
                <a:gd name="T4" fmla="*/ 960 w 960"/>
                <a:gd name="T5" fmla="*/ 0 h 1680"/>
                <a:gd name="T6" fmla="*/ 0 w 960"/>
                <a:gd name="T7" fmla="*/ 528 h 1680"/>
                <a:gd name="T8" fmla="*/ 0 w 960"/>
                <a:gd name="T9" fmla="*/ 1680 h 1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0" h="1680">
                  <a:moveTo>
                    <a:pt x="0" y="1680"/>
                  </a:moveTo>
                  <a:lnTo>
                    <a:pt x="960" y="1152"/>
                  </a:lnTo>
                  <a:lnTo>
                    <a:pt x="960" y="0"/>
                  </a:lnTo>
                  <a:lnTo>
                    <a:pt x="0" y="528"/>
                  </a:lnTo>
                  <a:lnTo>
                    <a:pt x="0" y="1680"/>
                  </a:lnTo>
                  <a:close/>
                </a:path>
              </a:pathLst>
            </a:custGeom>
            <a:solidFill>
              <a:srgbClr val="FFFFCC"/>
            </a:solidFill>
            <a:ln w="19050" cap="flat" cmpd="sng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Text Box 83">
              <a:extLst>
                <a:ext uri="{FF2B5EF4-FFF2-40B4-BE49-F238E27FC236}">
                  <a16:creationId xmlns:a16="http://schemas.microsoft.com/office/drawing/2014/main" id="{24CCB35D-9C23-5D80-2DC1-5F07D922CC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5" y="995"/>
              <a:ext cx="5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 dirty="0"/>
                <a:t>  V</a:t>
              </a:r>
              <a:r>
                <a:rPr lang="en-US" altLang="zh-CN" i="1" baseline="-25000" dirty="0"/>
                <a:t>1</a:t>
              </a:r>
              <a:endParaRPr lang="en-US" altLang="zh-CN" i="1" dirty="0"/>
            </a:p>
          </p:txBody>
        </p:sp>
      </p:grpSp>
      <p:grpSp>
        <p:nvGrpSpPr>
          <p:cNvPr id="38" name="Group 197">
            <a:extLst>
              <a:ext uri="{FF2B5EF4-FFF2-40B4-BE49-F238E27FC236}">
                <a16:creationId xmlns:a16="http://schemas.microsoft.com/office/drawing/2014/main" id="{14B77A86-9242-6891-FA4A-CDB1FF69FCB3}"/>
              </a:ext>
            </a:extLst>
          </p:cNvPr>
          <p:cNvGrpSpPr>
            <a:grpSpLocks/>
          </p:cNvGrpSpPr>
          <p:nvPr/>
        </p:nvGrpSpPr>
        <p:grpSpPr bwMode="auto">
          <a:xfrm>
            <a:off x="4526821" y="1655458"/>
            <a:ext cx="2133600" cy="2362200"/>
            <a:chOff x="1488" y="876"/>
            <a:chExt cx="1344" cy="1488"/>
          </a:xfrm>
        </p:grpSpPr>
        <p:sp>
          <p:nvSpPr>
            <p:cNvPr id="39" name="Line 109">
              <a:extLst>
                <a:ext uri="{FF2B5EF4-FFF2-40B4-BE49-F238E27FC236}">
                  <a16:creationId xmlns:a16="http://schemas.microsoft.com/office/drawing/2014/main" id="{9BA893CE-5F76-C218-8143-3484F466EE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212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Text Box 90">
              <a:extLst>
                <a:ext uri="{FF2B5EF4-FFF2-40B4-BE49-F238E27FC236}">
                  <a16:creationId xmlns:a16="http://schemas.microsoft.com/office/drawing/2014/main" id="{C11A40CF-D4D8-F7E8-BAAA-8EF4DB2E22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876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  <a:r>
                <a:rPr lang="en-US" altLang="zh-CN" i="1" baseline="-25000"/>
                <a:t>1</a:t>
              </a:r>
              <a:r>
                <a:rPr lang="en-US" altLang="zh-CN" i="1">
                  <a:sym typeface="Symbol" charset="2"/>
                </a:rPr>
                <a:t></a:t>
              </a:r>
              <a:endParaRPr lang="en-US" altLang="zh-CN" i="1"/>
            </a:p>
          </p:txBody>
        </p:sp>
        <p:sp>
          <p:nvSpPr>
            <p:cNvPr id="41" name="Line 108">
              <a:extLst>
                <a:ext uri="{FF2B5EF4-FFF2-40B4-BE49-F238E27FC236}">
                  <a16:creationId xmlns:a16="http://schemas.microsoft.com/office/drawing/2014/main" id="{9A2999AC-2E5B-0AD6-0258-D09006FAF4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32" y="2172"/>
              <a:ext cx="120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Line 110">
              <a:extLst>
                <a:ext uri="{FF2B5EF4-FFF2-40B4-BE49-F238E27FC236}">
                  <a16:creationId xmlns:a16="http://schemas.microsoft.com/office/drawing/2014/main" id="{4F9ADBC7-A856-0365-BDB4-474DDE082E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32" y="1212"/>
              <a:ext cx="120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Oval 114">
              <a:extLst>
                <a:ext uri="{FF2B5EF4-FFF2-40B4-BE49-F238E27FC236}">
                  <a16:creationId xmlns:a16="http://schemas.microsoft.com/office/drawing/2014/main" id="{3FF273BF-09A6-97D3-DE21-B6B99C597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164"/>
              <a:ext cx="96" cy="96"/>
            </a:xfrm>
            <a:prstGeom prst="ellipse">
              <a:avLst/>
            </a:prstGeom>
            <a:solidFill>
              <a:srgbClr val="FF3300"/>
            </a:solidFill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4" name="Freeform 150">
            <a:extLst>
              <a:ext uri="{FF2B5EF4-FFF2-40B4-BE49-F238E27FC236}">
                <a16:creationId xmlns:a16="http://schemas.microsoft.com/office/drawing/2014/main" id="{2065203C-1B0B-A984-C4A1-D3DDC9A1F716}"/>
              </a:ext>
            </a:extLst>
          </p:cNvPr>
          <p:cNvSpPr>
            <a:spLocks/>
          </p:cNvSpPr>
          <p:nvPr/>
        </p:nvSpPr>
        <p:spPr bwMode="auto">
          <a:xfrm>
            <a:off x="4745896" y="3709683"/>
            <a:ext cx="1882775" cy="301625"/>
          </a:xfrm>
          <a:custGeom>
            <a:avLst/>
            <a:gdLst>
              <a:gd name="T0" fmla="*/ 0 w 1186"/>
              <a:gd name="T1" fmla="*/ 0 h 190"/>
              <a:gd name="T2" fmla="*/ 1186 w 1186"/>
              <a:gd name="T3" fmla="*/ 190 h 19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186" h="190">
                <a:moveTo>
                  <a:pt x="0" y="0"/>
                </a:moveTo>
                <a:lnTo>
                  <a:pt x="1186" y="190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5" name="Group 210">
            <a:extLst>
              <a:ext uri="{FF2B5EF4-FFF2-40B4-BE49-F238E27FC236}">
                <a16:creationId xmlns:a16="http://schemas.microsoft.com/office/drawing/2014/main" id="{B9AECE77-A74F-E29B-E63A-DA933E2FBBE3}"/>
              </a:ext>
            </a:extLst>
          </p:cNvPr>
          <p:cNvGrpSpPr>
            <a:grpSpLocks/>
          </p:cNvGrpSpPr>
          <p:nvPr/>
        </p:nvGrpSpPr>
        <p:grpSpPr bwMode="auto">
          <a:xfrm>
            <a:off x="7777090" y="4151866"/>
            <a:ext cx="1098550" cy="2193925"/>
            <a:chOff x="3875" y="2688"/>
            <a:chExt cx="692" cy="1382"/>
          </a:xfrm>
        </p:grpSpPr>
        <p:sp>
          <p:nvSpPr>
            <p:cNvPr id="46" name="Line 156">
              <a:extLst>
                <a:ext uri="{FF2B5EF4-FFF2-40B4-BE49-F238E27FC236}">
                  <a16:creationId xmlns:a16="http://schemas.microsoft.com/office/drawing/2014/main" id="{C3E22D47-5E95-5F4D-E50F-59B303F0B9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15" y="2688"/>
              <a:ext cx="452" cy="1056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7" name="Group 205">
              <a:extLst>
                <a:ext uri="{FF2B5EF4-FFF2-40B4-BE49-F238E27FC236}">
                  <a16:creationId xmlns:a16="http://schemas.microsoft.com/office/drawing/2014/main" id="{C601C62E-8C59-D640-0885-5026BC725A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75" y="3284"/>
              <a:ext cx="493" cy="786"/>
              <a:chOff x="3875" y="3284"/>
              <a:chExt cx="493" cy="786"/>
            </a:xfrm>
          </p:grpSpPr>
          <p:sp>
            <p:nvSpPr>
              <p:cNvPr id="48" name="Text Box 157">
                <a:extLst>
                  <a:ext uri="{FF2B5EF4-FFF2-40B4-BE49-F238E27FC236}">
                    <a16:creationId xmlns:a16="http://schemas.microsoft.com/office/drawing/2014/main" id="{9C0F806E-EEFB-2B5C-AFE6-F6B2628672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7587659">
                <a:off x="3788" y="3686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i="1">
                    <a:solidFill>
                      <a:srgbClr val="FF3399"/>
                    </a:solidFill>
                  </a:rPr>
                  <a:t>X</a:t>
                </a:r>
                <a:r>
                  <a:rPr lang="en-US" altLang="zh-CN" i="1" baseline="-25000">
                    <a:solidFill>
                      <a:srgbClr val="FF3399"/>
                    </a:solidFill>
                  </a:rPr>
                  <a:t>1</a:t>
                </a:r>
                <a:endParaRPr lang="en-US" altLang="zh-CN" i="1"/>
              </a:p>
            </p:txBody>
          </p:sp>
          <p:sp>
            <p:nvSpPr>
              <p:cNvPr id="49" name="Text Box 159">
                <a:extLst>
                  <a:ext uri="{FF2B5EF4-FFF2-40B4-BE49-F238E27FC236}">
                    <a16:creationId xmlns:a16="http://schemas.microsoft.com/office/drawing/2014/main" id="{A66CB775-3792-9790-49E4-C3698C7FE5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7587659">
                <a:off x="4104" y="3604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i="1"/>
                  <a:t>H</a:t>
                </a:r>
              </a:p>
            </p:txBody>
          </p:sp>
          <p:sp>
            <p:nvSpPr>
              <p:cNvPr id="50" name="Text Box 160">
                <a:extLst>
                  <a:ext uri="{FF2B5EF4-FFF2-40B4-BE49-F238E27FC236}">
                    <a16:creationId xmlns:a16="http://schemas.microsoft.com/office/drawing/2014/main" id="{F004679C-9FE4-4A2B-E1C1-47906A2F92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7586031">
                <a:off x="3772" y="3387"/>
                <a:ext cx="49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i="1"/>
                  <a:t>V</a:t>
                </a:r>
                <a:r>
                  <a:rPr lang="en-US" altLang="zh-CN" i="1" baseline="-25000"/>
                  <a:t>1</a:t>
                </a:r>
                <a:endParaRPr lang="en-US" altLang="zh-CN" i="1"/>
              </a:p>
            </p:txBody>
          </p:sp>
        </p:grpSp>
      </p:grpSp>
      <p:sp>
        <p:nvSpPr>
          <p:cNvPr id="51" name="Line 182">
            <a:extLst>
              <a:ext uri="{FF2B5EF4-FFF2-40B4-BE49-F238E27FC236}">
                <a16:creationId xmlns:a16="http://schemas.microsoft.com/office/drawing/2014/main" id="{1CB00972-4ACA-FDB5-2386-B9C91229F5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78927" y="3161266"/>
            <a:ext cx="152400" cy="152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Line 187">
            <a:extLst>
              <a:ext uri="{FF2B5EF4-FFF2-40B4-BE49-F238E27FC236}">
                <a16:creationId xmlns:a16="http://schemas.microsoft.com/office/drawing/2014/main" id="{D91B89CA-AE21-DA77-FE87-4ACD1EF0E4BB}"/>
              </a:ext>
            </a:extLst>
          </p:cNvPr>
          <p:cNvSpPr>
            <a:spLocks noChangeShapeType="1"/>
          </p:cNvSpPr>
          <p:nvPr/>
        </p:nvSpPr>
        <p:spPr bwMode="auto">
          <a:xfrm>
            <a:off x="8094953" y="4395880"/>
            <a:ext cx="76200" cy="228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3" name="Group 214">
            <a:extLst>
              <a:ext uri="{FF2B5EF4-FFF2-40B4-BE49-F238E27FC236}">
                <a16:creationId xmlns:a16="http://schemas.microsoft.com/office/drawing/2014/main" id="{C2A46E0C-32D6-EC81-0EEF-6243BB1FE170}"/>
              </a:ext>
            </a:extLst>
          </p:cNvPr>
          <p:cNvGrpSpPr>
            <a:grpSpLocks/>
          </p:cNvGrpSpPr>
          <p:nvPr/>
        </p:nvGrpSpPr>
        <p:grpSpPr bwMode="auto">
          <a:xfrm>
            <a:off x="6430235" y="931558"/>
            <a:ext cx="1811338" cy="3467100"/>
            <a:chOff x="2687" y="420"/>
            <a:chExt cx="1141" cy="2184"/>
          </a:xfrm>
        </p:grpSpPr>
        <p:sp>
          <p:nvSpPr>
            <p:cNvPr id="54" name="Text Box 72">
              <a:extLst>
                <a:ext uri="{FF2B5EF4-FFF2-40B4-BE49-F238E27FC236}">
                  <a16:creationId xmlns:a16="http://schemas.microsoft.com/office/drawing/2014/main" id="{E9296EE0-52B5-A292-DC20-264033378B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4" y="420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  <a:r>
                <a:rPr lang="en-US" altLang="zh-CN" i="1">
                  <a:sym typeface="Symbol" charset="2"/>
                </a:rPr>
                <a:t></a:t>
              </a:r>
              <a:endParaRPr lang="en-US" altLang="zh-CN" i="1"/>
            </a:p>
          </p:txBody>
        </p:sp>
        <p:sp>
          <p:nvSpPr>
            <p:cNvPr id="55" name="Text Box 70">
              <a:extLst>
                <a:ext uri="{FF2B5EF4-FFF2-40B4-BE49-F238E27FC236}">
                  <a16:creationId xmlns:a16="http://schemas.microsoft.com/office/drawing/2014/main" id="{F87AF8A9-E09C-0211-D5A7-966FF315C4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7" y="1120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 dirty="0"/>
                <a:t>A</a:t>
              </a:r>
            </a:p>
          </p:txBody>
        </p:sp>
        <p:sp>
          <p:nvSpPr>
            <p:cNvPr id="56" name="Line 104">
              <a:extLst>
                <a:ext uri="{FF2B5EF4-FFF2-40B4-BE49-F238E27FC236}">
                  <a16:creationId xmlns:a16="http://schemas.microsoft.com/office/drawing/2014/main" id="{F9CF9C32-1DFE-34C2-4B06-E66397B101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732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Line 105">
              <a:extLst>
                <a:ext uri="{FF2B5EF4-FFF2-40B4-BE49-F238E27FC236}">
                  <a16:creationId xmlns:a16="http://schemas.microsoft.com/office/drawing/2014/main" id="{758E507F-FE22-84AE-071D-B87AA6BA52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2" y="1692"/>
              <a:ext cx="672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Line 106">
              <a:extLst>
                <a:ext uri="{FF2B5EF4-FFF2-40B4-BE49-F238E27FC236}">
                  <a16:creationId xmlns:a16="http://schemas.microsoft.com/office/drawing/2014/main" id="{198EE40B-9018-45AC-ABBC-67B3740121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2" y="732"/>
              <a:ext cx="672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Line 107">
              <a:extLst>
                <a:ext uri="{FF2B5EF4-FFF2-40B4-BE49-F238E27FC236}">
                  <a16:creationId xmlns:a16="http://schemas.microsoft.com/office/drawing/2014/main" id="{D2F31748-8696-1B83-3EA0-B53B15ECFB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1404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Text Box 111">
              <a:extLst>
                <a:ext uri="{FF2B5EF4-FFF2-40B4-BE49-F238E27FC236}">
                  <a16:creationId xmlns:a16="http://schemas.microsoft.com/office/drawing/2014/main" id="{AE37999D-7CEF-40E0-6824-FD27D72A36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2316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</a:p>
          </p:txBody>
        </p:sp>
        <p:sp>
          <p:nvSpPr>
            <p:cNvPr id="61" name="Oval 116">
              <a:extLst>
                <a:ext uri="{FF2B5EF4-FFF2-40B4-BE49-F238E27FC236}">
                  <a16:creationId xmlns:a16="http://schemas.microsoft.com/office/drawing/2014/main" id="{DC729B6D-898C-C3EB-4E4E-AA4C84D4C6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684"/>
              <a:ext cx="96" cy="96"/>
            </a:xfrm>
            <a:prstGeom prst="ellipse">
              <a:avLst/>
            </a:prstGeom>
            <a:solidFill>
              <a:srgbClr val="FF3300"/>
            </a:solidFill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Oval 115">
              <a:extLst>
                <a:ext uri="{FF2B5EF4-FFF2-40B4-BE49-F238E27FC236}">
                  <a16:creationId xmlns:a16="http://schemas.microsoft.com/office/drawing/2014/main" id="{1B57D793-AE1D-3584-38B9-8ACB5AFAD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8" y="1340"/>
              <a:ext cx="128" cy="128"/>
            </a:xfrm>
            <a:prstGeom prst="ellipse">
              <a:avLst/>
            </a:prstGeom>
            <a:gradFill rotWithShape="0">
              <a:gsLst>
                <a:gs pos="0">
                  <a:srgbClr val="FFCC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Oval 117">
              <a:extLst>
                <a:ext uri="{FF2B5EF4-FFF2-40B4-BE49-F238E27FC236}">
                  <a16:creationId xmlns:a16="http://schemas.microsoft.com/office/drawing/2014/main" id="{16C7E832-A455-6B47-DBC7-34D7B0562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316"/>
              <a:ext cx="96" cy="96"/>
            </a:xfrm>
            <a:prstGeom prst="ellipse">
              <a:avLst/>
            </a:prstGeom>
            <a:solidFill>
              <a:srgbClr val="FF3300"/>
            </a:solidFill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4" name="Freeform 217">
            <a:extLst>
              <a:ext uri="{FF2B5EF4-FFF2-40B4-BE49-F238E27FC236}">
                <a16:creationId xmlns:a16="http://schemas.microsoft.com/office/drawing/2014/main" id="{0E4323AA-313C-4F2F-3D0D-D5639E68E926}"/>
              </a:ext>
            </a:extLst>
          </p:cNvPr>
          <p:cNvSpPr>
            <a:spLocks/>
          </p:cNvSpPr>
          <p:nvPr/>
        </p:nvSpPr>
        <p:spPr bwMode="auto">
          <a:xfrm>
            <a:off x="8483527" y="4504291"/>
            <a:ext cx="219075" cy="152400"/>
          </a:xfrm>
          <a:custGeom>
            <a:avLst/>
            <a:gdLst>
              <a:gd name="T0" fmla="*/ 0 w 138"/>
              <a:gd name="T1" fmla="*/ 96 h 96"/>
              <a:gd name="T2" fmla="*/ 48 w 138"/>
              <a:gd name="T3" fmla="*/ 0 h 96"/>
              <a:gd name="T4" fmla="*/ 138 w 138"/>
              <a:gd name="T5" fmla="*/ 48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8" h="96">
                <a:moveTo>
                  <a:pt x="0" y="96"/>
                </a:moveTo>
                <a:lnTo>
                  <a:pt x="48" y="0"/>
                </a:lnTo>
                <a:lnTo>
                  <a:pt x="138" y="48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" name="Rectangle 2">
            <a:extLst>
              <a:ext uri="{FF2B5EF4-FFF2-40B4-BE49-F238E27FC236}">
                <a16:creationId xmlns:a16="http://schemas.microsoft.com/office/drawing/2014/main" id="{A5717E6F-8B8E-4211-E6DB-C02595570AB8}"/>
              </a:ext>
            </a:extLst>
          </p:cNvPr>
          <p:cNvSpPr txBox="1">
            <a:spLocks noChangeArrowheads="1"/>
          </p:cNvSpPr>
          <p:nvPr/>
        </p:nvSpPr>
        <p:spPr>
          <a:xfrm>
            <a:off x="414972" y="503570"/>
            <a:ext cx="7818437" cy="5334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3200" dirty="0"/>
              <a:t>点的一次变换作图方法</a:t>
            </a:r>
          </a:p>
        </p:txBody>
      </p:sp>
    </p:spTree>
    <p:extLst>
      <p:ext uri="{BB962C8B-B14F-4D97-AF65-F5344CB8AC3E}">
        <p14:creationId xmlns:p14="http://schemas.microsoft.com/office/powerpoint/2010/main" val="3040347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51" grpId="0" animBg="1"/>
      <p:bldP spid="52" grpId="0" animBg="1"/>
      <p:bldP spid="6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389065A-0E94-8D4D-6353-35D8FF9D6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32030-D61A-4C97-A0D8-EA1B460A6021}" type="datetime1">
              <a:rPr lang="zh-CN" altLang="en-US" smtClean="0"/>
              <a:t>2025/10/9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789FE2F-EB30-6652-92BD-BA22EACB9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6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3D2917-1ACE-7C14-645D-B3FE1F5E2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22</a:t>
            </a:fld>
            <a:endParaRPr lang="en-US"/>
          </a:p>
        </p:txBody>
      </p:sp>
      <p:sp>
        <p:nvSpPr>
          <p:cNvPr id="5" name="Line 3">
            <a:extLst>
              <a:ext uri="{FF2B5EF4-FFF2-40B4-BE49-F238E27FC236}">
                <a16:creationId xmlns:a16="http://schemas.microsoft.com/office/drawing/2014/main" id="{0FA0FACD-547B-F038-52EB-6F4170D362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81743" y="2781418"/>
            <a:ext cx="2057400" cy="1473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Line 4">
            <a:extLst>
              <a:ext uri="{FF2B5EF4-FFF2-40B4-BE49-F238E27FC236}">
                <a16:creationId xmlns:a16="http://schemas.microsoft.com/office/drawing/2014/main" id="{1186DCF6-AD07-6957-FD4B-49AD14A4850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5443" y="3365618"/>
            <a:ext cx="1676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C87C24E3-7B55-F3D9-33EF-BF66474DB4E3}"/>
              </a:ext>
            </a:extLst>
          </p:cNvPr>
          <p:cNvSpPr>
            <a:spLocks noChangeShapeType="1"/>
          </p:cNvSpPr>
          <p:nvPr/>
        </p:nvSpPr>
        <p:spPr bwMode="auto">
          <a:xfrm>
            <a:off x="7643643" y="2298818"/>
            <a:ext cx="0" cy="1981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7C7D6E4F-0812-017D-A603-02D0954A7DF4}"/>
              </a:ext>
            </a:extLst>
          </p:cNvPr>
          <p:cNvSpPr>
            <a:spLocks noChangeShapeType="1"/>
          </p:cNvSpPr>
          <p:nvPr/>
        </p:nvSpPr>
        <p:spPr bwMode="auto">
          <a:xfrm>
            <a:off x="8508831" y="2971918"/>
            <a:ext cx="658812" cy="11430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3A7C735E-2784-E8A6-C5C4-9462C08396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1243" y="2146418"/>
            <a:ext cx="336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sz="1600" b="1">
                <a:solidFill>
                  <a:srgbClr val="FF00FF"/>
                </a:solidFill>
                <a:sym typeface="Wingdings" charset="2"/>
              </a:rPr>
              <a:t></a:t>
            </a:r>
            <a:endParaRPr lang="en-US" altLang="zh-CN" sz="2400" b="1"/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B8260A2D-3014-CD60-1EE1-70EE287F0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1243" y="4095868"/>
            <a:ext cx="336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sz="1600" b="1">
                <a:solidFill>
                  <a:srgbClr val="FF00FF"/>
                </a:solidFill>
                <a:sym typeface="Wingdings" charset="2"/>
              </a:rPr>
              <a:t></a:t>
            </a:r>
            <a:endParaRPr lang="en-US" altLang="zh-CN" sz="2400" b="1"/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51A2B789-9A2A-136E-D3C1-8E8F3388D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2731" y="2938581"/>
            <a:ext cx="3127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sz="2000" b="1">
                <a:latin typeface="楷体_GB2312" charset="0"/>
                <a:ea typeface="楷体_GB2312" charset="0"/>
              </a:rPr>
              <a:t>V</a:t>
            </a:r>
            <a:endParaRPr lang="en-US" altLang="zh-CN" b="1">
              <a:latin typeface="楷体_GB2312" charset="0"/>
              <a:ea typeface="楷体_GB2312" charset="0"/>
            </a:endParaRPr>
          </a:p>
        </p:txBody>
      </p:sp>
      <p:sp>
        <p:nvSpPr>
          <p:cNvPr id="12" name="Text Box 11">
            <a:extLst>
              <a:ext uri="{FF2B5EF4-FFF2-40B4-BE49-F238E27FC236}">
                <a16:creationId xmlns:a16="http://schemas.microsoft.com/office/drawing/2014/main" id="{CDA6B389-06EE-24BE-92D8-6344DCF26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2731" y="3365618"/>
            <a:ext cx="3127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sz="2000" b="1">
                <a:latin typeface="楷体_GB2312" charset="0"/>
                <a:ea typeface="楷体_GB2312" charset="0"/>
              </a:rPr>
              <a:t>H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24EB9CC8-153A-9B87-4FF3-2270B4D338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0943" y="3179881"/>
            <a:ext cx="368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sz="2000" b="1"/>
              <a:t>X</a:t>
            </a:r>
          </a:p>
        </p:txBody>
      </p:sp>
      <p:sp>
        <p:nvSpPr>
          <p:cNvPr id="14" name="Text Box 16">
            <a:extLst>
              <a:ext uri="{FF2B5EF4-FFF2-40B4-BE49-F238E27FC236}">
                <a16:creationId xmlns:a16="http://schemas.microsoft.com/office/drawing/2014/main" id="{0281988C-DD00-E751-B71A-91B1F9896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9806" y="188924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charset="2"/>
              </a:rPr>
              <a:t></a:t>
            </a:r>
          </a:p>
        </p:txBody>
      </p:sp>
      <p:sp>
        <p:nvSpPr>
          <p:cNvPr id="15" name="Text Box 17">
            <a:extLst>
              <a:ext uri="{FF2B5EF4-FFF2-40B4-BE49-F238E27FC236}">
                <a16:creationId xmlns:a16="http://schemas.microsoft.com/office/drawing/2014/main" id="{83A77C89-BA54-3684-A92B-0811E4A45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0756" y="413079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sz="2400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grpSp>
        <p:nvGrpSpPr>
          <p:cNvPr id="16" name="Group 67">
            <a:extLst>
              <a:ext uri="{FF2B5EF4-FFF2-40B4-BE49-F238E27FC236}">
                <a16:creationId xmlns:a16="http://schemas.microsoft.com/office/drawing/2014/main" id="{B5C04537-C344-FB3B-5637-CC5DBDCC04E3}"/>
              </a:ext>
            </a:extLst>
          </p:cNvPr>
          <p:cNvGrpSpPr>
            <a:grpSpLocks/>
          </p:cNvGrpSpPr>
          <p:nvPr/>
        </p:nvGrpSpPr>
        <p:grpSpPr bwMode="auto">
          <a:xfrm>
            <a:off x="9551818" y="2332157"/>
            <a:ext cx="1098550" cy="633413"/>
            <a:chOff x="5042" y="887"/>
            <a:chExt cx="692" cy="399"/>
          </a:xfrm>
        </p:grpSpPr>
        <p:sp>
          <p:nvSpPr>
            <p:cNvPr id="17" name="Text Box 9">
              <a:extLst>
                <a:ext uri="{FF2B5EF4-FFF2-40B4-BE49-F238E27FC236}">
                  <a16:creationId xmlns:a16="http://schemas.microsoft.com/office/drawing/2014/main" id="{6AECC4F9-D92B-F0D0-58A7-D81D6EF515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0" y="1074"/>
              <a:ext cx="21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1600" i="1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Wingdings" charset="2"/>
                </a:rPr>
                <a:t></a:t>
              </a:r>
              <a:endPara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A5C080C1-4BFF-59AF-263A-5CF07E9892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2" y="887"/>
              <a:ext cx="6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hangingPunct="0"/>
              <a:r>
                <a:rPr lang="en-US" altLang="zh-CN" sz="2400" i="1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i="1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charset="2"/>
                </a:rPr>
                <a:t></a:t>
              </a:r>
              <a:r>
                <a:rPr lang="en-US" altLang="zh-CN" sz="2400" i="1" baseline="-2500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19" name="Freeform 19">
            <a:extLst>
              <a:ext uri="{FF2B5EF4-FFF2-40B4-BE49-F238E27FC236}">
                <a16:creationId xmlns:a16="http://schemas.microsoft.com/office/drawing/2014/main" id="{ACA772F2-5C0B-BD10-F476-FF49596C802C}"/>
              </a:ext>
            </a:extLst>
          </p:cNvPr>
          <p:cNvSpPr>
            <a:spLocks/>
          </p:cNvSpPr>
          <p:nvPr/>
        </p:nvSpPr>
        <p:spPr bwMode="auto">
          <a:xfrm>
            <a:off x="2322343" y="3991093"/>
            <a:ext cx="4495800" cy="1600200"/>
          </a:xfrm>
          <a:custGeom>
            <a:avLst/>
            <a:gdLst>
              <a:gd name="T0" fmla="*/ 0 w 2832"/>
              <a:gd name="T1" fmla="*/ 432 h 1008"/>
              <a:gd name="T2" fmla="*/ 1152 w 2832"/>
              <a:gd name="T3" fmla="*/ 0 h 1008"/>
              <a:gd name="T4" fmla="*/ 2832 w 2832"/>
              <a:gd name="T5" fmla="*/ 576 h 1008"/>
              <a:gd name="T6" fmla="*/ 1536 w 2832"/>
              <a:gd name="T7" fmla="*/ 1008 h 1008"/>
              <a:gd name="T8" fmla="*/ 0 w 2832"/>
              <a:gd name="T9" fmla="*/ 432 h 10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32" h="1008">
                <a:moveTo>
                  <a:pt x="0" y="432"/>
                </a:moveTo>
                <a:lnTo>
                  <a:pt x="1152" y="0"/>
                </a:lnTo>
                <a:lnTo>
                  <a:pt x="2832" y="576"/>
                </a:lnTo>
                <a:lnTo>
                  <a:pt x="1536" y="1008"/>
                </a:lnTo>
                <a:lnTo>
                  <a:pt x="0" y="432"/>
                </a:lnTo>
                <a:close/>
              </a:path>
            </a:pathLst>
          </a:custGeom>
          <a:solidFill>
            <a:srgbClr val="CCFF66"/>
          </a:solidFill>
          <a:ln w="9525" cap="flat" cmpd="sng">
            <a:solidFill>
              <a:schemeClr val="tx2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F44FBBFE-FD60-33F7-541B-98BF0F64A1D5}"/>
              </a:ext>
            </a:extLst>
          </p:cNvPr>
          <p:cNvSpPr>
            <a:spLocks/>
          </p:cNvSpPr>
          <p:nvPr/>
        </p:nvSpPr>
        <p:spPr bwMode="auto">
          <a:xfrm>
            <a:off x="2322343" y="2390893"/>
            <a:ext cx="1828800" cy="2286000"/>
          </a:xfrm>
          <a:custGeom>
            <a:avLst/>
            <a:gdLst>
              <a:gd name="T0" fmla="*/ 0 w 1152"/>
              <a:gd name="T1" fmla="*/ 432 h 1440"/>
              <a:gd name="T2" fmla="*/ 0 w 1152"/>
              <a:gd name="T3" fmla="*/ 1440 h 1440"/>
              <a:gd name="T4" fmla="*/ 1152 w 1152"/>
              <a:gd name="T5" fmla="*/ 1008 h 1440"/>
              <a:gd name="T6" fmla="*/ 1152 w 1152"/>
              <a:gd name="T7" fmla="*/ 0 h 1440"/>
              <a:gd name="T8" fmla="*/ 0 w 1152"/>
              <a:gd name="T9" fmla="*/ 432 h 1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52" h="1440">
                <a:moveTo>
                  <a:pt x="0" y="432"/>
                </a:moveTo>
                <a:lnTo>
                  <a:pt x="0" y="1440"/>
                </a:lnTo>
                <a:lnTo>
                  <a:pt x="1152" y="1008"/>
                </a:lnTo>
                <a:lnTo>
                  <a:pt x="1152" y="0"/>
                </a:lnTo>
                <a:lnTo>
                  <a:pt x="0" y="432"/>
                </a:lnTo>
                <a:close/>
              </a:path>
            </a:pathLst>
          </a:custGeom>
          <a:solidFill>
            <a:srgbClr val="FFCCFF"/>
          </a:solidFill>
          <a:ln w="9525" cap="flat" cmpd="sng">
            <a:solidFill>
              <a:schemeClr val="tx2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3047B019-90D7-5B0D-4B96-8FE61A113AC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0843" y="3533893"/>
            <a:ext cx="0" cy="1143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Line 22">
            <a:extLst>
              <a:ext uri="{FF2B5EF4-FFF2-40B4-BE49-F238E27FC236}">
                <a16:creationId xmlns:a16="http://schemas.microsoft.com/office/drawing/2014/main" id="{232C06CD-028C-1740-BD6E-90D3D916DB6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00243" y="3251318"/>
            <a:ext cx="990600" cy="282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Line 23">
            <a:extLst>
              <a:ext uri="{FF2B5EF4-FFF2-40B4-BE49-F238E27FC236}">
                <a16:creationId xmlns:a16="http://schemas.microsoft.com/office/drawing/2014/main" id="{E604DF37-FBFD-4E4F-F486-7CDA15F3B7F1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0243" y="3251318"/>
            <a:ext cx="0" cy="1044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94C827CF-280C-5CEC-81E1-0D5A4EAAA8EF}"/>
              </a:ext>
            </a:extLst>
          </p:cNvPr>
          <p:cNvSpPr>
            <a:spLocks/>
          </p:cNvSpPr>
          <p:nvPr/>
        </p:nvSpPr>
        <p:spPr bwMode="auto">
          <a:xfrm>
            <a:off x="3300243" y="4295893"/>
            <a:ext cx="990600" cy="334963"/>
          </a:xfrm>
          <a:custGeom>
            <a:avLst/>
            <a:gdLst>
              <a:gd name="T0" fmla="*/ 0 w 624"/>
              <a:gd name="T1" fmla="*/ 0 h 211"/>
              <a:gd name="T2" fmla="*/ 624 w 624"/>
              <a:gd name="T3" fmla="*/ 211 h 21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24" h="211">
                <a:moveTo>
                  <a:pt x="0" y="0"/>
                </a:moveTo>
                <a:lnTo>
                  <a:pt x="624" y="211"/>
                </a:lnTo>
              </a:path>
            </a:pathLst>
          </a:custGeom>
          <a:noFill/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Text Box 25">
            <a:extLst>
              <a:ext uri="{FF2B5EF4-FFF2-40B4-BE49-F238E27FC236}">
                <a16:creationId xmlns:a16="http://schemas.microsoft.com/office/drawing/2014/main" id="{1426C748-A0BE-8CE0-B486-7C3F2FE233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2343" y="3000493"/>
            <a:ext cx="368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2000" b="1"/>
              <a:t>V</a:t>
            </a:r>
          </a:p>
        </p:txBody>
      </p:sp>
      <p:sp>
        <p:nvSpPr>
          <p:cNvPr id="26" name="Text Box 26">
            <a:extLst>
              <a:ext uri="{FF2B5EF4-FFF2-40B4-BE49-F238E27FC236}">
                <a16:creationId xmlns:a16="http://schemas.microsoft.com/office/drawing/2014/main" id="{9DF3F178-8CB2-710B-ED7A-49170BF11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4843" y="5134093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2000" b="1"/>
              <a:t>H</a:t>
            </a:r>
          </a:p>
        </p:txBody>
      </p:sp>
      <p:sp>
        <p:nvSpPr>
          <p:cNvPr id="27" name="Text Box 27">
            <a:extLst>
              <a:ext uri="{FF2B5EF4-FFF2-40B4-BE49-F238E27FC236}">
                <a16:creationId xmlns:a16="http://schemas.microsoft.com/office/drawing/2014/main" id="{9922AC5C-BA92-AFB2-BA4A-62BEAAF935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0193" y="3017956"/>
            <a:ext cx="37221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CN" sz="2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Box 28">
            <a:extLst>
              <a:ext uri="{FF2B5EF4-FFF2-40B4-BE49-F238E27FC236}">
                <a16:creationId xmlns:a16="http://schemas.microsoft.com/office/drawing/2014/main" id="{108D129B-B3FC-16F8-814C-BE0409AC1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0043" y="2789356"/>
            <a:ext cx="260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2400" b="1"/>
              <a:t> </a:t>
            </a:r>
            <a:endParaRPr lang="en-US" altLang="zh-CN" b="1"/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4643CDC9-85C7-F05F-ED80-9475C9B473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7493" y="461815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2400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CN" i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Box 30">
            <a:extLst>
              <a:ext uri="{FF2B5EF4-FFF2-40B4-BE49-F238E27FC236}">
                <a16:creationId xmlns:a16="http://schemas.microsoft.com/office/drawing/2014/main" id="{FDB1F6DF-4CDD-F1B0-1585-55502A8638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7843" y="3076693"/>
            <a:ext cx="336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sz="1600" b="1">
                <a:solidFill>
                  <a:srgbClr val="FF00FF"/>
                </a:solidFill>
                <a:sym typeface="Wingdings" charset="2"/>
              </a:rPr>
              <a:t></a:t>
            </a:r>
            <a:endParaRPr lang="en-US" altLang="zh-CN" sz="2400" b="1"/>
          </a:p>
        </p:txBody>
      </p:sp>
      <p:sp>
        <p:nvSpPr>
          <p:cNvPr id="31" name="Text Box 31">
            <a:extLst>
              <a:ext uri="{FF2B5EF4-FFF2-40B4-BE49-F238E27FC236}">
                <a16:creationId xmlns:a16="http://schemas.microsoft.com/office/drawing/2014/main" id="{09A61917-BCAB-CA3D-EAB2-9A336BFF7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8443" y="3349743"/>
            <a:ext cx="336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sz="1600" b="1">
                <a:solidFill>
                  <a:srgbClr val="FF0000"/>
                </a:solidFill>
                <a:sym typeface="Wingdings" charset="2"/>
              </a:rPr>
              <a:t></a:t>
            </a:r>
            <a:endParaRPr lang="en-US" altLang="zh-CN" sz="2400" b="1"/>
          </a:p>
        </p:txBody>
      </p:sp>
      <p:sp>
        <p:nvSpPr>
          <p:cNvPr id="32" name="Text Box 32">
            <a:extLst>
              <a:ext uri="{FF2B5EF4-FFF2-40B4-BE49-F238E27FC236}">
                <a16:creationId xmlns:a16="http://schemas.microsoft.com/office/drawing/2014/main" id="{5C40E18A-C532-62BD-0983-751FA01DE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8443" y="4492743"/>
            <a:ext cx="336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sz="1600" b="1">
                <a:solidFill>
                  <a:srgbClr val="FF00FF"/>
                </a:solidFill>
                <a:sym typeface="Wingdings" charset="2"/>
              </a:rPr>
              <a:t></a:t>
            </a:r>
            <a:endParaRPr lang="en-US" altLang="zh-CN" sz="2400" b="1"/>
          </a:p>
        </p:txBody>
      </p:sp>
      <p:sp>
        <p:nvSpPr>
          <p:cNvPr id="33" name="Text Box 33">
            <a:extLst>
              <a:ext uri="{FF2B5EF4-FFF2-40B4-BE49-F238E27FC236}">
                <a16:creationId xmlns:a16="http://schemas.microsoft.com/office/drawing/2014/main" id="{DC285F76-560D-AFC8-8BF7-E52EEC9180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1781" y="3884731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i="1" baseline="-200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altLang="zh-CN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Box 34">
            <a:extLst>
              <a:ext uri="{FF2B5EF4-FFF2-40B4-BE49-F238E27FC236}">
                <a16:creationId xmlns:a16="http://schemas.microsoft.com/office/drawing/2014/main" id="{8EF05756-151C-CA80-218C-2F478093B2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1343" y="4584818"/>
            <a:ext cx="368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sz="2000" b="1"/>
              <a:t>X</a:t>
            </a:r>
            <a:endParaRPr lang="en-US" altLang="zh-CN" sz="2400" b="1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3144FF62-CE26-2660-B4A4-DA6044ABF80B}"/>
              </a:ext>
            </a:extLst>
          </p:cNvPr>
          <p:cNvGrpSpPr>
            <a:grpSpLocks/>
          </p:cNvGrpSpPr>
          <p:nvPr/>
        </p:nvGrpSpPr>
        <p:grpSpPr bwMode="auto">
          <a:xfrm>
            <a:off x="4836943" y="2314693"/>
            <a:ext cx="1365250" cy="3276600"/>
            <a:chOff x="1968" y="1008"/>
            <a:chExt cx="860" cy="2064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C69745D1-0250-2F4C-EA3C-56FEC01219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8" y="1008"/>
              <a:ext cx="630" cy="1846"/>
            </a:xfrm>
            <a:custGeom>
              <a:avLst/>
              <a:gdLst>
                <a:gd name="T0" fmla="*/ 0 w 630"/>
                <a:gd name="T1" fmla="*/ 0 h 1846"/>
                <a:gd name="T2" fmla="*/ 0 w 630"/>
                <a:gd name="T3" fmla="*/ 1200 h 1846"/>
                <a:gd name="T4" fmla="*/ 630 w 630"/>
                <a:gd name="T5" fmla="*/ 1846 h 1846"/>
                <a:gd name="T6" fmla="*/ 630 w 630"/>
                <a:gd name="T7" fmla="*/ 646 h 1846"/>
                <a:gd name="T8" fmla="*/ 0 w 630"/>
                <a:gd name="T9" fmla="*/ 0 h 1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0" h="1846">
                  <a:moveTo>
                    <a:pt x="0" y="0"/>
                  </a:moveTo>
                  <a:lnTo>
                    <a:pt x="0" y="1200"/>
                  </a:lnTo>
                  <a:lnTo>
                    <a:pt x="630" y="1846"/>
                  </a:lnTo>
                  <a:lnTo>
                    <a:pt x="630" y="6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7" name="Text Box 37">
              <a:extLst>
                <a:ext uri="{FF2B5EF4-FFF2-40B4-BE49-F238E27FC236}">
                  <a16:creationId xmlns:a16="http://schemas.microsoft.com/office/drawing/2014/main" id="{A0C3739C-7913-C360-CC32-0DD8BC2C9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822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2000" b="1"/>
                <a:t>X</a:t>
              </a:r>
              <a:r>
                <a:rPr lang="en-US" altLang="zh-CN" sz="2000" b="1" baseline="-20000"/>
                <a:t>1</a:t>
              </a:r>
              <a:endParaRPr lang="en-US" altLang="zh-CN" sz="2000" b="1"/>
            </a:p>
          </p:txBody>
        </p:sp>
        <p:sp>
          <p:nvSpPr>
            <p:cNvPr id="38" name="Text Box 38">
              <a:extLst>
                <a:ext uri="{FF2B5EF4-FFF2-40B4-BE49-F238E27FC236}">
                  <a16:creationId xmlns:a16="http://schemas.microsoft.com/office/drawing/2014/main" id="{7953F19E-386D-3CA4-AE53-125A0EFFF2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5" y="1478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zh-CN" sz="2000" b="1"/>
                <a:t>V</a:t>
              </a:r>
              <a:r>
                <a:rPr lang="en-US" altLang="zh-CN" sz="1400" b="1"/>
                <a:t>1</a:t>
              </a:r>
              <a:endParaRPr lang="en-US" altLang="zh-CN" sz="2400" b="1"/>
            </a:p>
          </p:txBody>
        </p:sp>
      </p:grpSp>
      <p:sp>
        <p:nvSpPr>
          <p:cNvPr id="39" name="Freeform 39">
            <a:extLst>
              <a:ext uri="{FF2B5EF4-FFF2-40B4-BE49-F238E27FC236}">
                <a16:creationId xmlns:a16="http://schemas.microsoft.com/office/drawing/2014/main" id="{2AA4300D-F7CD-4E83-7A3F-C2393E65B075}"/>
              </a:ext>
            </a:extLst>
          </p:cNvPr>
          <p:cNvSpPr>
            <a:spLocks/>
          </p:cNvSpPr>
          <p:nvPr/>
        </p:nvSpPr>
        <p:spPr bwMode="auto">
          <a:xfrm>
            <a:off x="4290843" y="4399081"/>
            <a:ext cx="739775" cy="252412"/>
          </a:xfrm>
          <a:custGeom>
            <a:avLst/>
            <a:gdLst>
              <a:gd name="T0" fmla="*/ 0 w 466"/>
              <a:gd name="T1" fmla="*/ 159 h 159"/>
              <a:gd name="T2" fmla="*/ 466 w 466"/>
              <a:gd name="T3" fmla="*/ 0 h 15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66" h="159">
                <a:moveTo>
                  <a:pt x="0" y="159"/>
                </a:moveTo>
                <a:lnTo>
                  <a:pt x="466" y="0"/>
                </a:lnTo>
              </a:path>
            </a:pathLst>
          </a:custGeom>
          <a:noFill/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F504D361-E6E9-1B87-72F0-D6CF0457DC08}"/>
              </a:ext>
            </a:extLst>
          </p:cNvPr>
          <p:cNvSpPr>
            <a:spLocks/>
          </p:cNvSpPr>
          <p:nvPr/>
        </p:nvSpPr>
        <p:spPr bwMode="auto">
          <a:xfrm>
            <a:off x="4303543" y="3256081"/>
            <a:ext cx="749300" cy="246062"/>
          </a:xfrm>
          <a:custGeom>
            <a:avLst/>
            <a:gdLst>
              <a:gd name="T0" fmla="*/ 0 w 472"/>
              <a:gd name="T1" fmla="*/ 155 h 155"/>
              <a:gd name="T2" fmla="*/ 472 w 472"/>
              <a:gd name="T3" fmla="*/ 0 h 15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72" h="155">
                <a:moveTo>
                  <a:pt x="0" y="155"/>
                </a:moveTo>
                <a:lnTo>
                  <a:pt x="472" y="0"/>
                </a:lnTo>
              </a:path>
            </a:pathLst>
          </a:custGeom>
          <a:noFill/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Text Box 41">
            <a:extLst>
              <a:ext uri="{FF2B5EF4-FFF2-40B4-BE49-F238E27FC236}">
                <a16:creationId xmlns:a16="http://schemas.microsoft.com/office/drawing/2014/main" id="{1B536B50-8F5C-786C-8903-74F53ACFA2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9343" y="2848093"/>
            <a:ext cx="495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2400" i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i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charset="2"/>
              </a:rPr>
              <a:t></a:t>
            </a:r>
            <a:r>
              <a:rPr lang="en-US" altLang="zh-CN" sz="2400" i="1" baseline="-2500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2" name="Text Box 42">
            <a:extLst>
              <a:ext uri="{FF2B5EF4-FFF2-40B4-BE49-F238E27FC236}">
                <a16:creationId xmlns:a16="http://schemas.microsoft.com/office/drawing/2014/main" id="{A9F96B60-5636-9FA2-0D44-5D3AD35A6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0131" y="4143493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i="1" baseline="-20000">
                <a:latin typeface="Times New Roman" panose="02020603050405020304" pitchFamily="18" charset="0"/>
                <a:cs typeface="Times New Roman" panose="02020603050405020304" pitchFamily="18" charset="0"/>
              </a:rPr>
              <a:t>x1</a:t>
            </a:r>
            <a:endParaRPr lang="en-US" altLang="zh-CN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Freeform 43">
            <a:extLst>
              <a:ext uri="{FF2B5EF4-FFF2-40B4-BE49-F238E27FC236}">
                <a16:creationId xmlns:a16="http://schemas.microsoft.com/office/drawing/2014/main" id="{5E503191-CF3F-64D5-4128-623E774CF5DC}"/>
              </a:ext>
            </a:extLst>
          </p:cNvPr>
          <p:cNvSpPr>
            <a:spLocks/>
          </p:cNvSpPr>
          <p:nvPr/>
        </p:nvSpPr>
        <p:spPr bwMode="auto">
          <a:xfrm>
            <a:off x="5030618" y="3233856"/>
            <a:ext cx="1588" cy="1165225"/>
          </a:xfrm>
          <a:custGeom>
            <a:avLst/>
            <a:gdLst>
              <a:gd name="T0" fmla="*/ 0 w 1"/>
              <a:gd name="T1" fmla="*/ 734 h 734"/>
              <a:gd name="T2" fmla="*/ 0 w 1"/>
              <a:gd name="T3" fmla="*/ 0 h 73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734">
                <a:moveTo>
                  <a:pt x="0" y="734"/>
                </a:moveTo>
                <a:lnTo>
                  <a:pt x="0" y="0"/>
                </a:lnTo>
              </a:path>
            </a:pathLst>
          </a:custGeom>
          <a:noFill/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" name="Text Box 44">
            <a:extLst>
              <a:ext uri="{FF2B5EF4-FFF2-40B4-BE49-F238E27FC236}">
                <a16:creationId xmlns:a16="http://schemas.microsoft.com/office/drawing/2014/main" id="{82ADCEF1-7DB2-F7B2-C364-753055BBE2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393" y="3103681"/>
            <a:ext cx="336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sz="1600" b="1">
                <a:solidFill>
                  <a:srgbClr val="FF00FF"/>
                </a:solidFill>
                <a:sym typeface="Wingdings" charset="2"/>
              </a:rPr>
              <a:t></a:t>
            </a:r>
            <a:endParaRPr lang="en-US" altLang="zh-CN" sz="2400" b="1"/>
          </a:p>
        </p:txBody>
      </p:sp>
      <p:sp>
        <p:nvSpPr>
          <p:cNvPr id="45" name="Text Box 45">
            <a:extLst>
              <a:ext uri="{FF2B5EF4-FFF2-40B4-BE49-F238E27FC236}">
                <a16:creationId xmlns:a16="http://schemas.microsoft.com/office/drawing/2014/main" id="{95077E4E-9BBA-52FA-418D-F8017BBC0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8158" y="947593"/>
            <a:ext cx="460648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0" hangingPunct="0"/>
            <a:r>
              <a:rPr lang="en-US" altLang="zh-CN" sz="2800" b="1" dirty="0">
                <a:latin typeface="DengXian" charset="-122"/>
                <a:ea typeface="DengXian" charset="-122"/>
                <a:cs typeface="DengXian" charset="-122"/>
              </a:rPr>
              <a:t>(b)</a:t>
            </a:r>
            <a:r>
              <a:rPr lang="zh-CN" altLang="en-US" sz="2800" b="1" dirty="0">
                <a:latin typeface="DengXian" charset="-122"/>
                <a:ea typeface="DengXian" charset="-122"/>
                <a:cs typeface="DengXian" charset="-122"/>
              </a:rPr>
              <a:t> 新旧投影之间的关系</a:t>
            </a:r>
            <a:endParaRPr lang="zh-CN" altLang="en-US" sz="1600" b="1" dirty="0">
              <a:solidFill>
                <a:schemeClr val="folHlink"/>
              </a:solidFill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6" name="Text Box 46">
            <a:extLst>
              <a:ext uri="{FF2B5EF4-FFF2-40B4-BE49-F238E27FC236}">
                <a16:creationId xmlns:a16="http://schemas.microsoft.com/office/drawing/2014/main" id="{5139ECA6-520B-74B0-4C54-4F810A106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6156" y="4754681"/>
            <a:ext cx="218281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charset="2"/>
              </a:rPr>
              <a:t>1.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a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  <a:sym typeface="Symbol" charset="2"/>
              </a:rPr>
              <a:t></a:t>
            </a:r>
            <a:r>
              <a:rPr lang="en-US" altLang="zh-CN" sz="2800" b="1" i="1" baseline="-20000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1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  <a:sym typeface="Symbol" charset="2"/>
              </a:rPr>
              <a:t>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  <a:sym typeface="Symbol" charset="2"/>
              </a:rPr>
              <a:t> X</a:t>
            </a:r>
            <a:r>
              <a:rPr lang="en-US" altLang="zh-CN" sz="2800" b="1" i="1" baseline="-20000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  <a:sym typeface="Symbol" charset="2"/>
              </a:rPr>
              <a:t>1</a:t>
            </a:r>
          </a:p>
        </p:txBody>
      </p:sp>
      <p:sp>
        <p:nvSpPr>
          <p:cNvPr id="47" name="Text Box 47">
            <a:extLst>
              <a:ext uri="{FF2B5EF4-FFF2-40B4-BE49-F238E27FC236}">
                <a16:creationId xmlns:a16="http://schemas.microsoft.com/office/drawing/2014/main" id="{B5BE8930-059E-EF26-860B-CC76F0FBE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8461" y="5103931"/>
            <a:ext cx="2971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charset="2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charset="2"/>
              </a:rPr>
              <a:t>2.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a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  <a:sym typeface="Symbol" charset="2"/>
              </a:rPr>
              <a:t></a:t>
            </a:r>
            <a:r>
              <a:rPr lang="en-US" altLang="zh-CN" sz="2800" b="1" i="1" baseline="-20000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1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a</a:t>
            </a:r>
            <a:r>
              <a:rPr lang="en-US" altLang="zh-CN" sz="2800" b="1" i="1" baseline="-20000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x1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= 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a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  <a:sym typeface="Symbol" charset="2"/>
              </a:rPr>
              <a:t>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a</a:t>
            </a:r>
            <a:r>
              <a:rPr lang="en-US" altLang="zh-CN" sz="2800" b="1" i="1" baseline="-20000" dirty="0" err="1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x</a:t>
            </a:r>
            <a:endParaRPr lang="en-US" altLang="zh-CN" sz="2800" b="1" i="1" baseline="-20000" dirty="0"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48" name="Text Box 49">
            <a:extLst>
              <a:ext uri="{FF2B5EF4-FFF2-40B4-BE49-F238E27FC236}">
                <a16:creationId xmlns:a16="http://schemas.microsoft.com/office/drawing/2014/main" id="{512DA359-CF80-D378-B05B-8D86303E8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1418" y="2948106"/>
            <a:ext cx="412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altLang="zh-CN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Box 50">
            <a:extLst>
              <a:ext uri="{FF2B5EF4-FFF2-40B4-BE49-F238E27FC236}">
                <a16:creationId xmlns:a16="http://schemas.microsoft.com/office/drawing/2014/main" id="{215649EC-FEBD-C1A1-749E-C6D157FB1F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0368" y="2838568"/>
            <a:ext cx="412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charset="2"/>
              </a:rPr>
              <a:t></a:t>
            </a:r>
          </a:p>
        </p:txBody>
      </p:sp>
      <p:sp>
        <p:nvSpPr>
          <p:cNvPr id="50" name="Freeform 58">
            <a:extLst>
              <a:ext uri="{FF2B5EF4-FFF2-40B4-BE49-F238E27FC236}">
                <a16:creationId xmlns:a16="http://schemas.microsoft.com/office/drawing/2014/main" id="{AA20437B-6391-0414-621B-11A6C7892B6C}"/>
              </a:ext>
            </a:extLst>
          </p:cNvPr>
          <p:cNvSpPr>
            <a:spLocks/>
          </p:cNvSpPr>
          <p:nvPr/>
        </p:nvSpPr>
        <p:spPr bwMode="auto">
          <a:xfrm>
            <a:off x="8677106" y="3586281"/>
            <a:ext cx="203200" cy="77787"/>
          </a:xfrm>
          <a:custGeom>
            <a:avLst/>
            <a:gdLst>
              <a:gd name="T0" fmla="*/ 0 w 128"/>
              <a:gd name="T1" fmla="*/ 0 h 49"/>
              <a:gd name="T2" fmla="*/ 39 w 128"/>
              <a:gd name="T3" fmla="*/ 38 h 49"/>
              <a:gd name="T4" fmla="*/ 77 w 128"/>
              <a:gd name="T5" fmla="*/ 48 h 49"/>
              <a:gd name="T6" fmla="*/ 128 w 128"/>
              <a:gd name="T7" fmla="*/ 32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8" h="49">
                <a:moveTo>
                  <a:pt x="0" y="0"/>
                </a:moveTo>
                <a:cubicBezTo>
                  <a:pt x="13" y="15"/>
                  <a:pt x="26" y="30"/>
                  <a:pt x="39" y="38"/>
                </a:cubicBezTo>
                <a:cubicBezTo>
                  <a:pt x="52" y="46"/>
                  <a:pt x="62" y="49"/>
                  <a:pt x="77" y="48"/>
                </a:cubicBezTo>
                <a:cubicBezTo>
                  <a:pt x="92" y="47"/>
                  <a:pt x="118" y="35"/>
                  <a:pt x="128" y="32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1" name="Group 60">
            <a:extLst>
              <a:ext uri="{FF2B5EF4-FFF2-40B4-BE49-F238E27FC236}">
                <a16:creationId xmlns:a16="http://schemas.microsoft.com/office/drawing/2014/main" id="{C5E99103-EC82-3EAD-DD70-6302C059395E}"/>
              </a:ext>
            </a:extLst>
          </p:cNvPr>
          <p:cNvGrpSpPr>
            <a:grpSpLocks/>
          </p:cNvGrpSpPr>
          <p:nvPr/>
        </p:nvGrpSpPr>
        <p:grpSpPr bwMode="auto">
          <a:xfrm>
            <a:off x="3178006" y="3805356"/>
            <a:ext cx="1958975" cy="173037"/>
            <a:chOff x="923" y="1893"/>
            <a:chExt cx="1234" cy="109"/>
          </a:xfrm>
        </p:grpSpPr>
        <p:sp>
          <p:nvSpPr>
            <p:cNvPr id="52" name="Line 61">
              <a:extLst>
                <a:ext uri="{FF2B5EF4-FFF2-40B4-BE49-F238E27FC236}">
                  <a16:creationId xmlns:a16="http://schemas.microsoft.com/office/drawing/2014/main" id="{260F1CF1-3817-20FB-E31D-280562DB48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3" y="1893"/>
              <a:ext cx="128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3" name="Line 62">
              <a:extLst>
                <a:ext uri="{FF2B5EF4-FFF2-40B4-BE49-F238E27FC236}">
                  <a16:creationId xmlns:a16="http://schemas.microsoft.com/office/drawing/2014/main" id="{D65DA98A-5743-7023-9472-CA802F3B1A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1" y="1993"/>
              <a:ext cx="110" cy="9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4" name="Line 63">
              <a:extLst>
                <a:ext uri="{FF2B5EF4-FFF2-40B4-BE49-F238E27FC236}">
                  <a16:creationId xmlns:a16="http://schemas.microsoft.com/office/drawing/2014/main" id="{AA650447-C38C-A394-3600-D8A4F21CFE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9" y="1975"/>
              <a:ext cx="118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55" name="Group 64">
            <a:extLst>
              <a:ext uri="{FF2B5EF4-FFF2-40B4-BE49-F238E27FC236}">
                <a16:creationId xmlns:a16="http://schemas.microsoft.com/office/drawing/2014/main" id="{53D19203-8810-63F9-E866-ED626FF42CB2}"/>
              </a:ext>
            </a:extLst>
          </p:cNvPr>
          <p:cNvGrpSpPr>
            <a:grpSpLocks/>
          </p:cNvGrpSpPr>
          <p:nvPr/>
        </p:nvGrpSpPr>
        <p:grpSpPr bwMode="auto">
          <a:xfrm>
            <a:off x="7561093" y="2521068"/>
            <a:ext cx="1944688" cy="623888"/>
            <a:chOff x="3877" y="1344"/>
            <a:chExt cx="1225" cy="393"/>
          </a:xfrm>
        </p:grpSpPr>
        <p:sp>
          <p:nvSpPr>
            <p:cNvPr id="56" name="Line 65">
              <a:extLst>
                <a:ext uri="{FF2B5EF4-FFF2-40B4-BE49-F238E27FC236}">
                  <a16:creationId xmlns:a16="http://schemas.microsoft.com/office/drawing/2014/main" id="{1ECE5D95-D092-6D81-1BEB-96F524EC9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7" y="1344"/>
              <a:ext cx="118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7" name="Line 66">
              <a:extLst>
                <a:ext uri="{FF2B5EF4-FFF2-40B4-BE49-F238E27FC236}">
                  <a16:creationId xmlns:a16="http://schemas.microsoft.com/office/drawing/2014/main" id="{DF248782-B581-FD57-B1D3-0C4B51FADA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9" y="1600"/>
              <a:ext cx="73" cy="13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58" name="Oval 69">
            <a:extLst>
              <a:ext uri="{FF2B5EF4-FFF2-40B4-BE49-F238E27FC236}">
                <a16:creationId xmlns:a16="http://schemas.microsoft.com/office/drawing/2014/main" id="{C32A3B64-BEA3-F178-B710-5F9BBE661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2843" y="3311643"/>
            <a:ext cx="88900" cy="889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59" name="Group 71">
            <a:extLst>
              <a:ext uri="{FF2B5EF4-FFF2-40B4-BE49-F238E27FC236}">
                <a16:creationId xmlns:a16="http://schemas.microsoft.com/office/drawing/2014/main" id="{07B36797-E6FA-AAF3-4195-BED4323FA08A}"/>
              </a:ext>
            </a:extLst>
          </p:cNvPr>
          <p:cNvGrpSpPr>
            <a:grpSpLocks/>
          </p:cNvGrpSpPr>
          <p:nvPr/>
        </p:nvGrpSpPr>
        <p:grpSpPr bwMode="auto">
          <a:xfrm>
            <a:off x="8761243" y="3271956"/>
            <a:ext cx="749300" cy="1214437"/>
            <a:chOff x="4512" y="1375"/>
            <a:chExt cx="472" cy="765"/>
          </a:xfrm>
        </p:grpSpPr>
        <p:grpSp>
          <p:nvGrpSpPr>
            <p:cNvPr id="60" name="Group 68">
              <a:extLst>
                <a:ext uri="{FF2B5EF4-FFF2-40B4-BE49-F238E27FC236}">
                  <a16:creationId xmlns:a16="http://schemas.microsoft.com/office/drawing/2014/main" id="{3460C1CE-4ADE-FADC-E2A8-40F7708DD7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29" y="1375"/>
              <a:ext cx="455" cy="765"/>
              <a:chOff x="4529" y="1375"/>
              <a:chExt cx="455" cy="765"/>
            </a:xfrm>
          </p:grpSpPr>
          <p:sp>
            <p:nvSpPr>
              <p:cNvPr id="62" name="Text Box 2">
                <a:extLst>
                  <a:ext uri="{FF2B5EF4-FFF2-40B4-BE49-F238E27FC236}">
                    <a16:creationId xmlns:a16="http://schemas.microsoft.com/office/drawing/2014/main" id="{2DB9F409-A268-76F1-0FD2-80D2D6DA2C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6" y="1375"/>
                <a:ext cx="304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zh-C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x1</a:t>
                </a:r>
                <a:endPara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" name="Text Box 13">
                <a:extLst>
                  <a:ext uri="{FF2B5EF4-FFF2-40B4-BE49-F238E27FC236}">
                    <a16:creationId xmlns:a16="http://schemas.microsoft.com/office/drawing/2014/main" id="{3E733DE2-8B28-9C78-7761-8B0307336E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16" y="1669"/>
                <a:ext cx="24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0" hangingPunct="0"/>
                <a:r>
                  <a:rPr lang="en-US" altLang="zh-CN" sz="2000" b="1">
                    <a:latin typeface="楷体_GB2312" charset="0"/>
                    <a:ea typeface="楷体_GB2312" charset="0"/>
                  </a:rPr>
                  <a:t>V</a:t>
                </a:r>
                <a:r>
                  <a:rPr lang="en-US" altLang="zh-CN" sz="2000" b="1" baseline="-20000">
                    <a:latin typeface="楷体_GB2312" charset="0"/>
                    <a:ea typeface="楷体_GB2312" charset="0"/>
                  </a:rPr>
                  <a:t>1</a:t>
                </a:r>
                <a:endParaRPr lang="en-US" altLang="zh-CN" sz="2000" b="1">
                  <a:latin typeface="楷体_GB2312" charset="0"/>
                  <a:ea typeface="楷体_GB2312" charset="0"/>
                </a:endParaRPr>
              </a:p>
            </p:txBody>
          </p:sp>
          <p:sp>
            <p:nvSpPr>
              <p:cNvPr id="64" name="Text Box 14">
                <a:extLst>
                  <a:ext uri="{FF2B5EF4-FFF2-40B4-BE49-F238E27FC236}">
                    <a16:creationId xmlns:a16="http://schemas.microsoft.com/office/drawing/2014/main" id="{283BB502-B72A-043E-E811-4098A60478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29" y="1774"/>
                <a:ext cx="19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0" hangingPunct="0"/>
                <a:r>
                  <a:rPr lang="en-US" altLang="zh-CN" sz="2000" b="1">
                    <a:latin typeface="楷体_GB2312" charset="0"/>
                    <a:ea typeface="楷体_GB2312" charset="0"/>
                  </a:rPr>
                  <a:t>H</a:t>
                </a:r>
              </a:p>
            </p:txBody>
          </p:sp>
          <p:sp>
            <p:nvSpPr>
              <p:cNvPr id="65" name="Text Box 15">
                <a:extLst>
                  <a:ext uri="{FF2B5EF4-FFF2-40B4-BE49-F238E27FC236}">
                    <a16:creationId xmlns:a16="http://schemas.microsoft.com/office/drawing/2014/main" id="{B68C1B53-9498-41A3-5B2D-5E741C21FB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00" y="1890"/>
                <a:ext cx="2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0" hangingPunct="0"/>
                <a:r>
                  <a:rPr lang="en-US" altLang="zh-CN" sz="2000" b="1"/>
                  <a:t>X</a:t>
                </a:r>
                <a:r>
                  <a:rPr lang="en-US" altLang="zh-CN" sz="2000" b="1" baseline="-20000"/>
                  <a:t>1</a:t>
                </a:r>
                <a:endParaRPr lang="en-US" altLang="zh-CN" sz="2000" b="1"/>
              </a:p>
            </p:txBody>
          </p:sp>
        </p:grpSp>
        <p:sp>
          <p:nvSpPr>
            <p:cNvPr id="61" name="Oval 70">
              <a:extLst>
                <a:ext uri="{FF2B5EF4-FFF2-40B4-BE49-F238E27FC236}">
                  <a16:creationId xmlns:a16="http://schemas.microsoft.com/office/drawing/2014/main" id="{E96925F2-FA50-2541-AE5A-B7B4103E2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1456"/>
              <a:ext cx="56" cy="56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66" name="TextBox 2">
            <a:extLst>
              <a:ext uri="{FF2B5EF4-FFF2-40B4-BE49-F238E27FC236}">
                <a16:creationId xmlns:a16="http://schemas.microsoft.com/office/drawing/2014/main" id="{FB39FAC2-85DE-B0AA-C855-800DA0958605}"/>
              </a:ext>
            </a:extLst>
          </p:cNvPr>
          <p:cNvSpPr txBox="1"/>
          <p:nvPr/>
        </p:nvSpPr>
        <p:spPr>
          <a:xfrm>
            <a:off x="2100018" y="41519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542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46" grpId="0" autoUpdateAnimBg="0"/>
      <p:bldP spid="47" grpId="0" autoUpdateAnimBg="0"/>
      <p:bldP spid="5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3D78D5-DB39-357E-504E-41E20CD9B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32030-D61A-4C97-A0D8-EA1B460A6021}" type="datetime1">
              <a:rPr lang="zh-CN" altLang="en-US" smtClean="0"/>
              <a:t>2025/10/9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3BCF3F3-173C-5F5C-A72B-B7F7AC6C1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6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0695D1-2F55-0AE0-44C2-26D8872CE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23</a:t>
            </a:fld>
            <a:endParaRPr lang="en-US"/>
          </a:p>
        </p:txBody>
      </p:sp>
      <p:sp>
        <p:nvSpPr>
          <p:cNvPr id="5" name="Oval 118">
            <a:extLst>
              <a:ext uri="{FF2B5EF4-FFF2-40B4-BE49-F238E27FC236}">
                <a16:creationId xmlns:a16="http://schemas.microsoft.com/office/drawing/2014/main" id="{842F0D4E-492C-48FC-1BC0-239C5B14D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9957" y="4680196"/>
            <a:ext cx="381000" cy="381000"/>
          </a:xfrm>
          <a:prstGeom prst="ellipse">
            <a:avLst/>
          </a:prstGeom>
          <a:solidFill>
            <a:srgbClr val="FFFF99"/>
          </a:solidFill>
          <a:ln w="9525">
            <a:solidFill>
              <a:srgbClr val="FFFF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Oval 119">
            <a:extLst>
              <a:ext uri="{FF2B5EF4-FFF2-40B4-BE49-F238E27FC236}">
                <a16:creationId xmlns:a16="http://schemas.microsoft.com/office/drawing/2014/main" id="{55BAC232-C5D3-79B2-85EB-189CA8D91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2057" y="2965696"/>
            <a:ext cx="381000" cy="381000"/>
          </a:xfrm>
          <a:prstGeom prst="ellipse">
            <a:avLst/>
          </a:prstGeom>
          <a:solidFill>
            <a:srgbClr val="FFFF99"/>
          </a:solidFill>
          <a:ln w="9525">
            <a:solidFill>
              <a:srgbClr val="FFFF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Oval 117">
            <a:extLst>
              <a:ext uri="{FF2B5EF4-FFF2-40B4-BE49-F238E27FC236}">
                <a16:creationId xmlns:a16="http://schemas.microsoft.com/office/drawing/2014/main" id="{7D6E6330-20EF-F6D3-167C-6BF873AC3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9407" y="4508746"/>
            <a:ext cx="381000" cy="381000"/>
          </a:xfrm>
          <a:prstGeom prst="ellipse">
            <a:avLst/>
          </a:prstGeom>
          <a:solidFill>
            <a:srgbClr val="FFFF99"/>
          </a:solidFill>
          <a:ln w="9525">
            <a:solidFill>
              <a:srgbClr val="FFFF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Line 90">
            <a:extLst>
              <a:ext uri="{FF2B5EF4-FFF2-40B4-BE49-F238E27FC236}">
                <a16:creationId xmlns:a16="http://schemas.microsoft.com/office/drawing/2014/main" id="{B16B22EB-FAA2-9257-AC33-91E10F15673F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4791617" y="3689601"/>
            <a:ext cx="1175276" cy="274145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91">
            <a:extLst>
              <a:ext uri="{FF2B5EF4-FFF2-40B4-BE49-F238E27FC236}">
                <a16:creationId xmlns:a16="http://schemas.microsoft.com/office/drawing/2014/main" id="{15648269-45EC-C7E2-330D-D90EE304D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0444" y="3810246"/>
            <a:ext cx="754295" cy="456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zh-CN" i="1" dirty="0"/>
              <a:t>a</a:t>
            </a:r>
            <a:r>
              <a:rPr lang="en-US" altLang="zh-CN" i="1" baseline="-25000" dirty="0"/>
              <a:t>1</a:t>
            </a:r>
            <a:r>
              <a:rPr lang="en-US" altLang="zh-CN" i="1" dirty="0">
                <a:sym typeface="Symbol" charset="2"/>
              </a:rPr>
              <a:t></a:t>
            </a:r>
            <a:endParaRPr lang="en-US" altLang="zh-CN" i="1" dirty="0"/>
          </a:p>
        </p:txBody>
      </p:sp>
      <p:sp>
        <p:nvSpPr>
          <p:cNvPr id="10" name="Oval 92">
            <a:extLst>
              <a:ext uri="{FF2B5EF4-FFF2-40B4-BE49-F238E27FC236}">
                <a16:creationId xmlns:a16="http://schemas.microsoft.com/office/drawing/2014/main" id="{8EB59636-2904-0E7B-92E8-A0A9A429F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4977" y="4377213"/>
            <a:ext cx="189066" cy="188989"/>
          </a:xfrm>
          <a:prstGeom prst="ellipse">
            <a:avLst/>
          </a:prstGeom>
          <a:solidFill>
            <a:srgbClr val="FF3300"/>
          </a:solidFill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" name="Group 105">
            <a:extLst>
              <a:ext uri="{FF2B5EF4-FFF2-40B4-BE49-F238E27FC236}">
                <a16:creationId xmlns:a16="http://schemas.microsoft.com/office/drawing/2014/main" id="{5FD1D5BC-2474-AB55-58B5-2FC72FCF7105}"/>
              </a:ext>
            </a:extLst>
          </p:cNvPr>
          <p:cNvGrpSpPr>
            <a:grpSpLocks/>
          </p:cNvGrpSpPr>
          <p:nvPr/>
        </p:nvGrpSpPr>
        <p:grpSpPr bwMode="auto">
          <a:xfrm>
            <a:off x="4400498" y="3751509"/>
            <a:ext cx="1644033" cy="2733135"/>
            <a:chOff x="3991" y="2418"/>
            <a:chExt cx="835" cy="1387"/>
          </a:xfrm>
        </p:grpSpPr>
        <p:sp>
          <p:nvSpPr>
            <p:cNvPr id="12" name="Line 106">
              <a:extLst>
                <a:ext uri="{FF2B5EF4-FFF2-40B4-BE49-F238E27FC236}">
                  <a16:creationId xmlns:a16="http://schemas.microsoft.com/office/drawing/2014/main" id="{042D82A6-53EB-A715-7B73-B7B6905726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15" y="2688"/>
              <a:ext cx="452" cy="1056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3" name="Group 107">
              <a:extLst>
                <a:ext uri="{FF2B5EF4-FFF2-40B4-BE49-F238E27FC236}">
                  <a16:creationId xmlns:a16="http://schemas.microsoft.com/office/drawing/2014/main" id="{1E0AFE1C-6073-66DD-07AF-663C686AAB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91" y="2418"/>
              <a:ext cx="835" cy="1387"/>
              <a:chOff x="3991" y="2418"/>
              <a:chExt cx="835" cy="1387"/>
            </a:xfrm>
          </p:grpSpPr>
          <p:sp>
            <p:nvSpPr>
              <p:cNvPr id="14" name="Text Box 108">
                <a:extLst>
                  <a:ext uri="{FF2B5EF4-FFF2-40B4-BE49-F238E27FC236}">
                    <a16:creationId xmlns:a16="http://schemas.microsoft.com/office/drawing/2014/main" id="{09892227-BA98-E38F-C9AE-79E9BE5C72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7587659">
                <a:off x="4471" y="2540"/>
                <a:ext cx="47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i="1">
                    <a:solidFill>
                      <a:srgbClr val="FF3399"/>
                    </a:solidFill>
                  </a:rPr>
                  <a:t>X</a:t>
                </a:r>
                <a:r>
                  <a:rPr lang="en-US" altLang="zh-CN" i="1" baseline="-25000">
                    <a:solidFill>
                      <a:srgbClr val="FF3399"/>
                    </a:solidFill>
                  </a:rPr>
                  <a:t>1</a:t>
                </a:r>
                <a:endParaRPr lang="en-US" altLang="zh-CN" i="1"/>
              </a:p>
            </p:txBody>
          </p:sp>
          <p:sp>
            <p:nvSpPr>
              <p:cNvPr id="15" name="Text Box 109">
                <a:extLst>
                  <a:ext uri="{FF2B5EF4-FFF2-40B4-BE49-F238E27FC236}">
                    <a16:creationId xmlns:a16="http://schemas.microsoft.com/office/drawing/2014/main" id="{2CDB288A-7740-BC49-3A41-5EEB4EB0F3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7587659">
                <a:off x="4192" y="3571"/>
                <a:ext cx="237" cy="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i="1"/>
                  <a:t>H</a:t>
                </a:r>
              </a:p>
            </p:txBody>
          </p:sp>
          <p:sp>
            <p:nvSpPr>
              <p:cNvPr id="16" name="Text Box 110">
                <a:extLst>
                  <a:ext uri="{FF2B5EF4-FFF2-40B4-BE49-F238E27FC236}">
                    <a16:creationId xmlns:a16="http://schemas.microsoft.com/office/drawing/2014/main" id="{4BC3807D-A494-C3AB-EA18-EC2F33641B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7586031">
                <a:off x="3860" y="3354"/>
                <a:ext cx="494" cy="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i="1" dirty="0"/>
                  <a:t>V</a:t>
                </a:r>
                <a:r>
                  <a:rPr lang="en-US" altLang="zh-CN" i="1" baseline="-25000" dirty="0"/>
                  <a:t>1</a:t>
                </a:r>
                <a:endParaRPr lang="en-US" altLang="zh-CN" i="1" dirty="0"/>
              </a:p>
            </p:txBody>
          </p:sp>
        </p:grpSp>
      </p:grpSp>
      <p:sp>
        <p:nvSpPr>
          <p:cNvPr id="17" name="Line 111">
            <a:extLst>
              <a:ext uri="{FF2B5EF4-FFF2-40B4-BE49-F238E27FC236}">
                <a16:creationId xmlns:a16="http://schemas.microsoft.com/office/drawing/2014/main" id="{13454284-A6A2-620E-5810-06F75FB2EA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57307" y="3054596"/>
            <a:ext cx="188913" cy="188913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Line 112">
            <a:extLst>
              <a:ext uri="{FF2B5EF4-FFF2-40B4-BE49-F238E27FC236}">
                <a16:creationId xmlns:a16="http://schemas.microsoft.com/office/drawing/2014/main" id="{95E066C4-C5E7-7DB2-BB3F-DA2725724A2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3869" y="4565896"/>
            <a:ext cx="95250" cy="284163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Freeform 113">
            <a:extLst>
              <a:ext uri="{FF2B5EF4-FFF2-40B4-BE49-F238E27FC236}">
                <a16:creationId xmlns:a16="http://schemas.microsoft.com/office/drawing/2014/main" id="{7AC2FA61-2F57-8A62-4BEF-A1B2264F32D1}"/>
              </a:ext>
            </a:extLst>
          </p:cNvPr>
          <p:cNvSpPr>
            <a:spLocks/>
          </p:cNvSpPr>
          <p:nvPr/>
        </p:nvSpPr>
        <p:spPr bwMode="auto">
          <a:xfrm>
            <a:off x="5050757" y="4719884"/>
            <a:ext cx="271463" cy="188913"/>
          </a:xfrm>
          <a:custGeom>
            <a:avLst/>
            <a:gdLst>
              <a:gd name="T0" fmla="*/ 0 w 138"/>
              <a:gd name="T1" fmla="*/ 96 h 96"/>
              <a:gd name="T2" fmla="*/ 48 w 138"/>
              <a:gd name="T3" fmla="*/ 0 h 96"/>
              <a:gd name="T4" fmla="*/ 138 w 138"/>
              <a:gd name="T5" fmla="*/ 48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8" h="96">
                <a:moveTo>
                  <a:pt x="0" y="96"/>
                </a:moveTo>
                <a:lnTo>
                  <a:pt x="48" y="0"/>
                </a:lnTo>
                <a:lnTo>
                  <a:pt x="138" y="48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0" name="Group 121">
            <a:extLst>
              <a:ext uri="{FF2B5EF4-FFF2-40B4-BE49-F238E27FC236}">
                <a16:creationId xmlns:a16="http://schemas.microsoft.com/office/drawing/2014/main" id="{FFEF6F9B-0DFC-7C65-55CB-3A917722F6D3}"/>
              </a:ext>
            </a:extLst>
          </p:cNvPr>
          <p:cNvGrpSpPr>
            <a:grpSpLocks/>
          </p:cNvGrpSpPr>
          <p:nvPr/>
        </p:nvGrpSpPr>
        <p:grpSpPr bwMode="auto">
          <a:xfrm>
            <a:off x="5239669" y="2140196"/>
            <a:ext cx="2425700" cy="3594100"/>
            <a:chOff x="2695" y="1124"/>
            <a:chExt cx="1528" cy="2264"/>
          </a:xfrm>
        </p:grpSpPr>
        <p:sp>
          <p:nvSpPr>
            <p:cNvPr id="21" name="Line 96">
              <a:extLst>
                <a:ext uri="{FF2B5EF4-FFF2-40B4-BE49-F238E27FC236}">
                  <a16:creationId xmlns:a16="http://schemas.microsoft.com/office/drawing/2014/main" id="{0D31A9E9-FDA8-DB1C-F404-30774C5738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3" y="2117"/>
              <a:ext cx="131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97">
              <a:extLst>
                <a:ext uri="{FF2B5EF4-FFF2-40B4-BE49-F238E27FC236}">
                  <a16:creationId xmlns:a16="http://schemas.microsoft.com/office/drawing/2014/main" id="{F111EC03-7820-768B-8CAE-9F863A467B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7" y="1283"/>
              <a:ext cx="0" cy="20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Text Box 98">
              <a:extLst>
                <a:ext uri="{FF2B5EF4-FFF2-40B4-BE49-F238E27FC236}">
                  <a16:creationId xmlns:a16="http://schemas.microsoft.com/office/drawing/2014/main" id="{93FC7225-422B-76D6-33F1-1D1DB80A5B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9" y="1124"/>
              <a:ext cx="47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  <a:r>
                <a:rPr lang="en-US" altLang="zh-CN" i="1">
                  <a:sym typeface="Symbol" charset="2"/>
                </a:rPr>
                <a:t></a:t>
              </a:r>
              <a:endParaRPr lang="en-US" altLang="zh-CN" i="1"/>
            </a:p>
          </p:txBody>
        </p:sp>
        <p:sp>
          <p:nvSpPr>
            <p:cNvPr id="24" name="Text Box 99">
              <a:extLst>
                <a:ext uri="{FF2B5EF4-FFF2-40B4-BE49-F238E27FC236}">
                  <a16:creationId xmlns:a16="http://schemas.microsoft.com/office/drawing/2014/main" id="{20585F28-651F-A259-C277-607C7265CB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5" y="1994"/>
              <a:ext cx="35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 dirty="0"/>
                <a:t>X</a:t>
              </a:r>
            </a:p>
          </p:txBody>
        </p:sp>
        <p:sp>
          <p:nvSpPr>
            <p:cNvPr id="25" name="Text Box 100">
              <a:extLst>
                <a:ext uri="{FF2B5EF4-FFF2-40B4-BE49-F238E27FC236}">
                  <a16:creationId xmlns:a16="http://schemas.microsoft.com/office/drawing/2014/main" id="{C6CC0F8D-EC88-9C8E-97F8-2FF75FC839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3" y="1884"/>
              <a:ext cx="29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 dirty="0"/>
                <a:t>V</a:t>
              </a:r>
            </a:p>
          </p:txBody>
        </p:sp>
        <p:sp>
          <p:nvSpPr>
            <p:cNvPr id="26" name="Text Box 101">
              <a:extLst>
                <a:ext uri="{FF2B5EF4-FFF2-40B4-BE49-F238E27FC236}">
                  <a16:creationId xmlns:a16="http://schemas.microsoft.com/office/drawing/2014/main" id="{68726DEC-DF3C-BDB1-CD3A-7F6534FF9B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5" y="2117"/>
              <a:ext cx="29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H</a:t>
              </a:r>
            </a:p>
          </p:txBody>
        </p:sp>
        <p:sp>
          <p:nvSpPr>
            <p:cNvPr id="27" name="Oval 102">
              <a:extLst>
                <a:ext uri="{FF2B5EF4-FFF2-40B4-BE49-F238E27FC236}">
                  <a16:creationId xmlns:a16="http://schemas.microsoft.com/office/drawing/2014/main" id="{BE4B01D7-3A58-9FB2-FB44-0486721E5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8" y="1224"/>
              <a:ext cx="119" cy="119"/>
            </a:xfrm>
            <a:prstGeom prst="ellipse">
              <a:avLst/>
            </a:prstGeom>
            <a:solidFill>
              <a:srgbClr val="FF3300"/>
            </a:solidFill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Text Box 103">
              <a:extLst>
                <a:ext uri="{FF2B5EF4-FFF2-40B4-BE49-F238E27FC236}">
                  <a16:creationId xmlns:a16="http://schemas.microsoft.com/office/drawing/2014/main" id="{60B347AD-EA48-DC06-208E-1AA5412AA6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6" y="3025"/>
              <a:ext cx="4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</a:p>
          </p:txBody>
        </p:sp>
        <p:sp>
          <p:nvSpPr>
            <p:cNvPr id="29" name="Oval 104">
              <a:extLst>
                <a:ext uri="{FF2B5EF4-FFF2-40B4-BE49-F238E27FC236}">
                  <a16:creationId xmlns:a16="http://schemas.microsoft.com/office/drawing/2014/main" id="{186F9AD6-7516-972B-ABB0-6FCDA0EC63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9" y="3269"/>
              <a:ext cx="119" cy="119"/>
            </a:xfrm>
            <a:prstGeom prst="ellipse">
              <a:avLst/>
            </a:prstGeom>
            <a:solidFill>
              <a:srgbClr val="FF3300"/>
            </a:solidFill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0" name="Rectangle 1">
            <a:extLst>
              <a:ext uri="{FF2B5EF4-FFF2-40B4-BE49-F238E27FC236}">
                <a16:creationId xmlns:a16="http://schemas.microsoft.com/office/drawing/2014/main" id="{AB75D87B-68E1-AC5F-3BB2-C4DFFBA1C11B}"/>
              </a:ext>
            </a:extLst>
          </p:cNvPr>
          <p:cNvSpPr/>
          <p:nvPr/>
        </p:nvSpPr>
        <p:spPr>
          <a:xfrm>
            <a:off x="1901380" y="490941"/>
            <a:ext cx="7305044" cy="14409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Text Box 48">
            <a:extLst>
              <a:ext uri="{FF2B5EF4-FFF2-40B4-BE49-F238E27FC236}">
                <a16:creationId xmlns:a16="http://schemas.microsoft.com/office/drawing/2014/main" id="{97084B3B-936F-2B8B-3668-EE4E54BDC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3533" y="1658836"/>
            <a:ext cx="94242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0" hangingPunct="0"/>
            <a:r>
              <a:rPr lang="en-US" altLang="zh-CN" sz="2400" b="1" dirty="0">
                <a:solidFill>
                  <a:srgbClr val="FF0000"/>
                </a:solidFill>
                <a:latin typeface="DengXian" charset="-122"/>
                <a:ea typeface="DengXian" charset="-122"/>
                <a:cs typeface="DengXian" charset="-122"/>
                <a:sym typeface="Wingdings" charset="2"/>
              </a:rPr>
              <a:t>2. </a:t>
            </a:r>
            <a:r>
              <a:rPr lang="zh-CN" altLang="en-US" sz="2000" b="1" dirty="0">
                <a:latin typeface="DengXian" charset="-122"/>
                <a:ea typeface="DengXian" charset="-122"/>
                <a:cs typeface="DengXian" charset="-122"/>
                <a:sym typeface="Wingdings" charset="2"/>
              </a:rPr>
              <a:t>点的新投影到新投影轴的距离</a:t>
            </a:r>
            <a:r>
              <a:rPr lang="zh-CN" altLang="en-US" sz="2000" b="1" dirty="0">
                <a:solidFill>
                  <a:srgbClr val="FF0000"/>
                </a:solidFill>
                <a:latin typeface="DengXian" charset="-122"/>
                <a:ea typeface="DengXian" charset="-122"/>
                <a:cs typeface="DengXian" charset="-122"/>
                <a:sym typeface="Wingdings" charset="2"/>
              </a:rPr>
              <a:t>等于</a:t>
            </a:r>
            <a:r>
              <a:rPr lang="zh-CN" altLang="en-US" sz="2000" b="1" dirty="0">
                <a:latin typeface="DengXian" charset="-122"/>
                <a:ea typeface="DengXian" charset="-122"/>
                <a:cs typeface="DengXian" charset="-122"/>
                <a:sym typeface="Wingdings" charset="2"/>
              </a:rPr>
              <a:t>被代替的投影到原投影轴的距离。</a:t>
            </a:r>
            <a:endParaRPr lang="zh-CN" altLang="en-US" sz="2000" b="1" dirty="0">
              <a:solidFill>
                <a:srgbClr val="FF0000"/>
              </a:solidFill>
              <a:latin typeface="DengXian" charset="-122"/>
              <a:ea typeface="DengXian" charset="-122"/>
              <a:cs typeface="DengXian" charset="-122"/>
              <a:sym typeface="Wingdings" charset="2"/>
            </a:endParaRPr>
          </a:p>
        </p:txBody>
      </p:sp>
      <p:sp>
        <p:nvSpPr>
          <p:cNvPr id="32" name="Text Box 56">
            <a:extLst>
              <a:ext uri="{FF2B5EF4-FFF2-40B4-BE49-F238E27FC236}">
                <a16:creationId xmlns:a16="http://schemas.microsoft.com/office/drawing/2014/main" id="{E88CED35-4688-BD99-CAEA-7AA94403A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047" y="413849"/>
            <a:ext cx="5416868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点的换面规律</a:t>
            </a:r>
            <a:r>
              <a:rPr lang="zh-CN" altLang="en-US" sz="2400" b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  <a:sym typeface="Wingdings" charset="2"/>
              </a:rPr>
              <a:t>：</a:t>
            </a:r>
            <a:r>
              <a:rPr lang="zh-CN" altLang="en-US" sz="2400" b="1" dirty="0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  <a:sym typeface="Wingdings" charset="2"/>
              </a:rPr>
              <a:t>先“垂直”后“等距”</a:t>
            </a:r>
            <a:endParaRPr lang="zh-CN" altLang="en-US" sz="2400" b="1" dirty="0">
              <a:solidFill>
                <a:srgbClr val="C00000"/>
              </a:solidFill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33" name="Text Box 57">
            <a:extLst>
              <a:ext uri="{FF2B5EF4-FFF2-40B4-BE49-F238E27FC236}">
                <a16:creationId xmlns:a16="http://schemas.microsoft.com/office/drawing/2014/main" id="{C8062A21-78F2-EAE0-494E-8E3857548C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3533" y="1281684"/>
            <a:ext cx="75347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0" hangingPunct="0"/>
            <a:r>
              <a:rPr lang="en-US" altLang="zh-CN" sz="2400" b="1" dirty="0">
                <a:solidFill>
                  <a:srgbClr val="FF0000"/>
                </a:solidFill>
                <a:latin typeface="DengXian" charset="-122"/>
                <a:ea typeface="DengXian" charset="-122"/>
                <a:cs typeface="DengXian" charset="-122"/>
                <a:sym typeface="Wingdings" charset="2"/>
              </a:rPr>
              <a:t>1. </a:t>
            </a:r>
            <a:r>
              <a:rPr lang="zh-CN" altLang="en-US" sz="2000" b="1" dirty="0">
                <a:latin typeface="DengXian" charset="-122"/>
                <a:ea typeface="DengXian" charset="-122"/>
                <a:cs typeface="DengXian" charset="-122"/>
                <a:sym typeface="Wingdings" charset="2"/>
              </a:rPr>
              <a:t>点的新投影和被保留的原投影的连线，必</a:t>
            </a:r>
            <a:r>
              <a:rPr lang="zh-CN" altLang="en-US" sz="2000" b="1" dirty="0">
                <a:solidFill>
                  <a:srgbClr val="FF0000"/>
                </a:solidFill>
                <a:latin typeface="DengXian" charset="-122"/>
                <a:ea typeface="DengXian" charset="-122"/>
                <a:cs typeface="DengXian" charset="-122"/>
                <a:sym typeface="Wingdings" charset="2"/>
              </a:rPr>
              <a:t>垂直</a:t>
            </a:r>
            <a:r>
              <a:rPr lang="zh-CN" altLang="en-US" sz="2000" b="1" dirty="0">
                <a:latin typeface="DengXian" charset="-122"/>
                <a:ea typeface="DengXian" charset="-122"/>
                <a:cs typeface="DengXian" charset="-122"/>
                <a:sym typeface="Wingdings" charset="2"/>
              </a:rPr>
              <a:t>于新的投影轴。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6452273-463A-2C7B-6138-C9111129B11A}"/>
              </a:ext>
            </a:extLst>
          </p:cNvPr>
          <p:cNvSpPr/>
          <p:nvPr/>
        </p:nvSpPr>
        <p:spPr>
          <a:xfrm>
            <a:off x="1737053" y="1251148"/>
            <a:ext cx="8484781" cy="863648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1BCAB681-6DA6-5D7B-2145-E7F79D775ACD}"/>
                  </a:ext>
                </a:extLst>
              </p:cNvPr>
              <p:cNvSpPr txBox="1"/>
              <p:nvPr/>
            </p:nvSpPr>
            <p:spPr>
              <a:xfrm>
                <a:off x="2925073" y="4784237"/>
                <a:ext cx="170905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′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1BCAB681-6DA6-5D7B-2145-E7F79D775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5073" y="4784237"/>
                <a:ext cx="1709058" cy="400110"/>
              </a:xfrm>
              <a:prstGeom prst="rect">
                <a:avLst/>
              </a:prstGeom>
              <a:blipFill>
                <a:blip r:embed="rId2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4883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/>
      <p:bldP spid="10" grpId="0" animBg="1"/>
      <p:bldP spid="17" grpId="0" animBg="1"/>
      <p:bldP spid="18" grpId="0" animBg="1"/>
      <p:bldP spid="19" grpId="0" animBg="1"/>
      <p:bldP spid="30" grpId="0"/>
      <p:bldP spid="31" grpId="0"/>
      <p:bldP spid="32" grpId="0" animBg="1"/>
      <p:bldP spid="33" grpId="0"/>
      <p:bldP spid="34" grpId="0" animBg="1"/>
      <p:bldP spid="3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84F7F3A-0D41-745F-C1FC-DCB2E099E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32030-D61A-4C97-A0D8-EA1B460A6021}" type="datetime1">
              <a:rPr lang="zh-CN" altLang="en-US" smtClean="0"/>
              <a:t>2025/10/9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CEB2779-86EB-D087-1078-D79A84DC0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6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AFF34D-9081-080A-C279-00D848825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24</a:t>
            </a:fld>
            <a:endParaRPr lang="en-US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30645C22-B9C7-596B-3418-4BCF0E4FE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53908"/>
            <a:ext cx="28969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defPPr>
              <a:defRPr lang="en-US"/>
            </a:defPPr>
            <a:lvl1pPr eaLnBrk="0" hangingPunct="0">
              <a:defRPr sz="2800" b="1">
                <a:solidFill>
                  <a:schemeClr val="tx2"/>
                </a:solidFill>
                <a:latin typeface="DengXian" charset="-122"/>
                <a:ea typeface="DengXian" charset="-122"/>
                <a:cs typeface="DengXian" charset="-122"/>
              </a:defRPr>
            </a:lvl1pPr>
          </a:lstStyle>
          <a:p>
            <a:r>
              <a:rPr lang="en-US" altLang="zh-CN" dirty="0"/>
              <a:t>⒉  </a:t>
            </a:r>
            <a:r>
              <a:rPr lang="zh-CN" altLang="en-US" dirty="0"/>
              <a:t>点的二次变换</a:t>
            </a:r>
          </a:p>
        </p:txBody>
      </p:sp>
      <p:grpSp>
        <p:nvGrpSpPr>
          <p:cNvPr id="6" name="Group 3">
            <a:extLst>
              <a:ext uri="{FF2B5EF4-FFF2-40B4-BE49-F238E27FC236}">
                <a16:creationId xmlns:a16="http://schemas.microsoft.com/office/drawing/2014/main" id="{F85AD234-084E-7295-1A04-A2D607FCF6A5}"/>
              </a:ext>
            </a:extLst>
          </p:cNvPr>
          <p:cNvGrpSpPr>
            <a:grpSpLocks/>
          </p:cNvGrpSpPr>
          <p:nvPr/>
        </p:nvGrpSpPr>
        <p:grpSpPr bwMode="auto">
          <a:xfrm>
            <a:off x="1547572" y="4715008"/>
            <a:ext cx="6594475" cy="647701"/>
            <a:chOff x="349" y="2811"/>
            <a:chExt cx="4154" cy="408"/>
          </a:xfrm>
        </p:grpSpPr>
        <p:sp>
          <p:nvSpPr>
            <p:cNvPr id="7" name="Text Box 4">
              <a:extLst>
                <a:ext uri="{FF2B5EF4-FFF2-40B4-BE49-F238E27FC236}">
                  <a16:creationId xmlns:a16="http://schemas.microsoft.com/office/drawing/2014/main" id="{BC742EC7-346D-A258-E4FB-3308A3B726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" y="2880"/>
              <a:ext cx="377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l" eaLnBrk="0" hangingPunct="0"/>
              <a:r>
                <a:rPr lang="en-US" altLang="zh-CN" sz="2000" b="1" dirty="0">
                  <a:latin typeface="DengXian" charset="-122"/>
                  <a:ea typeface="DengXian" charset="-122"/>
                  <a:cs typeface="DengXian" charset="-122"/>
                </a:rPr>
                <a:t>1. </a:t>
              </a:r>
              <a:r>
                <a:rPr lang="zh-CN" altLang="en-US" sz="2000" b="1" dirty="0">
                  <a:latin typeface="DengXian" charset="-122"/>
                  <a:ea typeface="DengXian" charset="-122"/>
                  <a:cs typeface="DengXian" charset="-122"/>
                </a:rPr>
                <a:t>先把</a:t>
              </a:r>
              <a:r>
                <a:rPr lang="en-US" altLang="zh-CN" sz="2000" b="1" dirty="0">
                  <a:solidFill>
                    <a:srgbClr val="0000FF"/>
                  </a:solidFill>
                  <a:latin typeface="DengXian" charset="-122"/>
                  <a:ea typeface="DengXian" charset="-122"/>
                  <a:cs typeface="DengXian" charset="-122"/>
                </a:rPr>
                <a:t>V</a:t>
              </a:r>
              <a:r>
                <a:rPr lang="zh-CN" altLang="en-US" sz="2000" b="1" dirty="0">
                  <a:latin typeface="DengXian" charset="-122"/>
                  <a:ea typeface="DengXian" charset="-122"/>
                  <a:cs typeface="DengXian" charset="-122"/>
                </a:rPr>
                <a:t>面换成</a:t>
              </a:r>
              <a:r>
                <a:rPr lang="en-US" altLang="zh-CN" sz="2000" b="1" dirty="0">
                  <a:solidFill>
                    <a:srgbClr val="0000FF"/>
                  </a:solidFill>
                  <a:latin typeface="DengXian" charset="-122"/>
                  <a:ea typeface="DengXian" charset="-122"/>
                  <a:cs typeface="DengXian" charset="-122"/>
                </a:rPr>
                <a:t>V</a:t>
              </a:r>
              <a:r>
                <a:rPr lang="en-US" altLang="zh-CN" sz="2000" b="1" baseline="-20000" dirty="0">
                  <a:solidFill>
                    <a:srgbClr val="0000FF"/>
                  </a:solidFill>
                  <a:latin typeface="DengXian" charset="-122"/>
                  <a:ea typeface="DengXian" charset="-122"/>
                  <a:cs typeface="DengXian" charset="-122"/>
                </a:rPr>
                <a:t>1</a:t>
              </a:r>
              <a:r>
                <a:rPr lang="zh-CN" altLang="en-US" sz="2000" b="1" dirty="0">
                  <a:latin typeface="DengXian" charset="-122"/>
                  <a:ea typeface="DengXian" charset="-122"/>
                  <a:cs typeface="DengXian" charset="-122"/>
                </a:rPr>
                <a:t>面， </a:t>
              </a:r>
              <a:r>
                <a:rPr lang="en-US" altLang="zh-CN" sz="2000" b="1" dirty="0">
                  <a:latin typeface="DengXian" charset="-122"/>
                  <a:ea typeface="DengXian" charset="-122"/>
                  <a:cs typeface="DengXian" charset="-122"/>
                </a:rPr>
                <a:t>V</a:t>
              </a:r>
              <a:r>
                <a:rPr lang="en-US" altLang="zh-CN" sz="2000" b="1" baseline="-20000" dirty="0">
                  <a:latin typeface="DengXian" charset="-122"/>
                  <a:ea typeface="DengXian" charset="-122"/>
                  <a:cs typeface="DengXian" charset="-122"/>
                </a:rPr>
                <a:t>1</a:t>
              </a:r>
              <a:r>
                <a:rPr lang="en-US" altLang="zh-CN" sz="2000" b="1" dirty="0">
                  <a:latin typeface="DengXian" charset="-122"/>
                  <a:ea typeface="DengXian" charset="-122"/>
                  <a:cs typeface="DengXian" charset="-122"/>
                  <a:sym typeface="Symbol" charset="2"/>
                </a:rPr>
                <a:t>H</a:t>
              </a:r>
              <a:r>
                <a:rPr lang="zh-CN" altLang="en-US" sz="2000" b="1" dirty="0">
                  <a:latin typeface="DengXian" charset="-122"/>
                  <a:ea typeface="DengXian" charset="-122"/>
                  <a:cs typeface="DengXian" charset="-122"/>
                  <a:sym typeface="Symbol" charset="2"/>
                </a:rPr>
                <a:t>，得到中间新投影体系</a:t>
              </a:r>
              <a:r>
                <a:rPr lang="en-US" altLang="zh-CN" sz="2000" b="1" dirty="0">
                  <a:latin typeface="DengXian" charset="-122"/>
                  <a:ea typeface="DengXian" charset="-122"/>
                  <a:cs typeface="DengXian" charset="-122"/>
                  <a:sym typeface="Symbol" charset="2"/>
                </a:rPr>
                <a:t>:</a:t>
              </a:r>
            </a:p>
          </p:txBody>
        </p:sp>
        <p:grpSp>
          <p:nvGrpSpPr>
            <p:cNvPr id="8" name="Group 5">
              <a:extLst>
                <a:ext uri="{FF2B5EF4-FFF2-40B4-BE49-F238E27FC236}">
                  <a16:creationId xmlns:a16="http://schemas.microsoft.com/office/drawing/2014/main" id="{3C69A4EC-2311-86F9-CD88-D664893ACA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72" y="2811"/>
              <a:ext cx="431" cy="408"/>
              <a:chOff x="3714" y="2801"/>
              <a:chExt cx="431" cy="408"/>
            </a:xfrm>
          </p:grpSpPr>
          <p:sp>
            <p:nvSpPr>
              <p:cNvPr id="9" name="Text Box 6">
                <a:extLst>
                  <a:ext uri="{FF2B5EF4-FFF2-40B4-BE49-F238E27FC236}">
                    <a16:creationId xmlns:a16="http://schemas.microsoft.com/office/drawing/2014/main" id="{E59C11CF-D950-A1CA-9981-DCB184F563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2" y="2801"/>
                <a:ext cx="263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0" hangingPunct="0"/>
                <a:r>
                  <a:rPr lang="en-US" altLang="zh-CN" b="1" dirty="0">
                    <a:solidFill>
                      <a:srgbClr val="0000FF"/>
                    </a:solidFill>
                    <a:latin typeface="DengXian" charset="-122"/>
                    <a:ea typeface="DengXian" charset="-122"/>
                    <a:cs typeface="DengXian" charset="-122"/>
                  </a:rPr>
                  <a:t>V</a:t>
                </a:r>
                <a:r>
                  <a:rPr lang="en-US" altLang="zh-CN" b="1" baseline="-20000" dirty="0">
                    <a:solidFill>
                      <a:srgbClr val="0000FF"/>
                    </a:solidFill>
                    <a:latin typeface="DengXian" charset="-122"/>
                    <a:ea typeface="DengXian" charset="-122"/>
                    <a:cs typeface="DengXian" charset="-122"/>
                  </a:rPr>
                  <a:t>1</a:t>
                </a:r>
                <a:endParaRPr lang="en-US" altLang="zh-CN" b="1" dirty="0">
                  <a:solidFill>
                    <a:srgbClr val="0000FF"/>
                  </a:solidFill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10" name="Text Box 7">
                <a:extLst>
                  <a:ext uri="{FF2B5EF4-FFF2-40B4-BE49-F238E27FC236}">
                    <a16:creationId xmlns:a16="http://schemas.microsoft.com/office/drawing/2014/main" id="{26207A6F-8677-75B1-0235-3296A6375B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2" y="2976"/>
                <a:ext cx="223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0" hangingPunct="0"/>
                <a:r>
                  <a:rPr lang="en-US" altLang="zh-CN" b="1" dirty="0">
                    <a:solidFill>
                      <a:srgbClr val="0000FF"/>
                    </a:solidFill>
                    <a:latin typeface="DengXian" charset="-122"/>
                    <a:ea typeface="DengXian" charset="-122"/>
                    <a:cs typeface="DengXian" charset="-122"/>
                  </a:rPr>
                  <a:t>H</a:t>
                </a:r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B8B3AE40-0172-BD39-7551-597101DED1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4" y="2880"/>
                <a:ext cx="431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 eaLnBrk="0" hangingPunct="0"/>
                <a:r>
                  <a:rPr lang="en-US" altLang="zh-CN" b="1" dirty="0">
                    <a:solidFill>
                      <a:srgbClr val="0000FF"/>
                    </a:solidFill>
                    <a:latin typeface="DengXian" charset="-122"/>
                    <a:ea typeface="DengXian" charset="-122"/>
                    <a:cs typeface="DengXian" charset="-122"/>
                  </a:rPr>
                  <a:t>X</a:t>
                </a:r>
                <a:r>
                  <a:rPr lang="en-US" altLang="zh-CN" b="1" baseline="-20000" dirty="0">
                    <a:solidFill>
                      <a:srgbClr val="0000FF"/>
                    </a:solidFill>
                    <a:latin typeface="DengXian" charset="-122"/>
                    <a:ea typeface="DengXian" charset="-122"/>
                    <a:cs typeface="DengXian" charset="-122"/>
                  </a:rPr>
                  <a:t>1</a:t>
                </a:r>
                <a:r>
                  <a:rPr lang="en-US" altLang="zh-CN" b="1" baseline="-20000" dirty="0">
                    <a:latin typeface="DengXian" charset="-122"/>
                    <a:ea typeface="DengXian" charset="-122"/>
                    <a:cs typeface="DengXian" charset="-122"/>
                  </a:rPr>
                  <a:t> </a:t>
                </a:r>
                <a:r>
                  <a:rPr lang="en-US" altLang="zh-CN" b="1" dirty="0">
                    <a:solidFill>
                      <a:srgbClr val="0000FF"/>
                    </a:solidFill>
                    <a:latin typeface="DengXian" charset="-122"/>
                    <a:ea typeface="DengXian" charset="-122"/>
                    <a:cs typeface="DengXian" charset="-122"/>
                  </a:rPr>
                  <a:t>—</a:t>
                </a:r>
              </a:p>
            </p:txBody>
          </p:sp>
        </p:grpSp>
      </p:grpSp>
      <p:grpSp>
        <p:nvGrpSpPr>
          <p:cNvPr id="12" name="Group 9">
            <a:extLst>
              <a:ext uri="{FF2B5EF4-FFF2-40B4-BE49-F238E27FC236}">
                <a16:creationId xmlns:a16="http://schemas.microsoft.com/office/drawing/2014/main" id="{0907A9D0-0968-EC0D-BF35-0FCC4A0CC881}"/>
              </a:ext>
            </a:extLst>
          </p:cNvPr>
          <p:cNvGrpSpPr>
            <a:grpSpLocks/>
          </p:cNvGrpSpPr>
          <p:nvPr/>
        </p:nvGrpSpPr>
        <p:grpSpPr bwMode="auto">
          <a:xfrm>
            <a:off x="1544877" y="5595711"/>
            <a:ext cx="6254750" cy="661988"/>
            <a:chOff x="354" y="3205"/>
            <a:chExt cx="3940" cy="417"/>
          </a:xfrm>
        </p:grpSpPr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76E9B395-B759-E8F0-DE1A-4D23A03E68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" y="3264"/>
              <a:ext cx="358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l" eaLnBrk="0" hangingPunct="0"/>
              <a:r>
                <a:rPr lang="en-US" altLang="zh-CN" sz="2000" b="1" dirty="0">
                  <a:latin typeface="DengXian" charset="-122"/>
                  <a:ea typeface="DengXian" charset="-122"/>
                  <a:cs typeface="DengXian" charset="-122"/>
                </a:rPr>
                <a:t>2. </a:t>
              </a:r>
              <a:r>
                <a:rPr lang="zh-CN" altLang="en-US" sz="2000" b="1" dirty="0">
                  <a:latin typeface="DengXian" charset="-122"/>
                  <a:ea typeface="DengXian" charset="-122"/>
                  <a:cs typeface="DengXian" charset="-122"/>
                </a:rPr>
                <a:t>再把</a:t>
              </a:r>
              <a:r>
                <a:rPr lang="en-US" altLang="zh-CN" sz="2000" b="1" dirty="0">
                  <a:solidFill>
                    <a:srgbClr val="FF0000"/>
                  </a:solidFill>
                  <a:latin typeface="DengXian" charset="-122"/>
                  <a:ea typeface="DengXian" charset="-122"/>
                  <a:cs typeface="DengXian" charset="-122"/>
                </a:rPr>
                <a:t>H</a:t>
              </a:r>
              <a:r>
                <a:rPr lang="zh-CN" altLang="en-US" sz="2000" b="1" dirty="0">
                  <a:latin typeface="DengXian" charset="-122"/>
                  <a:ea typeface="DengXian" charset="-122"/>
                  <a:cs typeface="DengXian" charset="-122"/>
                </a:rPr>
                <a:t>面换成</a:t>
              </a:r>
              <a:r>
                <a:rPr lang="en-US" altLang="zh-CN" sz="2000" b="1" dirty="0">
                  <a:solidFill>
                    <a:srgbClr val="FF0000"/>
                  </a:solidFill>
                  <a:latin typeface="DengXian" charset="-122"/>
                  <a:ea typeface="DengXian" charset="-122"/>
                  <a:cs typeface="DengXian" charset="-122"/>
                </a:rPr>
                <a:t>H</a:t>
              </a:r>
              <a:r>
                <a:rPr lang="en-US" altLang="zh-CN" sz="2000" b="1" baseline="-20000" dirty="0">
                  <a:solidFill>
                    <a:srgbClr val="FF0000"/>
                  </a:solidFill>
                  <a:latin typeface="DengXian" charset="-122"/>
                  <a:ea typeface="DengXian" charset="-122"/>
                  <a:cs typeface="DengXian" charset="-122"/>
                </a:rPr>
                <a:t>2</a:t>
              </a:r>
              <a:r>
                <a:rPr lang="zh-CN" altLang="en-US" sz="2000" b="1" dirty="0">
                  <a:latin typeface="DengXian" charset="-122"/>
                  <a:ea typeface="DengXian" charset="-122"/>
                  <a:cs typeface="DengXian" charset="-122"/>
                </a:rPr>
                <a:t>面， </a:t>
              </a:r>
              <a:r>
                <a:rPr lang="en-US" altLang="zh-CN" sz="2000" b="1" dirty="0">
                  <a:latin typeface="DengXian" charset="-122"/>
                  <a:ea typeface="DengXian" charset="-122"/>
                  <a:cs typeface="DengXian" charset="-122"/>
                </a:rPr>
                <a:t>H</a:t>
              </a:r>
              <a:r>
                <a:rPr lang="en-US" altLang="zh-CN" sz="2000" b="1" baseline="-20000" dirty="0">
                  <a:latin typeface="DengXian" charset="-122"/>
                  <a:ea typeface="DengXian" charset="-122"/>
                  <a:cs typeface="DengXian" charset="-122"/>
                </a:rPr>
                <a:t>2</a:t>
              </a:r>
              <a:r>
                <a:rPr lang="en-US" altLang="zh-CN" sz="2000" b="1" dirty="0">
                  <a:latin typeface="DengXian" charset="-122"/>
                  <a:ea typeface="DengXian" charset="-122"/>
                  <a:cs typeface="DengXian" charset="-122"/>
                  <a:sym typeface="Symbol" charset="2"/>
                </a:rPr>
                <a:t> </a:t>
              </a:r>
              <a:r>
                <a:rPr lang="en-US" altLang="zh-CN" sz="2000" b="1" dirty="0">
                  <a:latin typeface="DengXian" charset="-122"/>
                  <a:ea typeface="DengXian" charset="-122"/>
                  <a:cs typeface="DengXian" charset="-122"/>
                </a:rPr>
                <a:t>V</a:t>
              </a:r>
              <a:r>
                <a:rPr lang="en-US" altLang="zh-CN" sz="2000" b="1" baseline="-20000" dirty="0">
                  <a:latin typeface="DengXian" charset="-122"/>
                  <a:ea typeface="DengXian" charset="-122"/>
                  <a:cs typeface="DengXian" charset="-122"/>
                </a:rPr>
                <a:t>1</a:t>
              </a:r>
              <a:r>
                <a:rPr lang="zh-CN" altLang="en-US" sz="2000" b="1" dirty="0">
                  <a:latin typeface="DengXian" charset="-122"/>
                  <a:ea typeface="DengXian" charset="-122"/>
                  <a:cs typeface="DengXian" charset="-122"/>
                </a:rPr>
                <a:t>，得到新投影体系</a:t>
              </a:r>
              <a:r>
                <a:rPr lang="en-US" altLang="zh-CN" sz="2000" b="1" dirty="0">
                  <a:latin typeface="DengXian" charset="-122"/>
                  <a:ea typeface="DengXian" charset="-122"/>
                  <a:cs typeface="DengXian" charset="-122"/>
                </a:rPr>
                <a:t>:</a:t>
              </a:r>
            </a:p>
          </p:txBody>
        </p:sp>
        <p:grpSp>
          <p:nvGrpSpPr>
            <p:cNvPr id="14" name="Group 11">
              <a:extLst>
                <a:ext uri="{FF2B5EF4-FFF2-40B4-BE49-F238E27FC236}">
                  <a16:creationId xmlns:a16="http://schemas.microsoft.com/office/drawing/2014/main" id="{82EAA6F0-8ED2-32E9-D3C3-6835247AB2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15" y="3205"/>
              <a:ext cx="579" cy="417"/>
              <a:chOff x="3520" y="3205"/>
              <a:chExt cx="579" cy="417"/>
            </a:xfrm>
          </p:grpSpPr>
          <p:sp>
            <p:nvSpPr>
              <p:cNvPr id="15" name="Rectangle 12">
                <a:extLst>
                  <a:ext uri="{FF2B5EF4-FFF2-40B4-BE49-F238E27FC236}">
                    <a16:creationId xmlns:a16="http://schemas.microsoft.com/office/drawing/2014/main" id="{56075862-4783-27F6-8E77-4E6DF7E3F5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0" y="3283"/>
                <a:ext cx="538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 eaLnBrk="0" hangingPunct="0"/>
                <a:r>
                  <a:rPr lang="en-US" altLang="zh-CN" b="1" dirty="0">
                    <a:latin typeface="DengXian" charset="-122"/>
                    <a:ea typeface="DengXian" charset="-122"/>
                    <a:cs typeface="DengXian" charset="-122"/>
                  </a:rPr>
                  <a:t> </a:t>
                </a:r>
                <a:r>
                  <a:rPr lang="en-US" altLang="zh-CN" b="1" dirty="0">
                    <a:solidFill>
                      <a:srgbClr val="FF0000"/>
                    </a:solidFill>
                    <a:latin typeface="DengXian" charset="-122"/>
                    <a:ea typeface="DengXian" charset="-122"/>
                    <a:cs typeface="DengXian" charset="-122"/>
                  </a:rPr>
                  <a:t> X</a:t>
                </a:r>
                <a:r>
                  <a:rPr lang="en-US" altLang="zh-CN" b="1" baseline="-20000" dirty="0">
                    <a:solidFill>
                      <a:srgbClr val="FF0000"/>
                    </a:solidFill>
                    <a:latin typeface="DengXian" charset="-122"/>
                    <a:ea typeface="DengXian" charset="-122"/>
                    <a:cs typeface="DengXian" charset="-122"/>
                  </a:rPr>
                  <a:t>2 </a:t>
                </a:r>
                <a:r>
                  <a:rPr lang="en-US" altLang="zh-CN" b="1" baseline="-20000" dirty="0">
                    <a:latin typeface="DengXian" charset="-122"/>
                    <a:ea typeface="DengXian" charset="-122"/>
                    <a:cs typeface="DengXian" charset="-122"/>
                  </a:rPr>
                  <a:t> </a:t>
                </a:r>
                <a:r>
                  <a:rPr lang="en-US" altLang="zh-CN" b="1" dirty="0">
                    <a:solidFill>
                      <a:srgbClr val="FF0000"/>
                    </a:solidFill>
                    <a:latin typeface="DengXian" charset="-122"/>
                    <a:ea typeface="DengXian" charset="-122"/>
                    <a:cs typeface="DengXian" charset="-122"/>
                  </a:rPr>
                  <a:t>—</a:t>
                </a:r>
              </a:p>
            </p:txBody>
          </p:sp>
          <p:sp>
            <p:nvSpPr>
              <p:cNvPr id="16" name="Text Box 13">
                <a:extLst>
                  <a:ext uri="{FF2B5EF4-FFF2-40B4-BE49-F238E27FC236}">
                    <a16:creationId xmlns:a16="http://schemas.microsoft.com/office/drawing/2014/main" id="{F3698C6E-6CBB-1A9A-37F0-3ED81ECA5E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28" y="3205"/>
                <a:ext cx="263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0" hangingPunct="0"/>
                <a:r>
                  <a:rPr lang="en-US" altLang="zh-CN" b="1">
                    <a:solidFill>
                      <a:srgbClr val="FF0000"/>
                    </a:solidFill>
                    <a:latin typeface="DengXian" charset="-122"/>
                    <a:ea typeface="DengXian" charset="-122"/>
                    <a:cs typeface="DengXian" charset="-122"/>
                  </a:rPr>
                  <a:t>V</a:t>
                </a:r>
                <a:r>
                  <a:rPr lang="en-US" altLang="zh-CN" b="1" baseline="-20000">
                    <a:solidFill>
                      <a:srgbClr val="FF0000"/>
                    </a:solidFill>
                    <a:latin typeface="DengXian" charset="-122"/>
                    <a:ea typeface="DengXian" charset="-122"/>
                    <a:cs typeface="DengXian" charset="-122"/>
                  </a:rPr>
                  <a:t>1</a:t>
                </a:r>
                <a:endParaRPr lang="en-US" altLang="zh-CN" b="1">
                  <a:solidFill>
                    <a:srgbClr val="FF0000"/>
                  </a:solidFill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17" name="Text Box 14">
                <a:extLst>
                  <a:ext uri="{FF2B5EF4-FFF2-40B4-BE49-F238E27FC236}">
                    <a16:creationId xmlns:a16="http://schemas.microsoft.com/office/drawing/2014/main" id="{8E7F3B33-65CE-C0A0-0AD4-DB43A0430B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2" y="3389"/>
                <a:ext cx="317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0" hangingPunct="0"/>
                <a:r>
                  <a:rPr lang="en-US" altLang="zh-CN" b="1">
                    <a:latin typeface="DengXian" charset="-122"/>
                    <a:ea typeface="DengXian" charset="-122"/>
                    <a:cs typeface="DengXian" charset="-122"/>
                  </a:rPr>
                  <a:t> </a:t>
                </a:r>
                <a:r>
                  <a:rPr lang="en-US" altLang="zh-CN" b="1">
                    <a:solidFill>
                      <a:srgbClr val="FF0000"/>
                    </a:solidFill>
                    <a:latin typeface="DengXian" charset="-122"/>
                    <a:ea typeface="DengXian" charset="-122"/>
                    <a:cs typeface="DengXian" charset="-122"/>
                  </a:rPr>
                  <a:t>H</a:t>
                </a:r>
                <a:r>
                  <a:rPr lang="en-US" altLang="zh-CN" b="1" baseline="-20000">
                    <a:solidFill>
                      <a:srgbClr val="FF0000"/>
                    </a:solidFill>
                    <a:latin typeface="DengXian" charset="-122"/>
                    <a:ea typeface="DengXian" charset="-122"/>
                    <a:cs typeface="DengXian" charset="-122"/>
                  </a:rPr>
                  <a:t>2</a:t>
                </a:r>
                <a:endParaRPr lang="en-US" altLang="zh-CN" b="1">
                  <a:solidFill>
                    <a:srgbClr val="FF0000"/>
                  </a:solidFill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</p:grpSp>
      </p:grpSp>
      <p:sp>
        <p:nvSpPr>
          <p:cNvPr id="18" name="Text Box 15">
            <a:extLst>
              <a:ext uri="{FF2B5EF4-FFF2-40B4-BE49-F238E27FC236}">
                <a16:creationId xmlns:a16="http://schemas.microsoft.com/office/drawing/2014/main" id="{23B5A6DD-321F-ADFA-100F-CA17E9471F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860" y="1010800"/>
            <a:ext cx="3908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lang="en-US" altLang="zh-CN" sz="2400" b="1" dirty="0">
                <a:latin typeface="DengXian" charset="-122"/>
                <a:ea typeface="DengXian" charset="-122"/>
                <a:cs typeface="DengXian" charset="-122"/>
              </a:rPr>
              <a:t>(a) </a:t>
            </a:r>
            <a:r>
              <a:rPr lang="zh-CN" altLang="en-US" sz="2400" b="1" dirty="0">
                <a:latin typeface="DengXian" charset="-122"/>
                <a:ea typeface="DengXian" charset="-122"/>
                <a:cs typeface="DengXian" charset="-122"/>
              </a:rPr>
              <a:t>新投影体系的建立</a:t>
            </a:r>
          </a:p>
        </p:txBody>
      </p:sp>
      <p:sp>
        <p:nvSpPr>
          <p:cNvPr id="19" name="Freeform 17">
            <a:extLst>
              <a:ext uri="{FF2B5EF4-FFF2-40B4-BE49-F238E27FC236}">
                <a16:creationId xmlns:a16="http://schemas.microsoft.com/office/drawing/2014/main" id="{50B5B042-16B5-DD85-FF3A-86E09D502693}"/>
              </a:ext>
            </a:extLst>
          </p:cNvPr>
          <p:cNvSpPr>
            <a:spLocks/>
          </p:cNvSpPr>
          <p:nvPr/>
        </p:nvSpPr>
        <p:spPr bwMode="auto">
          <a:xfrm>
            <a:off x="2266710" y="3174254"/>
            <a:ext cx="4572000" cy="1600200"/>
          </a:xfrm>
          <a:custGeom>
            <a:avLst/>
            <a:gdLst>
              <a:gd name="T0" fmla="*/ 0 w 2880"/>
              <a:gd name="T1" fmla="*/ 432 h 1008"/>
              <a:gd name="T2" fmla="*/ 1152 w 2880"/>
              <a:gd name="T3" fmla="*/ 0 h 1008"/>
              <a:gd name="T4" fmla="*/ 2880 w 2880"/>
              <a:gd name="T5" fmla="*/ 576 h 1008"/>
              <a:gd name="T6" fmla="*/ 1536 w 2880"/>
              <a:gd name="T7" fmla="*/ 1008 h 1008"/>
              <a:gd name="T8" fmla="*/ 0 w 2880"/>
              <a:gd name="T9" fmla="*/ 432 h 10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80" h="1008">
                <a:moveTo>
                  <a:pt x="0" y="432"/>
                </a:moveTo>
                <a:lnTo>
                  <a:pt x="1152" y="0"/>
                </a:lnTo>
                <a:lnTo>
                  <a:pt x="2880" y="576"/>
                </a:lnTo>
                <a:lnTo>
                  <a:pt x="1536" y="1008"/>
                </a:lnTo>
                <a:lnTo>
                  <a:pt x="0" y="432"/>
                </a:lnTo>
                <a:close/>
              </a:path>
            </a:pathLst>
          </a:custGeom>
          <a:solidFill>
            <a:srgbClr val="66FFFF"/>
          </a:solidFill>
          <a:ln w="9525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" name="Freeform 18">
            <a:extLst>
              <a:ext uri="{FF2B5EF4-FFF2-40B4-BE49-F238E27FC236}">
                <a16:creationId xmlns:a16="http://schemas.microsoft.com/office/drawing/2014/main" id="{2DFDFBFC-50F8-CD26-25AA-A8CC58231FAE}"/>
              </a:ext>
            </a:extLst>
          </p:cNvPr>
          <p:cNvSpPr>
            <a:spLocks/>
          </p:cNvSpPr>
          <p:nvPr/>
        </p:nvSpPr>
        <p:spPr bwMode="auto">
          <a:xfrm>
            <a:off x="2266710" y="1574054"/>
            <a:ext cx="1828800" cy="2286000"/>
          </a:xfrm>
          <a:custGeom>
            <a:avLst/>
            <a:gdLst>
              <a:gd name="T0" fmla="*/ 0 w 1152"/>
              <a:gd name="T1" fmla="*/ 432 h 1440"/>
              <a:gd name="T2" fmla="*/ 1152 w 1152"/>
              <a:gd name="T3" fmla="*/ 0 h 1440"/>
              <a:gd name="T4" fmla="*/ 1152 w 1152"/>
              <a:gd name="T5" fmla="*/ 1008 h 1440"/>
              <a:gd name="T6" fmla="*/ 0 w 1152"/>
              <a:gd name="T7" fmla="*/ 1440 h 1440"/>
              <a:gd name="T8" fmla="*/ 0 w 1152"/>
              <a:gd name="T9" fmla="*/ 432 h 1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52" h="1440">
                <a:moveTo>
                  <a:pt x="0" y="432"/>
                </a:moveTo>
                <a:lnTo>
                  <a:pt x="1152" y="0"/>
                </a:lnTo>
                <a:lnTo>
                  <a:pt x="1152" y="1008"/>
                </a:lnTo>
                <a:lnTo>
                  <a:pt x="0" y="1440"/>
                </a:lnTo>
                <a:lnTo>
                  <a:pt x="0" y="432"/>
                </a:lnTo>
                <a:close/>
              </a:path>
            </a:pathLst>
          </a:custGeom>
          <a:solidFill>
            <a:srgbClr val="FFCCFF"/>
          </a:solidFill>
          <a:ln w="9525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" name="Text Box 19">
            <a:extLst>
              <a:ext uri="{FF2B5EF4-FFF2-40B4-BE49-F238E27FC236}">
                <a16:creationId xmlns:a16="http://schemas.microsoft.com/office/drawing/2014/main" id="{649D9B88-8571-20DA-FF5B-07D06432E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8260" y="2734517"/>
            <a:ext cx="3706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2" name="Text Box 20">
            <a:extLst>
              <a:ext uri="{FF2B5EF4-FFF2-40B4-BE49-F238E27FC236}">
                <a16:creationId xmlns:a16="http://schemas.microsoft.com/office/drawing/2014/main" id="{25F34090-DF27-782A-86CC-522D7586BA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4110" y="3936254"/>
            <a:ext cx="3465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3" name="Freeform 21">
            <a:extLst>
              <a:ext uri="{FF2B5EF4-FFF2-40B4-BE49-F238E27FC236}">
                <a16:creationId xmlns:a16="http://schemas.microsoft.com/office/drawing/2014/main" id="{0EF447D1-0936-F541-0789-1AD840950DE8}"/>
              </a:ext>
            </a:extLst>
          </p:cNvPr>
          <p:cNvSpPr>
            <a:spLocks/>
          </p:cNvSpPr>
          <p:nvPr/>
        </p:nvSpPr>
        <p:spPr bwMode="auto">
          <a:xfrm>
            <a:off x="3185873" y="2739279"/>
            <a:ext cx="1587" cy="806450"/>
          </a:xfrm>
          <a:custGeom>
            <a:avLst/>
            <a:gdLst>
              <a:gd name="T0" fmla="*/ 0 w 1"/>
              <a:gd name="T1" fmla="*/ 0 h 508"/>
              <a:gd name="T2" fmla="*/ 0 w 1"/>
              <a:gd name="T3" fmla="*/ 508 h 50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508">
                <a:moveTo>
                  <a:pt x="0" y="0"/>
                </a:moveTo>
                <a:lnTo>
                  <a:pt x="0" y="508"/>
                </a:lnTo>
              </a:path>
            </a:pathLst>
          </a:custGeom>
          <a:noFill/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Line 22">
            <a:extLst>
              <a:ext uri="{FF2B5EF4-FFF2-40B4-BE49-F238E27FC236}">
                <a16:creationId xmlns:a16="http://schemas.microsoft.com/office/drawing/2014/main" id="{921E1DE1-2571-1F36-D0BD-29001B84A6D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36660" y="2731342"/>
            <a:ext cx="1460500" cy="5191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Freeform 23">
            <a:extLst>
              <a:ext uri="{FF2B5EF4-FFF2-40B4-BE49-F238E27FC236}">
                <a16:creationId xmlns:a16="http://schemas.microsoft.com/office/drawing/2014/main" id="{20A69A2F-E211-8EA5-46D8-38FA08B0716E}"/>
              </a:ext>
            </a:extLst>
          </p:cNvPr>
          <p:cNvSpPr>
            <a:spLocks/>
          </p:cNvSpPr>
          <p:nvPr/>
        </p:nvSpPr>
        <p:spPr bwMode="auto">
          <a:xfrm>
            <a:off x="3176348" y="3545729"/>
            <a:ext cx="1452562" cy="542925"/>
          </a:xfrm>
          <a:custGeom>
            <a:avLst/>
            <a:gdLst>
              <a:gd name="T0" fmla="*/ 0 w 915"/>
              <a:gd name="T1" fmla="*/ 0 h 342"/>
              <a:gd name="T2" fmla="*/ 915 w 915"/>
              <a:gd name="T3" fmla="*/ 342 h 34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15" h="342">
                <a:moveTo>
                  <a:pt x="0" y="0"/>
                </a:moveTo>
                <a:lnTo>
                  <a:pt x="915" y="342"/>
                </a:lnTo>
              </a:path>
            </a:pathLst>
          </a:custGeom>
          <a:noFill/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Text Box 24">
            <a:extLst>
              <a:ext uri="{FF2B5EF4-FFF2-40B4-BE49-F238E27FC236}">
                <a16:creationId xmlns:a16="http://schemas.microsoft.com/office/drawing/2014/main" id="{7496AC66-5C17-9668-F6ED-893AEBBEF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6710" y="2191592"/>
            <a:ext cx="3000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b="1">
                <a:latin typeface="楷体_GB2312" charset="0"/>
                <a:ea typeface="楷体_GB2312" charset="0"/>
              </a:rPr>
              <a:t>V</a:t>
            </a:r>
            <a:endParaRPr lang="en-US" altLang="zh-CN">
              <a:latin typeface="楷体_GB2312" charset="0"/>
              <a:ea typeface="楷体_GB2312" charset="0"/>
            </a:endParaRPr>
          </a:p>
        </p:txBody>
      </p:sp>
      <p:sp>
        <p:nvSpPr>
          <p:cNvPr id="27" name="Text Box 25">
            <a:extLst>
              <a:ext uri="{FF2B5EF4-FFF2-40B4-BE49-F238E27FC236}">
                <a16:creationId xmlns:a16="http://schemas.microsoft.com/office/drawing/2014/main" id="{89A2AA55-5703-6EDC-0C5B-5266B929EE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9210" y="4414092"/>
            <a:ext cx="3000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b="1">
                <a:latin typeface="楷体_GB2312" charset="0"/>
                <a:ea typeface="楷体_GB2312" charset="0"/>
              </a:rPr>
              <a:t>H</a:t>
            </a:r>
          </a:p>
        </p:txBody>
      </p:sp>
      <p:sp>
        <p:nvSpPr>
          <p:cNvPr id="28" name="Text Box 26">
            <a:extLst>
              <a:ext uri="{FF2B5EF4-FFF2-40B4-BE49-F238E27FC236}">
                <a16:creationId xmlns:a16="http://schemas.microsoft.com/office/drawing/2014/main" id="{DAFF7C03-9CB3-9CE0-A40E-287E3ED2F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0110" y="2347167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charset="2"/>
              </a:rPr>
              <a:t></a:t>
            </a:r>
          </a:p>
        </p:txBody>
      </p:sp>
      <p:sp>
        <p:nvSpPr>
          <p:cNvPr id="29" name="Text Box 27">
            <a:extLst>
              <a:ext uri="{FF2B5EF4-FFF2-40B4-BE49-F238E27FC236}">
                <a16:creationId xmlns:a16="http://schemas.microsoft.com/office/drawing/2014/main" id="{07F3EA47-0023-DBC5-9F50-BDAD1128A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160" y="3144092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i="1" baseline="-200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altLang="zh-CN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Box 28">
            <a:extLst>
              <a:ext uri="{FF2B5EF4-FFF2-40B4-BE49-F238E27FC236}">
                <a16:creationId xmlns:a16="http://schemas.microsoft.com/office/drawing/2014/main" id="{38230771-2B7F-8326-E43E-7290C768D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7148" y="3677492"/>
            <a:ext cx="404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sz="2400" b="1"/>
              <a:t>X</a:t>
            </a:r>
          </a:p>
        </p:txBody>
      </p:sp>
      <p:grpSp>
        <p:nvGrpSpPr>
          <p:cNvPr id="31" name="Group 29">
            <a:extLst>
              <a:ext uri="{FF2B5EF4-FFF2-40B4-BE49-F238E27FC236}">
                <a16:creationId xmlns:a16="http://schemas.microsoft.com/office/drawing/2014/main" id="{B58A1680-20A9-EF84-7A1E-2D87846E7861}"/>
              </a:ext>
            </a:extLst>
          </p:cNvPr>
          <p:cNvGrpSpPr>
            <a:grpSpLocks/>
          </p:cNvGrpSpPr>
          <p:nvPr/>
        </p:nvGrpSpPr>
        <p:grpSpPr bwMode="auto">
          <a:xfrm>
            <a:off x="4857510" y="1269254"/>
            <a:ext cx="1295400" cy="3489325"/>
            <a:chOff x="3072" y="768"/>
            <a:chExt cx="816" cy="2198"/>
          </a:xfrm>
        </p:grpSpPr>
        <p:sp>
          <p:nvSpPr>
            <p:cNvPr id="32" name="Text Box 30">
              <a:extLst>
                <a:ext uri="{FF2B5EF4-FFF2-40B4-BE49-F238E27FC236}">
                  <a16:creationId xmlns:a16="http://schemas.microsoft.com/office/drawing/2014/main" id="{8BCAD977-2138-40C1-115C-09DAA77159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4" y="271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FF"/>
                  </a:solidFill>
                </a:rPr>
                <a:t>X</a:t>
              </a:r>
              <a:r>
                <a:rPr lang="en-US" altLang="zh-CN" sz="2000" b="1" baseline="-20000">
                  <a:solidFill>
                    <a:srgbClr val="0000FF"/>
                  </a:solidFill>
                </a:rPr>
                <a:t>1</a:t>
              </a:r>
              <a:endParaRPr lang="en-US" altLang="zh-CN" sz="2000">
                <a:solidFill>
                  <a:srgbClr val="0000FF"/>
                </a:solidFill>
              </a:endParaRPr>
            </a:p>
          </p:txBody>
        </p:sp>
        <p:sp>
          <p:nvSpPr>
            <p:cNvPr id="33" name="Freeform 31">
              <a:extLst>
                <a:ext uri="{FF2B5EF4-FFF2-40B4-BE49-F238E27FC236}">
                  <a16:creationId xmlns:a16="http://schemas.microsoft.com/office/drawing/2014/main" id="{7D95AEDC-83D5-2170-B970-E2D500293E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2" y="768"/>
              <a:ext cx="624" cy="1968"/>
            </a:xfrm>
            <a:custGeom>
              <a:avLst/>
              <a:gdLst>
                <a:gd name="T0" fmla="*/ 0 w 624"/>
                <a:gd name="T1" fmla="*/ 0 h 1968"/>
                <a:gd name="T2" fmla="*/ 0 w 624"/>
                <a:gd name="T3" fmla="*/ 1392 h 1968"/>
                <a:gd name="T4" fmla="*/ 624 w 624"/>
                <a:gd name="T5" fmla="*/ 1968 h 1968"/>
                <a:gd name="T6" fmla="*/ 624 w 624"/>
                <a:gd name="T7" fmla="*/ 624 h 1968"/>
                <a:gd name="T8" fmla="*/ 0 w 624"/>
                <a:gd name="T9" fmla="*/ 0 h 19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4" h="1968">
                  <a:moveTo>
                    <a:pt x="0" y="0"/>
                  </a:moveTo>
                  <a:lnTo>
                    <a:pt x="0" y="1392"/>
                  </a:lnTo>
                  <a:lnTo>
                    <a:pt x="624" y="1968"/>
                  </a:lnTo>
                  <a:lnTo>
                    <a:pt x="624" y="6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66"/>
            </a:solidFill>
            <a:ln w="952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34" name="Text Box 32">
              <a:extLst>
                <a:ext uri="{FF2B5EF4-FFF2-40B4-BE49-F238E27FC236}">
                  <a16:creationId xmlns:a16="http://schemas.microsoft.com/office/drawing/2014/main" id="{0189366C-4562-2C0D-6F79-18A199A678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1294"/>
              <a:ext cx="24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zh-CN" sz="2000" b="1">
                  <a:solidFill>
                    <a:srgbClr val="0000FF"/>
                  </a:solidFill>
                  <a:latin typeface="楷体_GB2312" charset="0"/>
                  <a:ea typeface="楷体_GB2312" charset="0"/>
                </a:rPr>
                <a:t>V</a:t>
              </a:r>
              <a:r>
                <a:rPr lang="en-US" altLang="zh-CN" sz="2000" b="1" baseline="-25000">
                  <a:solidFill>
                    <a:srgbClr val="0000FF"/>
                  </a:solidFill>
                  <a:latin typeface="楷体_GB2312" charset="0"/>
                  <a:ea typeface="楷体_GB2312" charset="0"/>
                </a:rPr>
                <a:t>1</a:t>
              </a:r>
              <a:endParaRPr lang="en-US" altLang="zh-CN" sz="2000" b="1">
                <a:solidFill>
                  <a:srgbClr val="0000FF"/>
                </a:solidFill>
                <a:latin typeface="楷体_GB2312" charset="0"/>
                <a:ea typeface="楷体_GB2312" charset="0"/>
              </a:endParaRPr>
            </a:p>
          </p:txBody>
        </p:sp>
      </p:grpSp>
      <p:sp>
        <p:nvSpPr>
          <p:cNvPr id="35" name="Line 33">
            <a:extLst>
              <a:ext uri="{FF2B5EF4-FFF2-40B4-BE49-F238E27FC236}">
                <a16:creationId xmlns:a16="http://schemas.microsoft.com/office/drawing/2014/main" id="{5650D137-C888-5A46-4862-5FF258D4BE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3510" y="3250454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6" name="Group 34">
            <a:extLst>
              <a:ext uri="{FF2B5EF4-FFF2-40B4-BE49-F238E27FC236}">
                <a16:creationId xmlns:a16="http://schemas.microsoft.com/office/drawing/2014/main" id="{61FAB895-A084-1DD6-33EC-4E588E214B46}"/>
              </a:ext>
            </a:extLst>
          </p:cNvPr>
          <p:cNvGrpSpPr>
            <a:grpSpLocks/>
          </p:cNvGrpSpPr>
          <p:nvPr/>
        </p:nvGrpSpPr>
        <p:grpSpPr bwMode="auto">
          <a:xfrm>
            <a:off x="4622562" y="2674192"/>
            <a:ext cx="1181101" cy="1398587"/>
            <a:chOff x="2924" y="1481"/>
            <a:chExt cx="744" cy="881"/>
          </a:xfrm>
        </p:grpSpPr>
        <p:sp>
          <p:nvSpPr>
            <p:cNvPr id="37" name="Line 35">
              <a:extLst>
                <a:ext uri="{FF2B5EF4-FFF2-40B4-BE49-F238E27FC236}">
                  <a16:creationId xmlns:a16="http://schemas.microsoft.com/office/drawing/2014/main" id="{7DAEA55B-F0AE-60C9-D03C-CB64B64370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60" y="1710"/>
              <a:ext cx="0" cy="5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Line 36">
              <a:extLst>
                <a:ext uri="{FF2B5EF4-FFF2-40B4-BE49-F238E27FC236}">
                  <a16:creationId xmlns:a16="http://schemas.microsoft.com/office/drawing/2014/main" id="{0A53375C-BAD6-6A44-8876-0376BE0F92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4" y="2252"/>
              <a:ext cx="436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Line 37">
              <a:extLst>
                <a:ext uri="{FF2B5EF4-FFF2-40B4-BE49-F238E27FC236}">
                  <a16:creationId xmlns:a16="http://schemas.microsoft.com/office/drawing/2014/main" id="{3FFADF34-0B3D-9BF7-D97F-2EF3F57ADB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1718"/>
              <a:ext cx="432" cy="1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Text Box 38">
              <a:extLst>
                <a:ext uri="{FF2B5EF4-FFF2-40B4-BE49-F238E27FC236}">
                  <a16:creationId xmlns:a16="http://schemas.microsoft.com/office/drawing/2014/main" id="{1B0D999E-F878-C180-E409-CC8FFF2437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6" y="1481"/>
              <a:ext cx="24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zh-CN" sz="2000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000" i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1</a:t>
              </a:r>
              <a:endPara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 Box 39">
              <a:extLst>
                <a:ext uri="{FF2B5EF4-FFF2-40B4-BE49-F238E27FC236}">
                  <a16:creationId xmlns:a16="http://schemas.microsoft.com/office/drawing/2014/main" id="{78AA6C38-72DF-5DB0-B767-3B920529D6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4" y="2073"/>
              <a:ext cx="30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2000" i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000" i="1" baseline="-20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x1</a:t>
              </a:r>
              <a:endParaRPr lang="en-US" altLang="zh-CN" sz="2000" i="1">
                <a:solidFill>
                  <a:srgbClr val="0000FF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 Box 40">
              <a:extLst>
                <a:ext uri="{FF2B5EF4-FFF2-40B4-BE49-F238E27FC236}">
                  <a16:creationId xmlns:a16="http://schemas.microsoft.com/office/drawing/2014/main" id="{E81A2AC9-27D9-ADE9-8583-A59EB83B74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8" y="1622"/>
              <a:ext cx="21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1600" dirty="0">
                  <a:solidFill>
                    <a:srgbClr val="FF0000"/>
                  </a:solidFill>
                  <a:sym typeface="Wingdings" charset="2"/>
                </a:rPr>
                <a:t></a:t>
              </a:r>
              <a:endParaRPr lang="en-US" altLang="zh-CN" sz="2400" dirty="0"/>
            </a:p>
          </p:txBody>
        </p:sp>
      </p:grpSp>
      <p:grpSp>
        <p:nvGrpSpPr>
          <p:cNvPr id="43" name="Group 41">
            <a:extLst>
              <a:ext uri="{FF2B5EF4-FFF2-40B4-BE49-F238E27FC236}">
                <a16:creationId xmlns:a16="http://schemas.microsoft.com/office/drawing/2014/main" id="{4B925CB5-7D1C-899B-76DF-6922763E1F63}"/>
              </a:ext>
            </a:extLst>
          </p:cNvPr>
          <p:cNvGrpSpPr>
            <a:grpSpLocks/>
          </p:cNvGrpSpPr>
          <p:nvPr/>
        </p:nvGrpSpPr>
        <p:grpSpPr bwMode="auto">
          <a:xfrm>
            <a:off x="3667670" y="1310529"/>
            <a:ext cx="1947076" cy="1301902"/>
            <a:chOff x="2292" y="624"/>
            <a:chExt cx="1260" cy="808"/>
          </a:xfrm>
        </p:grpSpPr>
        <p:sp>
          <p:nvSpPr>
            <p:cNvPr id="44" name="Freeform 42">
              <a:extLst>
                <a:ext uri="{FF2B5EF4-FFF2-40B4-BE49-F238E27FC236}">
                  <a16:creationId xmlns:a16="http://schemas.microsoft.com/office/drawing/2014/main" id="{274A7D53-B3E2-EE6C-36D2-AB71230BDB6C}"/>
                </a:ext>
              </a:extLst>
            </p:cNvPr>
            <p:cNvSpPr>
              <a:spLocks/>
            </p:cNvSpPr>
            <p:nvPr/>
          </p:nvSpPr>
          <p:spPr bwMode="auto">
            <a:xfrm rot="21027446">
              <a:off x="2292" y="956"/>
              <a:ext cx="1059" cy="395"/>
            </a:xfrm>
            <a:custGeom>
              <a:avLst/>
              <a:gdLst>
                <a:gd name="T0" fmla="*/ 255 w 1059"/>
                <a:gd name="T1" fmla="*/ 0 h 395"/>
                <a:gd name="T2" fmla="*/ 1059 w 1059"/>
                <a:gd name="T3" fmla="*/ 0 h 395"/>
                <a:gd name="T4" fmla="*/ 819 w 1059"/>
                <a:gd name="T5" fmla="*/ 395 h 395"/>
                <a:gd name="T6" fmla="*/ 0 w 1059"/>
                <a:gd name="T7" fmla="*/ 395 h 395"/>
                <a:gd name="T8" fmla="*/ 255 w 1059"/>
                <a:gd name="T9" fmla="*/ 0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9" h="395">
                  <a:moveTo>
                    <a:pt x="255" y="0"/>
                  </a:moveTo>
                  <a:lnTo>
                    <a:pt x="1059" y="0"/>
                  </a:lnTo>
                  <a:lnTo>
                    <a:pt x="819" y="395"/>
                  </a:lnTo>
                  <a:lnTo>
                    <a:pt x="0" y="395"/>
                  </a:lnTo>
                  <a:lnTo>
                    <a:pt x="255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 w="952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45" name="Text Box 43">
              <a:extLst>
                <a:ext uri="{FF2B5EF4-FFF2-40B4-BE49-F238E27FC236}">
                  <a16:creationId xmlns:a16="http://schemas.microsoft.com/office/drawing/2014/main" id="{48340290-483C-45C1-EE5C-725D148FBC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8" y="1203"/>
              <a:ext cx="29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66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zh-CN" b="1" dirty="0">
                  <a:solidFill>
                    <a:srgbClr val="FF3300"/>
                  </a:solidFill>
                  <a:latin typeface="楷体_GB2312" charset="0"/>
                  <a:ea typeface="楷体_GB2312" charset="0"/>
                </a:rPr>
                <a:t>H</a:t>
              </a:r>
              <a:r>
                <a:rPr lang="en-US" altLang="zh-CN" sz="1400" b="1" baseline="-25000" dirty="0">
                  <a:solidFill>
                    <a:srgbClr val="FF3300"/>
                  </a:solidFill>
                  <a:latin typeface="楷体_GB2312" charset="0"/>
                  <a:ea typeface="楷体_GB2312" charset="0"/>
                </a:rPr>
                <a:t>2</a:t>
              </a:r>
              <a:endParaRPr lang="en-US" altLang="zh-CN" sz="1400" baseline="-25000" dirty="0">
                <a:solidFill>
                  <a:srgbClr val="FF3300"/>
                </a:solidFill>
                <a:latin typeface="楷体_GB2312" charset="0"/>
                <a:ea typeface="楷体_GB2312" charset="0"/>
              </a:endParaRPr>
            </a:p>
          </p:txBody>
        </p:sp>
        <p:sp>
          <p:nvSpPr>
            <p:cNvPr id="46" name="Text Box 44">
              <a:extLst>
                <a:ext uri="{FF2B5EF4-FFF2-40B4-BE49-F238E27FC236}">
                  <a16:creationId xmlns:a16="http://schemas.microsoft.com/office/drawing/2014/main" id="{71DCD26E-B55E-D230-A57D-E51544617E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8" y="624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FF3300"/>
                  </a:solidFill>
                </a:rPr>
                <a:t>X</a:t>
              </a:r>
              <a:r>
                <a:rPr lang="en-US" altLang="zh-CN" sz="2000" b="1" baseline="-20000">
                  <a:solidFill>
                    <a:srgbClr val="FF3300"/>
                  </a:solidFill>
                </a:rPr>
                <a:t>2</a:t>
              </a:r>
              <a:endParaRPr lang="en-US" altLang="zh-CN" sz="2000" b="1">
                <a:solidFill>
                  <a:srgbClr val="FF3300"/>
                </a:solidFill>
              </a:endParaRPr>
            </a:p>
          </p:txBody>
        </p:sp>
      </p:grpSp>
      <p:sp>
        <p:nvSpPr>
          <p:cNvPr id="47" name="Text Box 45">
            <a:extLst>
              <a:ext uri="{FF2B5EF4-FFF2-40B4-BE49-F238E27FC236}">
                <a16:creationId xmlns:a16="http://schemas.microsoft.com/office/drawing/2014/main" id="{2419D760-E21B-0836-83D8-45670FC74F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2200" y="2572274"/>
            <a:ext cx="336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sz="1600" dirty="0">
                <a:solidFill>
                  <a:srgbClr val="FF0000"/>
                </a:solidFill>
                <a:sym typeface="Wingdings" charset="2"/>
              </a:rPr>
              <a:t></a:t>
            </a:r>
            <a:endParaRPr lang="en-US" altLang="zh-CN" sz="2400" dirty="0"/>
          </a:p>
        </p:txBody>
      </p:sp>
      <p:sp>
        <p:nvSpPr>
          <p:cNvPr id="48" name="Text Box 46">
            <a:extLst>
              <a:ext uri="{FF2B5EF4-FFF2-40B4-BE49-F238E27FC236}">
                <a16:creationId xmlns:a16="http://schemas.microsoft.com/office/drawing/2014/main" id="{8088A68F-2584-B128-7693-88BC60EE92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4760" y="3904504"/>
            <a:ext cx="336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sz="1600">
                <a:solidFill>
                  <a:srgbClr val="FF0000"/>
                </a:solidFill>
                <a:sym typeface="Wingdings" charset="2"/>
              </a:rPr>
              <a:t></a:t>
            </a:r>
            <a:endParaRPr lang="en-US" altLang="zh-CN" sz="2400"/>
          </a:p>
        </p:txBody>
      </p:sp>
      <p:sp>
        <p:nvSpPr>
          <p:cNvPr id="49" name="Text Box 47">
            <a:extLst>
              <a:ext uri="{FF2B5EF4-FFF2-40B4-BE49-F238E27FC236}">
                <a16:creationId xmlns:a16="http://schemas.microsoft.com/office/drawing/2014/main" id="{017B0DF9-0BE9-A0CE-7B8E-45A3BFB94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553" y="3063924"/>
            <a:ext cx="304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lang="en-US" altLang="zh-CN" sz="1600" dirty="0">
                <a:solidFill>
                  <a:srgbClr val="FF0000"/>
                </a:solidFill>
                <a:sym typeface="Wingdings" charset="2"/>
              </a:rPr>
              <a:t></a:t>
            </a:r>
            <a:endParaRPr lang="en-US" altLang="zh-CN" sz="2400" dirty="0"/>
          </a:p>
        </p:txBody>
      </p:sp>
      <p:grpSp>
        <p:nvGrpSpPr>
          <p:cNvPr id="50" name="Group 48">
            <a:extLst>
              <a:ext uri="{FF2B5EF4-FFF2-40B4-BE49-F238E27FC236}">
                <a16:creationId xmlns:a16="http://schemas.microsoft.com/office/drawing/2014/main" id="{92215F3D-B881-1153-A270-45FB50C57271}"/>
              </a:ext>
            </a:extLst>
          </p:cNvPr>
          <p:cNvGrpSpPr>
            <a:grpSpLocks/>
          </p:cNvGrpSpPr>
          <p:nvPr/>
        </p:nvGrpSpPr>
        <p:grpSpPr bwMode="auto">
          <a:xfrm>
            <a:off x="4163278" y="1761380"/>
            <a:ext cx="1434382" cy="1452563"/>
            <a:chOff x="2653" y="930"/>
            <a:chExt cx="853" cy="915"/>
          </a:xfrm>
        </p:grpSpPr>
        <p:sp>
          <p:nvSpPr>
            <p:cNvPr id="51" name="Freeform 49">
              <a:extLst>
                <a:ext uri="{FF2B5EF4-FFF2-40B4-BE49-F238E27FC236}">
                  <a16:creationId xmlns:a16="http://schemas.microsoft.com/office/drawing/2014/main" id="{9C756863-C4CD-FF60-3408-7D7775D99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7" y="1208"/>
              <a:ext cx="152" cy="637"/>
            </a:xfrm>
            <a:custGeom>
              <a:avLst/>
              <a:gdLst>
                <a:gd name="T0" fmla="*/ 141 w 141"/>
                <a:gd name="T1" fmla="*/ 649 h 649"/>
                <a:gd name="T2" fmla="*/ 0 w 141"/>
                <a:gd name="T3" fmla="*/ 0 h 6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1" h="649">
                  <a:moveTo>
                    <a:pt x="141" y="649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2" name="Freeform 50">
              <a:extLst>
                <a:ext uri="{FF2B5EF4-FFF2-40B4-BE49-F238E27FC236}">
                  <a16:creationId xmlns:a16="http://schemas.microsoft.com/office/drawing/2014/main" id="{5DD270FA-CA2C-62D9-0636-C5FEAEC3E8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1" y="1133"/>
              <a:ext cx="126" cy="609"/>
            </a:xfrm>
            <a:custGeom>
              <a:avLst/>
              <a:gdLst>
                <a:gd name="T0" fmla="*/ 156 w 156"/>
                <a:gd name="T1" fmla="*/ 663 h 663"/>
                <a:gd name="T2" fmla="*/ 0 w 156"/>
                <a:gd name="T3" fmla="*/ 0 h 6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6" h="663">
                  <a:moveTo>
                    <a:pt x="156" y="663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3" name="Text Box 51">
              <a:extLst>
                <a:ext uri="{FF2B5EF4-FFF2-40B4-BE49-F238E27FC236}">
                  <a16:creationId xmlns:a16="http://schemas.microsoft.com/office/drawing/2014/main" id="{252DF28A-F5B3-5ABD-AFB2-F484B5D0DA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5" y="930"/>
              <a:ext cx="32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2000" i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a</a:t>
              </a:r>
              <a:r>
                <a:rPr lang="en-US" altLang="zh-CN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charset="2"/>
                </a:rPr>
                <a:t></a:t>
              </a:r>
              <a:r>
                <a:rPr lang="en-US" altLang="zh-CN" sz="2000" i="1" baseline="-2000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x2</a:t>
              </a:r>
            </a:p>
          </p:txBody>
        </p:sp>
        <p:sp>
          <p:nvSpPr>
            <p:cNvPr id="54" name="Text Box 53">
              <a:extLst>
                <a:ext uri="{FF2B5EF4-FFF2-40B4-BE49-F238E27FC236}">
                  <a16:creationId xmlns:a16="http://schemas.microsoft.com/office/drawing/2014/main" id="{13180213-963A-5EB2-20BC-FDE832F11E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943"/>
              <a:ext cx="24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hangingPunct="0"/>
              <a:r>
                <a:rPr lang="en-US" altLang="zh-CN" sz="2000" i="1" dirty="0">
                  <a:solidFill>
                    <a:srgbClr val="FF33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000" i="1" baseline="-20000" dirty="0">
                  <a:solidFill>
                    <a:srgbClr val="FF33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2</a:t>
              </a:r>
              <a:endParaRPr lang="en-US" altLang="zh-CN" sz="2000" i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Text Box 54">
              <a:extLst>
                <a:ext uri="{FF2B5EF4-FFF2-40B4-BE49-F238E27FC236}">
                  <a16:creationId xmlns:a16="http://schemas.microsoft.com/office/drawing/2014/main" id="{4FC46AC6-234C-159C-DB33-A97AEFA09A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9" y="1115"/>
              <a:ext cx="18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1400" dirty="0">
                  <a:solidFill>
                    <a:srgbClr val="FF00FF"/>
                  </a:solidFill>
                  <a:sym typeface="Wingdings" charset="2"/>
                </a:rPr>
                <a:t></a:t>
              </a:r>
              <a:endParaRPr lang="en-US" altLang="zh-CN" sz="1400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0CAE538-8ACD-F520-8A64-3A79524C0858}"/>
              </a:ext>
            </a:extLst>
          </p:cNvPr>
          <p:cNvGrpSpPr>
            <a:grpSpLocks/>
          </p:cNvGrpSpPr>
          <p:nvPr/>
        </p:nvGrpSpPr>
        <p:grpSpPr bwMode="auto">
          <a:xfrm>
            <a:off x="3022360" y="2988517"/>
            <a:ext cx="2522538" cy="762000"/>
            <a:chOff x="1900" y="1679"/>
            <a:chExt cx="1589" cy="480"/>
          </a:xfrm>
        </p:grpSpPr>
        <p:sp>
          <p:nvSpPr>
            <p:cNvPr id="57" name="Text Box 56">
              <a:extLst>
                <a:ext uri="{FF2B5EF4-FFF2-40B4-BE49-F238E27FC236}">
                  <a16:creationId xmlns:a16="http://schemas.microsoft.com/office/drawing/2014/main" id="{302B9701-03AF-22CC-F910-C799B0DBBF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0" y="1679"/>
              <a:ext cx="22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1400" b="1">
                  <a:sym typeface="Webdings" charset="2"/>
                </a:rPr>
                <a:t></a:t>
              </a:r>
              <a:endParaRPr lang="en-US" altLang="zh-CN" sz="1400" b="1"/>
            </a:p>
          </p:txBody>
        </p:sp>
        <p:sp>
          <p:nvSpPr>
            <p:cNvPr id="58" name="Text Box 57">
              <a:extLst>
                <a:ext uri="{FF2B5EF4-FFF2-40B4-BE49-F238E27FC236}">
                  <a16:creationId xmlns:a16="http://schemas.microsoft.com/office/drawing/2014/main" id="{1A4BE138-3192-9CDA-8F24-655B0D488E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6" y="1967"/>
              <a:ext cx="22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1400" b="1">
                  <a:sym typeface="Webdings" charset="2"/>
                </a:rPr>
                <a:t></a:t>
              </a:r>
              <a:endParaRPr lang="en-US" altLang="zh-CN" sz="1400" b="1"/>
            </a:p>
          </p:txBody>
        </p:sp>
        <p:sp>
          <p:nvSpPr>
            <p:cNvPr id="59" name="Text Box 58">
              <a:extLst>
                <a:ext uri="{FF2B5EF4-FFF2-40B4-BE49-F238E27FC236}">
                  <a16:creationId xmlns:a16="http://schemas.microsoft.com/office/drawing/2014/main" id="{08709C16-6609-E689-4D57-F0CF407311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1" y="1872"/>
              <a:ext cx="22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1400" b="1">
                  <a:sym typeface="Webdings" charset="2"/>
                </a:rPr>
                <a:t></a:t>
              </a:r>
              <a:endParaRPr lang="en-US" altLang="zh-CN" sz="1400" b="1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18A2980-DF9E-58FC-D050-BFFEEA4EFFDE}"/>
              </a:ext>
            </a:extLst>
          </p:cNvPr>
          <p:cNvGrpSpPr>
            <a:grpSpLocks/>
          </p:cNvGrpSpPr>
          <p:nvPr/>
        </p:nvGrpSpPr>
        <p:grpSpPr bwMode="auto">
          <a:xfrm>
            <a:off x="4569215" y="1953227"/>
            <a:ext cx="601254" cy="2161888"/>
            <a:chOff x="2872" y="1067"/>
            <a:chExt cx="369" cy="1331"/>
          </a:xfrm>
        </p:grpSpPr>
        <p:sp>
          <p:nvSpPr>
            <p:cNvPr id="61" name="Text Box 61">
              <a:extLst>
                <a:ext uri="{FF2B5EF4-FFF2-40B4-BE49-F238E27FC236}">
                  <a16:creationId xmlns:a16="http://schemas.microsoft.com/office/drawing/2014/main" id="{56913E2C-9FCA-C4DF-65D6-3E34FD24F7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4" y="1662"/>
              <a:ext cx="16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1600" b="1">
                  <a:solidFill>
                    <a:srgbClr val="FF3300"/>
                  </a:solidFill>
                  <a:sym typeface="Webdings" charset="2"/>
                </a:rPr>
                <a:t></a:t>
              </a:r>
              <a:endParaRPr lang="en-US" altLang="zh-CN" sz="1600" b="1">
                <a:solidFill>
                  <a:srgbClr val="FF3300"/>
                </a:solidFill>
              </a:endParaRPr>
            </a:p>
          </p:txBody>
        </p:sp>
        <p:sp>
          <p:nvSpPr>
            <p:cNvPr id="62" name="Text Box 62">
              <a:extLst>
                <a:ext uri="{FF2B5EF4-FFF2-40B4-BE49-F238E27FC236}">
                  <a16:creationId xmlns:a16="http://schemas.microsoft.com/office/drawing/2014/main" id="{C21955BE-2218-DFEE-B465-80EC9514AF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4" y="2191"/>
              <a:ext cx="16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1600" b="1">
                  <a:solidFill>
                    <a:srgbClr val="FF3300"/>
                  </a:solidFill>
                  <a:sym typeface="Webdings" charset="2"/>
                </a:rPr>
                <a:t></a:t>
              </a:r>
              <a:endParaRPr lang="en-US" altLang="zh-CN" sz="1600" b="1">
                <a:solidFill>
                  <a:srgbClr val="FF3300"/>
                </a:solidFill>
              </a:endParaRPr>
            </a:p>
          </p:txBody>
        </p:sp>
        <p:sp>
          <p:nvSpPr>
            <p:cNvPr id="63" name="Text Box 60">
              <a:extLst>
                <a:ext uri="{FF2B5EF4-FFF2-40B4-BE49-F238E27FC236}">
                  <a16:creationId xmlns:a16="http://schemas.microsoft.com/office/drawing/2014/main" id="{B1CBC514-38B0-60E3-3E13-531E45D547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2" y="1067"/>
              <a:ext cx="167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1600" b="1" dirty="0">
                  <a:solidFill>
                    <a:srgbClr val="FF3300"/>
                  </a:solidFill>
                  <a:sym typeface="Webdings" charset="2"/>
                </a:rPr>
                <a:t></a:t>
              </a:r>
              <a:endParaRPr lang="en-US" altLang="zh-CN" sz="1600" b="1" dirty="0">
                <a:solidFill>
                  <a:srgbClr val="FF3300"/>
                </a:solidFill>
              </a:endParaRPr>
            </a:p>
          </p:txBody>
        </p:sp>
      </p:grpSp>
      <p:sp>
        <p:nvSpPr>
          <p:cNvPr id="64" name="Line 63">
            <a:extLst>
              <a:ext uri="{FF2B5EF4-FFF2-40B4-BE49-F238E27FC236}">
                <a16:creationId xmlns:a16="http://schemas.microsoft.com/office/drawing/2014/main" id="{9B73C4E6-9DD8-1D3C-7323-9822D58815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76312" y="1714224"/>
            <a:ext cx="257434" cy="70098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65" name="Line 64">
            <a:extLst>
              <a:ext uri="{FF2B5EF4-FFF2-40B4-BE49-F238E27FC236}">
                <a16:creationId xmlns:a16="http://schemas.microsoft.com/office/drawing/2014/main" id="{007F1086-918B-1652-750A-394871606D64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4810" y="3472704"/>
            <a:ext cx="1016000" cy="914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6" name="Text Box 65">
            <a:extLst>
              <a:ext uri="{FF2B5EF4-FFF2-40B4-BE49-F238E27FC236}">
                <a16:creationId xmlns:a16="http://schemas.microsoft.com/office/drawing/2014/main" id="{2F3E1FBA-FACD-BA5E-9DFF-5B7491D729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8402" y="5288074"/>
            <a:ext cx="57277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28575">
                <a:pattFill prst="trellis">
                  <a:fgClr>
                    <a:srgbClr val="FF3300"/>
                  </a:fgClr>
                  <a:bgClr>
                    <a:srgbClr val="FFFF00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000" b="1" dirty="0">
                <a:latin typeface="DengXian" charset="-122"/>
                <a:ea typeface="DengXian" charset="-122"/>
                <a:cs typeface="DengXian" charset="-122"/>
              </a:rPr>
              <a:t>H</a:t>
            </a:r>
            <a:r>
              <a:rPr lang="zh-CN" altLang="en-US" sz="2000" b="1" dirty="0">
                <a:latin typeface="DengXian" charset="-122"/>
                <a:ea typeface="DengXian" charset="-122"/>
                <a:cs typeface="DengXian" charset="-122"/>
              </a:rPr>
              <a:t>面没动，空间点</a:t>
            </a:r>
            <a:r>
              <a:rPr lang="en-US" altLang="zh-CN" sz="2000" b="1" dirty="0">
                <a:latin typeface="DengXian" charset="-122"/>
                <a:ea typeface="DengXian" charset="-122"/>
                <a:cs typeface="DengXian" charset="-122"/>
              </a:rPr>
              <a:t>A</a:t>
            </a:r>
            <a:r>
              <a:rPr lang="zh-CN" altLang="en-US" sz="2000" b="1" dirty="0">
                <a:latin typeface="DengXian" charset="-122"/>
                <a:ea typeface="DengXian" charset="-122"/>
                <a:cs typeface="DengXian" charset="-122"/>
              </a:rPr>
              <a:t>到</a:t>
            </a:r>
            <a:r>
              <a:rPr lang="en-US" altLang="zh-CN" sz="2000" b="1" dirty="0">
                <a:latin typeface="DengXian" charset="-122"/>
                <a:ea typeface="DengXian" charset="-122"/>
                <a:cs typeface="DengXian" charset="-122"/>
              </a:rPr>
              <a:t>H</a:t>
            </a:r>
            <a:r>
              <a:rPr lang="zh-CN" altLang="en-US" sz="2000" b="1" dirty="0">
                <a:latin typeface="DengXian" charset="-122"/>
                <a:ea typeface="DengXian" charset="-122"/>
                <a:cs typeface="DengXian" charset="-122"/>
              </a:rPr>
              <a:t>面的距离没变。</a:t>
            </a:r>
          </a:p>
        </p:txBody>
      </p:sp>
      <p:sp>
        <p:nvSpPr>
          <p:cNvPr id="67" name="Text Box 66">
            <a:extLst>
              <a:ext uri="{FF2B5EF4-FFF2-40B4-BE49-F238E27FC236}">
                <a16:creationId xmlns:a16="http://schemas.microsoft.com/office/drawing/2014/main" id="{89FB5650-0923-7F7C-6600-B548BF74AF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8402" y="6070547"/>
            <a:ext cx="57277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28575">
                <a:pattFill prst="trellis">
                  <a:fgClr>
                    <a:srgbClr val="FF3300"/>
                  </a:fgClr>
                  <a:bgClr>
                    <a:srgbClr val="FFFF00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000" b="1" dirty="0">
                <a:latin typeface="DengXian" charset="-122"/>
                <a:ea typeface="DengXian" charset="-122"/>
                <a:cs typeface="DengXian" charset="-122"/>
              </a:rPr>
              <a:t>V</a:t>
            </a:r>
            <a:r>
              <a:rPr lang="en-US" altLang="zh-CN" sz="2000" b="1" baseline="-25000" dirty="0">
                <a:latin typeface="DengXian" charset="-122"/>
                <a:ea typeface="DengXian" charset="-122"/>
                <a:cs typeface="DengXian" charset="-122"/>
              </a:rPr>
              <a:t>1</a:t>
            </a:r>
            <a:r>
              <a:rPr lang="zh-CN" altLang="en-US" sz="2000" b="1" dirty="0">
                <a:latin typeface="DengXian" charset="-122"/>
                <a:ea typeface="DengXian" charset="-122"/>
                <a:cs typeface="DengXian" charset="-122"/>
              </a:rPr>
              <a:t>面没动，空间点</a:t>
            </a:r>
            <a:r>
              <a:rPr lang="en-US" altLang="zh-CN" sz="2000" b="1" dirty="0">
                <a:latin typeface="DengXian" charset="-122"/>
                <a:ea typeface="DengXian" charset="-122"/>
                <a:cs typeface="DengXian" charset="-122"/>
              </a:rPr>
              <a:t>A</a:t>
            </a:r>
            <a:r>
              <a:rPr lang="zh-CN" altLang="en-US" sz="2000" b="1" dirty="0">
                <a:latin typeface="DengXian" charset="-122"/>
                <a:ea typeface="DengXian" charset="-122"/>
                <a:cs typeface="DengXian" charset="-122"/>
              </a:rPr>
              <a:t>到</a:t>
            </a:r>
            <a:r>
              <a:rPr lang="en-US" altLang="zh-CN" sz="2000" b="1" dirty="0">
                <a:latin typeface="DengXian" charset="-122"/>
                <a:ea typeface="DengXian" charset="-122"/>
                <a:cs typeface="DengXian" charset="-122"/>
              </a:rPr>
              <a:t>V</a:t>
            </a:r>
            <a:r>
              <a:rPr lang="en-US" altLang="zh-CN" sz="2000" b="1" baseline="-25000" dirty="0">
                <a:latin typeface="DengXian" charset="-122"/>
                <a:ea typeface="DengXian" charset="-122"/>
                <a:cs typeface="DengXian" charset="-122"/>
              </a:rPr>
              <a:t>1</a:t>
            </a:r>
            <a:r>
              <a:rPr lang="zh-CN" altLang="en-US" sz="2000" b="1" dirty="0">
                <a:latin typeface="DengXian" charset="-122"/>
                <a:ea typeface="DengXian" charset="-122"/>
                <a:cs typeface="DengXian" charset="-122"/>
              </a:rPr>
              <a:t>面的距离没变。</a:t>
            </a:r>
          </a:p>
        </p:txBody>
      </p:sp>
      <p:grpSp>
        <p:nvGrpSpPr>
          <p:cNvPr id="68" name="Group 88">
            <a:extLst>
              <a:ext uri="{FF2B5EF4-FFF2-40B4-BE49-F238E27FC236}">
                <a16:creationId xmlns:a16="http://schemas.microsoft.com/office/drawing/2014/main" id="{4CE78070-B32C-F1ED-F749-0F3FB2701593}"/>
              </a:ext>
            </a:extLst>
          </p:cNvPr>
          <p:cNvGrpSpPr>
            <a:grpSpLocks/>
          </p:cNvGrpSpPr>
          <p:nvPr/>
        </p:nvGrpSpPr>
        <p:grpSpPr bwMode="auto">
          <a:xfrm>
            <a:off x="6538283" y="2441540"/>
            <a:ext cx="5189429" cy="1249673"/>
            <a:chOff x="4008" y="870"/>
            <a:chExt cx="1828" cy="834"/>
          </a:xfrm>
        </p:grpSpPr>
        <p:sp>
          <p:nvSpPr>
            <p:cNvPr id="69" name="Text Box 83">
              <a:extLst>
                <a:ext uri="{FF2B5EF4-FFF2-40B4-BE49-F238E27FC236}">
                  <a16:creationId xmlns:a16="http://schemas.microsoft.com/office/drawing/2014/main" id="{40AF7F42-7948-A021-6A6F-14A53DCF96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8" y="870"/>
              <a:ext cx="1828" cy="8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algn="l" eaLnBrk="0" hangingPunct="0"/>
              <a:r>
                <a:rPr lang="zh-CN" altLang="en-US" sz="2000" b="1" dirty="0">
                  <a:latin typeface="DengXian" charset="-122"/>
                  <a:ea typeface="DengXian" charset="-122"/>
                  <a:cs typeface="DengXian" charset="-122"/>
                </a:rPr>
                <a:t>在         投影体系中：</a:t>
              </a:r>
            </a:p>
            <a:p>
              <a:pPr eaLnBrk="0" hangingPunct="0"/>
              <a:r>
                <a:rPr lang="en-US" altLang="zh-CN" sz="2000" b="1" dirty="0">
                  <a:latin typeface="DengXian" charset="-122"/>
                  <a:ea typeface="DengXian" charset="-122"/>
                  <a:cs typeface="DengXian" charset="-122"/>
                </a:rPr>
                <a:t>H-</a:t>
              </a:r>
              <a:r>
                <a:rPr lang="zh-CN" altLang="en-US" sz="2000" b="1" dirty="0">
                  <a:latin typeface="DengXian" charset="-122"/>
                  <a:ea typeface="DengXian" charset="-122"/>
                  <a:cs typeface="DengXian" charset="-122"/>
                </a:rPr>
                <a:t>旧投影面，</a:t>
              </a:r>
              <a:r>
                <a:rPr lang="en-US" altLang="zh-CN" sz="2000" b="1" dirty="0">
                  <a:latin typeface="DengXian" charset="-122"/>
                  <a:ea typeface="DengXian" charset="-122"/>
                  <a:cs typeface="DengXian" charset="-122"/>
                </a:rPr>
                <a:t>H</a:t>
              </a:r>
              <a:r>
                <a:rPr lang="en-US" altLang="zh-CN" sz="2000" b="1" baseline="-25000" dirty="0">
                  <a:latin typeface="DengXian" charset="-122"/>
                  <a:ea typeface="DengXian" charset="-122"/>
                  <a:cs typeface="DengXian" charset="-122"/>
                </a:rPr>
                <a:t>2</a:t>
              </a:r>
              <a:r>
                <a:rPr lang="en-US" altLang="zh-CN" sz="2000" b="1" dirty="0">
                  <a:latin typeface="DengXian" charset="-122"/>
                  <a:ea typeface="DengXian" charset="-122"/>
                  <a:cs typeface="DengXian" charset="-122"/>
                </a:rPr>
                <a:t>-</a:t>
              </a:r>
              <a:r>
                <a:rPr lang="zh-CN" altLang="en-US" sz="2000" b="1" dirty="0">
                  <a:solidFill>
                    <a:srgbClr val="FF0000"/>
                  </a:solidFill>
                  <a:latin typeface="DengXian" charset="-122"/>
                  <a:ea typeface="DengXian" charset="-122"/>
                  <a:cs typeface="DengXian" charset="-122"/>
                </a:rPr>
                <a:t>新投影面</a:t>
              </a:r>
              <a:r>
                <a:rPr lang="zh-CN" altLang="en-US" sz="2000" b="1" dirty="0">
                  <a:latin typeface="DengXian" charset="-122"/>
                  <a:ea typeface="DengXian" charset="-122"/>
                  <a:cs typeface="DengXian" charset="-122"/>
                </a:rPr>
                <a:t>， </a:t>
              </a:r>
              <a:r>
                <a:rPr lang="en-US" altLang="zh-CN" sz="2000" b="1" dirty="0">
                  <a:latin typeface="DengXian" charset="-122"/>
                  <a:ea typeface="DengXian" charset="-122"/>
                  <a:cs typeface="DengXian" charset="-122"/>
                </a:rPr>
                <a:t>V</a:t>
              </a:r>
              <a:r>
                <a:rPr lang="en-US" altLang="zh-CN" sz="2000" b="1" baseline="-25000" dirty="0">
                  <a:latin typeface="DengXian" charset="-122"/>
                  <a:ea typeface="DengXian" charset="-122"/>
                  <a:cs typeface="DengXian" charset="-122"/>
                </a:rPr>
                <a:t>1</a:t>
              </a:r>
              <a:r>
                <a:rPr lang="en-US" altLang="zh-CN" sz="2000" b="1" dirty="0">
                  <a:solidFill>
                    <a:srgbClr val="0000FF"/>
                  </a:solidFill>
                  <a:latin typeface="DengXian" charset="-122"/>
                  <a:ea typeface="DengXian" charset="-122"/>
                  <a:cs typeface="DengXian" charset="-122"/>
                </a:rPr>
                <a:t>-</a:t>
              </a:r>
              <a:r>
                <a:rPr lang="zh-CN" altLang="en-US" sz="2000" b="1" dirty="0">
                  <a:solidFill>
                    <a:srgbClr val="0000FF"/>
                  </a:solidFill>
                  <a:latin typeface="DengXian" charset="-122"/>
                  <a:ea typeface="DengXian" charset="-122"/>
                  <a:cs typeface="DengXian" charset="-122"/>
                </a:rPr>
                <a:t>保留投影面</a:t>
              </a:r>
              <a:endParaRPr lang="zh-CN" altLang="en-US" sz="2000" b="1" dirty="0">
                <a:latin typeface="DengXian" charset="-122"/>
                <a:ea typeface="DengXian" charset="-122"/>
                <a:cs typeface="DengXian" charset="-122"/>
              </a:endParaRPr>
            </a:p>
            <a:p>
              <a:pPr algn="l" eaLnBrk="0" hangingPunct="0"/>
              <a:r>
                <a:rPr lang="en-US" altLang="zh-CN" sz="2000" b="1" dirty="0">
                  <a:latin typeface="DengXian" charset="-122"/>
                  <a:ea typeface="DengXian" charset="-122"/>
                  <a:cs typeface="DengXian" charset="-122"/>
                </a:rPr>
                <a:t>X</a:t>
              </a:r>
              <a:r>
                <a:rPr lang="en-US" altLang="zh-CN" sz="2000" b="1" baseline="-25000" dirty="0">
                  <a:latin typeface="DengXian" charset="-122"/>
                  <a:ea typeface="DengXian" charset="-122"/>
                  <a:cs typeface="DengXian" charset="-122"/>
                </a:rPr>
                <a:t>1</a:t>
              </a:r>
              <a:r>
                <a:rPr lang="zh-CN" altLang="en-US" sz="2000" b="1" dirty="0">
                  <a:latin typeface="DengXian" charset="-122"/>
                  <a:ea typeface="DengXian" charset="-122"/>
                  <a:cs typeface="DengXian" charset="-122"/>
                </a:rPr>
                <a:t>是旧轴， </a:t>
              </a:r>
              <a:r>
                <a:rPr lang="en-US" altLang="zh-CN" sz="2000" b="1" dirty="0">
                  <a:latin typeface="DengXian" charset="-122"/>
                  <a:ea typeface="DengXian" charset="-122"/>
                  <a:cs typeface="DengXian" charset="-122"/>
                </a:rPr>
                <a:t>X</a:t>
              </a:r>
              <a:r>
                <a:rPr lang="en-US" altLang="zh-CN" sz="2000" b="1" baseline="-25000" dirty="0">
                  <a:latin typeface="DengXian" charset="-122"/>
                  <a:ea typeface="DengXian" charset="-122"/>
                  <a:cs typeface="DengXian" charset="-122"/>
                </a:rPr>
                <a:t>2</a:t>
              </a:r>
              <a:r>
                <a:rPr lang="zh-CN" altLang="en-US" sz="2000" b="1" dirty="0">
                  <a:latin typeface="DengXian" charset="-122"/>
                  <a:ea typeface="DengXian" charset="-122"/>
                  <a:cs typeface="DengXian" charset="-122"/>
                </a:rPr>
                <a:t>是</a:t>
              </a:r>
              <a:r>
                <a:rPr lang="zh-CN" altLang="en-US" sz="2000" b="1" dirty="0">
                  <a:solidFill>
                    <a:srgbClr val="FF0000"/>
                  </a:solidFill>
                  <a:latin typeface="DengXian" charset="-122"/>
                  <a:ea typeface="DengXian" charset="-122"/>
                  <a:cs typeface="DengXian" charset="-122"/>
                </a:rPr>
                <a:t>新轴</a:t>
              </a:r>
              <a:r>
                <a:rPr lang="zh-CN" altLang="en-US" sz="2000" b="1" dirty="0">
                  <a:latin typeface="DengXian" charset="-122"/>
                  <a:ea typeface="DengXian" charset="-122"/>
                  <a:cs typeface="DengXian" charset="-122"/>
                </a:rPr>
                <a:t>。</a:t>
              </a:r>
            </a:p>
          </p:txBody>
        </p:sp>
        <p:grpSp>
          <p:nvGrpSpPr>
            <p:cNvPr id="70" name="Group 84">
              <a:extLst>
                <a:ext uri="{FF2B5EF4-FFF2-40B4-BE49-F238E27FC236}">
                  <a16:creationId xmlns:a16="http://schemas.microsoft.com/office/drawing/2014/main" id="{9FF69B98-7F0F-BA6C-C0CA-4746D01457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98" y="916"/>
              <a:ext cx="444" cy="329"/>
              <a:chOff x="1682" y="3620"/>
              <a:chExt cx="444" cy="329"/>
            </a:xfrm>
          </p:grpSpPr>
          <p:sp>
            <p:nvSpPr>
              <p:cNvPr id="71" name="Text Box 85">
                <a:extLst>
                  <a:ext uri="{FF2B5EF4-FFF2-40B4-BE49-F238E27FC236}">
                    <a16:creationId xmlns:a16="http://schemas.microsoft.com/office/drawing/2014/main" id="{980340AB-06AD-AF44-ACD5-AF4FB75E53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2" y="3665"/>
                <a:ext cx="444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0" hangingPunct="0"/>
                <a:r>
                  <a:rPr lang="en-US" altLang="zh-CN" sz="1400" b="1" dirty="0">
                    <a:solidFill>
                      <a:srgbClr val="FF0000"/>
                    </a:solidFill>
                    <a:latin typeface="DengXian" charset="-122"/>
                    <a:ea typeface="DengXian" charset="-122"/>
                    <a:cs typeface="DengXian" charset="-122"/>
                  </a:rPr>
                  <a:t> X</a:t>
                </a:r>
                <a:r>
                  <a:rPr lang="en-US" altLang="zh-CN" sz="1400" b="1" baseline="-25000" dirty="0">
                    <a:solidFill>
                      <a:srgbClr val="FF0000"/>
                    </a:solidFill>
                    <a:latin typeface="DengXian" charset="-122"/>
                    <a:ea typeface="DengXian" charset="-122"/>
                    <a:cs typeface="DengXian" charset="-122"/>
                  </a:rPr>
                  <a:t>2</a:t>
                </a:r>
                <a:r>
                  <a:rPr lang="en-US" altLang="zh-CN" b="1" dirty="0">
                    <a:solidFill>
                      <a:srgbClr val="FF0000"/>
                    </a:solidFill>
                    <a:latin typeface="DengXian" charset="-122"/>
                    <a:ea typeface="DengXian" charset="-122"/>
                    <a:cs typeface="DengXian" charset="-122"/>
                  </a:rPr>
                  <a:t> —</a:t>
                </a:r>
              </a:p>
            </p:txBody>
          </p:sp>
          <p:sp>
            <p:nvSpPr>
              <p:cNvPr id="72" name="Text Box 86">
                <a:extLst>
                  <a:ext uri="{FF2B5EF4-FFF2-40B4-BE49-F238E27FC236}">
                    <a16:creationId xmlns:a16="http://schemas.microsoft.com/office/drawing/2014/main" id="{19FC9F01-B7CB-C84D-15C3-8D366D3734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84" y="3620"/>
                <a:ext cx="230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0" hangingPunct="0"/>
                <a:r>
                  <a:rPr lang="en-US" altLang="zh-CN" sz="1400" b="1" dirty="0">
                    <a:solidFill>
                      <a:srgbClr val="FF0000"/>
                    </a:solidFill>
                    <a:latin typeface="DengXian" charset="-122"/>
                    <a:ea typeface="DengXian" charset="-122"/>
                    <a:cs typeface="DengXian" charset="-122"/>
                  </a:rPr>
                  <a:t>V</a:t>
                </a:r>
                <a:r>
                  <a:rPr lang="en-US" altLang="zh-CN" sz="1400" b="1" baseline="-25000" dirty="0">
                    <a:solidFill>
                      <a:srgbClr val="FF0000"/>
                    </a:solidFill>
                    <a:latin typeface="DengXian" charset="-122"/>
                    <a:ea typeface="DengXian" charset="-122"/>
                    <a:cs typeface="DengXian" charset="-122"/>
                  </a:rPr>
                  <a:t>1</a:t>
                </a:r>
              </a:p>
            </p:txBody>
          </p:sp>
          <p:sp>
            <p:nvSpPr>
              <p:cNvPr id="73" name="Text Box 87">
                <a:extLst>
                  <a:ext uri="{FF2B5EF4-FFF2-40B4-BE49-F238E27FC236}">
                    <a16:creationId xmlns:a16="http://schemas.microsoft.com/office/drawing/2014/main" id="{C6E2F040-5AD3-09EF-F091-523E2AC469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85" y="3755"/>
                <a:ext cx="241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0" hangingPunct="0"/>
                <a:r>
                  <a:rPr lang="en-US" altLang="zh-CN" sz="1400" b="1" dirty="0">
                    <a:solidFill>
                      <a:srgbClr val="FF0000"/>
                    </a:solidFill>
                    <a:latin typeface="DengXian" charset="-122"/>
                    <a:ea typeface="DengXian" charset="-122"/>
                    <a:cs typeface="DengXian" charset="-122"/>
                  </a:rPr>
                  <a:t>H</a:t>
                </a:r>
                <a:r>
                  <a:rPr lang="en-US" altLang="zh-CN" sz="1400" b="1" baseline="-25000" dirty="0">
                    <a:solidFill>
                      <a:srgbClr val="FF0000"/>
                    </a:solidFill>
                    <a:latin typeface="DengXian" charset="-122"/>
                    <a:ea typeface="DengXian" charset="-122"/>
                    <a:cs typeface="DengXian" charset="-122"/>
                  </a:rPr>
                  <a:t>2</a:t>
                </a:r>
              </a:p>
            </p:txBody>
          </p:sp>
        </p:grpSp>
      </p:grp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47CF4E8C-1F81-61AC-FDB8-723621137F8E}"/>
              </a:ext>
            </a:extLst>
          </p:cNvPr>
          <p:cNvCxnSpPr>
            <a:cxnSpLocks/>
          </p:cNvCxnSpPr>
          <p:nvPr/>
        </p:nvCxnSpPr>
        <p:spPr>
          <a:xfrm flipH="1">
            <a:off x="4365424" y="2086813"/>
            <a:ext cx="705193" cy="10881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1587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utoUpdateAnimBg="0"/>
      <p:bldP spid="64" grpId="0" animBg="1"/>
      <p:bldP spid="65" grpId="0" animBg="1"/>
      <p:bldP spid="66" grpId="0"/>
      <p:bldP spid="6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D0A214F-7E9A-9C35-7DB1-3C371B29E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32030-D61A-4C97-A0D8-EA1B460A6021}" type="datetime1">
              <a:rPr lang="zh-CN" altLang="en-US" smtClean="0"/>
              <a:t>2025/10/9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9147C07-59F3-90BE-3074-4E562D409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6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481004-8489-2A6D-C051-929AADBD2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25</a:t>
            </a:fld>
            <a:endParaRPr lang="en-US"/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1ED516E4-448D-4A6F-E1DB-B8227121C37E}"/>
              </a:ext>
            </a:extLst>
          </p:cNvPr>
          <p:cNvGrpSpPr>
            <a:grpSpLocks/>
          </p:cNvGrpSpPr>
          <p:nvPr/>
        </p:nvGrpSpPr>
        <p:grpSpPr bwMode="auto">
          <a:xfrm>
            <a:off x="6310128" y="2988470"/>
            <a:ext cx="1754188" cy="1843087"/>
            <a:chOff x="2928" y="2067"/>
            <a:chExt cx="1209" cy="961"/>
          </a:xfrm>
        </p:grpSpPr>
        <p:sp>
          <p:nvSpPr>
            <p:cNvPr id="6" name="Freeform 3">
              <a:extLst>
                <a:ext uri="{FF2B5EF4-FFF2-40B4-BE49-F238E27FC236}">
                  <a16:creationId xmlns:a16="http://schemas.microsoft.com/office/drawing/2014/main" id="{CDC5883A-5239-0691-8249-CBEE732EB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2067"/>
              <a:ext cx="1209" cy="961"/>
            </a:xfrm>
            <a:custGeom>
              <a:avLst/>
              <a:gdLst>
                <a:gd name="T0" fmla="*/ 0 w 1209"/>
                <a:gd name="T1" fmla="*/ 961 h 961"/>
                <a:gd name="T2" fmla="*/ 1209 w 1209"/>
                <a:gd name="T3" fmla="*/ 0 h 9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09" h="961">
                  <a:moveTo>
                    <a:pt x="0" y="961"/>
                  </a:moveTo>
                  <a:lnTo>
                    <a:pt x="1209" y="0"/>
                  </a:lnTo>
                </a:path>
              </a:pathLst>
            </a:custGeom>
            <a:noFill/>
            <a:ln w="127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Text Box 4">
              <a:extLst>
                <a:ext uri="{FF2B5EF4-FFF2-40B4-BE49-F238E27FC236}">
                  <a16:creationId xmlns:a16="http://schemas.microsoft.com/office/drawing/2014/main" id="{3FB33935-B1AB-0BD2-608E-15DA64E5B0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272"/>
              <a:ext cx="376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x2</a:t>
              </a:r>
              <a:endPara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Line 5">
            <a:extLst>
              <a:ext uri="{FF2B5EF4-FFF2-40B4-BE49-F238E27FC236}">
                <a16:creationId xmlns:a16="http://schemas.microsoft.com/office/drawing/2014/main" id="{3B63851F-7B71-6645-3050-2E19763B87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2028" y="2023270"/>
            <a:ext cx="2209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37A5113F-3361-A37A-AE6A-3AC9643A06A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8828" y="880270"/>
            <a:ext cx="0" cy="2514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3D8C599D-8278-688D-CA53-44E2B6760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9603" y="3221832"/>
            <a:ext cx="336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sz="1600">
                <a:sym typeface="Wingdings" charset="2"/>
              </a:rPr>
              <a:t></a:t>
            </a: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A8088D77-6C4C-DB6B-28C9-869C01D1FC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191" y="49927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charset="2"/>
              </a:rPr>
              <a:t></a:t>
            </a: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1F887A9C-D7E2-02E7-5B03-14D0C222D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2916" y="2958307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E6A8DADD-A614-6AEE-F4EE-84CDB0571A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6266" y="1794670"/>
            <a:ext cx="404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sz="2400" b="1"/>
              <a:t>X</a:t>
            </a:r>
          </a:p>
        </p:txBody>
      </p:sp>
      <p:sp>
        <p:nvSpPr>
          <p:cNvPr id="14" name="Text Box 11">
            <a:extLst>
              <a:ext uri="{FF2B5EF4-FFF2-40B4-BE49-F238E27FC236}">
                <a16:creationId xmlns:a16="http://schemas.microsoft.com/office/drawing/2014/main" id="{96DCC6BF-5A17-93D3-47F8-C2DE34F86F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066" y="1596232"/>
            <a:ext cx="404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sz="2400" b="1"/>
              <a:t>V</a:t>
            </a: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1280419F-D40A-4C66-5FDF-8C7008DA2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3128" y="1993107"/>
            <a:ext cx="420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sz="2400" b="1"/>
              <a:t>H</a:t>
            </a: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5F0D32C3-8302-7995-5F27-F3F45A7CA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4203" y="727870"/>
            <a:ext cx="336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sz="1600">
                <a:sym typeface="Wingdings" charset="2"/>
              </a:rPr>
              <a:t></a:t>
            </a:r>
          </a:p>
        </p:txBody>
      </p:sp>
      <p:sp>
        <p:nvSpPr>
          <p:cNvPr id="17" name="Text Box 14">
            <a:extLst>
              <a:ext uri="{FF2B5EF4-FFF2-40B4-BE49-F238E27FC236}">
                <a16:creationId xmlns:a16="http://schemas.microsoft.com/office/drawing/2014/main" id="{F1BC936D-A1FB-337A-DC55-B6FD230CF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042" y="544662"/>
            <a:ext cx="55054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defPPr>
              <a:defRPr lang="en-US"/>
            </a:defPPr>
            <a:lvl1pPr eaLnBrk="0" hangingPunct="0">
              <a:defRPr sz="2400">
                <a:latin typeface="DengXian" charset="-122"/>
                <a:ea typeface="DengXian" charset="-122"/>
                <a:cs typeface="DengXian" charset="-122"/>
              </a:defRPr>
            </a:lvl1pPr>
          </a:lstStyle>
          <a:p>
            <a:r>
              <a:rPr lang="en-US" altLang="zh-CN" b="1" dirty="0"/>
              <a:t>(b)</a:t>
            </a:r>
            <a:r>
              <a:rPr lang="zh-CN" altLang="en-US" b="1" dirty="0"/>
              <a:t> 求新投影的作图方法</a:t>
            </a:r>
          </a:p>
        </p:txBody>
      </p:sp>
      <p:grpSp>
        <p:nvGrpSpPr>
          <p:cNvPr id="18" name="Group 15">
            <a:extLst>
              <a:ext uri="{FF2B5EF4-FFF2-40B4-BE49-F238E27FC236}">
                <a16:creationId xmlns:a16="http://schemas.microsoft.com/office/drawing/2014/main" id="{E2ADA52F-0647-F71F-D997-11BD4D9D30EC}"/>
              </a:ext>
            </a:extLst>
          </p:cNvPr>
          <p:cNvGrpSpPr>
            <a:grpSpLocks/>
          </p:cNvGrpSpPr>
          <p:nvPr/>
        </p:nvGrpSpPr>
        <p:grpSpPr bwMode="auto">
          <a:xfrm>
            <a:off x="7884928" y="2618582"/>
            <a:ext cx="623888" cy="606425"/>
            <a:chOff x="4028" y="2025"/>
            <a:chExt cx="393" cy="382"/>
          </a:xfrm>
        </p:grpSpPr>
        <p:sp>
          <p:nvSpPr>
            <p:cNvPr id="19" name="Rectangle 16">
              <a:extLst>
                <a:ext uri="{FF2B5EF4-FFF2-40B4-BE49-F238E27FC236}">
                  <a16:creationId xmlns:a16="http://schemas.microsoft.com/office/drawing/2014/main" id="{254790E7-0A82-5AD9-8908-2A23082A43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8" y="2157"/>
              <a:ext cx="23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2000">
                  <a:solidFill>
                    <a:srgbClr val="FF0000"/>
                  </a:solidFill>
                  <a:sym typeface="Wingdings" charset="2"/>
                </a:rPr>
                <a:t></a:t>
              </a:r>
            </a:p>
          </p:txBody>
        </p:sp>
        <p:sp>
          <p:nvSpPr>
            <p:cNvPr id="20" name="Text Box 17">
              <a:extLst>
                <a:ext uri="{FF2B5EF4-FFF2-40B4-BE49-F238E27FC236}">
                  <a16:creationId xmlns:a16="http://schemas.microsoft.com/office/drawing/2014/main" id="{A38D19FA-C54E-4A31-26D6-47CD4E1B29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5" y="2025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2400" i="1" dirty="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i="1" baseline="-20000" dirty="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21" name="Group 18">
            <a:extLst>
              <a:ext uri="{FF2B5EF4-FFF2-40B4-BE49-F238E27FC236}">
                <a16:creationId xmlns:a16="http://schemas.microsoft.com/office/drawing/2014/main" id="{634B955A-1B8F-1515-3EC2-5913591C59BE}"/>
              </a:ext>
            </a:extLst>
          </p:cNvPr>
          <p:cNvGrpSpPr>
            <a:grpSpLocks/>
          </p:cNvGrpSpPr>
          <p:nvPr/>
        </p:nvGrpSpPr>
        <p:grpSpPr bwMode="auto">
          <a:xfrm>
            <a:off x="4597216" y="3166270"/>
            <a:ext cx="1565275" cy="1951037"/>
            <a:chOff x="1697" y="2083"/>
            <a:chExt cx="986" cy="1229"/>
          </a:xfrm>
        </p:grpSpPr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586A4705-53A9-2521-EE3D-50523B4EDD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0" y="2083"/>
              <a:ext cx="763" cy="960"/>
            </a:xfrm>
            <a:prstGeom prst="line">
              <a:avLst/>
            </a:prstGeom>
            <a:noFill/>
            <a:ln w="127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Text Box 20">
              <a:extLst>
                <a:ext uri="{FF2B5EF4-FFF2-40B4-BE49-F238E27FC236}">
                  <a16:creationId xmlns:a16="http://schemas.microsoft.com/office/drawing/2014/main" id="{1E05F6B0-BE04-2105-5CB9-5C294090CE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7" y="3024"/>
              <a:ext cx="27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FF00FF"/>
                  </a:solidFill>
                  <a:latin typeface="楷体_GB2312" charset="0"/>
                  <a:ea typeface="楷体_GB2312" charset="0"/>
                </a:rPr>
                <a:t>X</a:t>
              </a:r>
              <a:r>
                <a:rPr lang="en-US" altLang="zh-CN" sz="2400" b="1" baseline="-20000">
                  <a:solidFill>
                    <a:srgbClr val="FF00FF"/>
                  </a:solidFill>
                  <a:latin typeface="楷体_GB2312" charset="0"/>
                  <a:ea typeface="楷体_GB2312" charset="0"/>
                </a:rPr>
                <a:t>1</a:t>
              </a:r>
              <a:endParaRPr lang="en-US" altLang="zh-CN" sz="2400" b="1">
                <a:solidFill>
                  <a:srgbClr val="FF00FF"/>
                </a:solidFill>
                <a:latin typeface="楷体_GB2312" charset="0"/>
                <a:ea typeface="楷体_GB2312" charset="0"/>
              </a:endParaRPr>
            </a:p>
          </p:txBody>
        </p:sp>
        <p:sp>
          <p:nvSpPr>
            <p:cNvPr id="24" name="Text Box 21">
              <a:extLst>
                <a:ext uri="{FF2B5EF4-FFF2-40B4-BE49-F238E27FC236}">
                  <a16:creationId xmlns:a16="http://schemas.microsoft.com/office/drawing/2014/main" id="{78511749-BE6F-186C-174F-267AC4BFE0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8" y="2755"/>
              <a:ext cx="2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FF00FF"/>
                  </a:solidFill>
                  <a:latin typeface="楷体_GB2312" charset="0"/>
                  <a:ea typeface="楷体_GB2312" charset="0"/>
                </a:rPr>
                <a:t>H</a:t>
              </a:r>
            </a:p>
          </p:txBody>
        </p:sp>
        <p:sp>
          <p:nvSpPr>
            <p:cNvPr id="25" name="Text Box 22">
              <a:extLst>
                <a:ext uri="{FF2B5EF4-FFF2-40B4-BE49-F238E27FC236}">
                  <a16:creationId xmlns:a16="http://schemas.microsoft.com/office/drawing/2014/main" id="{10967ABC-240D-E521-DCAF-866E065ECD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5" y="2967"/>
              <a:ext cx="27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FF00FF"/>
                  </a:solidFill>
                  <a:latin typeface="楷体_GB2312" charset="0"/>
                  <a:ea typeface="楷体_GB2312" charset="0"/>
                </a:rPr>
                <a:t>V</a:t>
              </a:r>
              <a:r>
                <a:rPr lang="en-US" altLang="zh-CN" sz="2400" b="1" baseline="-20000">
                  <a:solidFill>
                    <a:srgbClr val="FF00FF"/>
                  </a:solidFill>
                  <a:latin typeface="楷体_GB2312" charset="0"/>
                  <a:ea typeface="楷体_GB2312" charset="0"/>
                </a:rPr>
                <a:t>1</a:t>
              </a:r>
              <a:endParaRPr lang="en-US" altLang="zh-CN" sz="2400" b="1">
                <a:solidFill>
                  <a:srgbClr val="FF00FF"/>
                </a:solidFill>
                <a:latin typeface="楷体_GB2312" charset="0"/>
                <a:ea typeface="楷体_GB2312" charset="0"/>
              </a:endParaRPr>
            </a:p>
          </p:txBody>
        </p:sp>
      </p:grpSp>
      <p:grpSp>
        <p:nvGrpSpPr>
          <p:cNvPr id="26" name="Group 23">
            <a:extLst>
              <a:ext uri="{FF2B5EF4-FFF2-40B4-BE49-F238E27FC236}">
                <a16:creationId xmlns:a16="http://schemas.microsoft.com/office/drawing/2014/main" id="{B1F196C9-23D5-47D0-4719-02D70D8BD483}"/>
              </a:ext>
            </a:extLst>
          </p:cNvPr>
          <p:cNvGrpSpPr>
            <a:grpSpLocks/>
          </p:cNvGrpSpPr>
          <p:nvPr/>
        </p:nvGrpSpPr>
        <p:grpSpPr bwMode="auto">
          <a:xfrm>
            <a:off x="7022916" y="3029745"/>
            <a:ext cx="1808162" cy="2011362"/>
            <a:chOff x="3225" y="1997"/>
            <a:chExt cx="1139" cy="1267"/>
          </a:xfrm>
        </p:grpSpPr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4660995A-DC44-ACB5-44D4-43B12556EA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5" y="1997"/>
              <a:ext cx="888" cy="101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Text Box 25">
              <a:extLst>
                <a:ext uri="{FF2B5EF4-FFF2-40B4-BE49-F238E27FC236}">
                  <a16:creationId xmlns:a16="http://schemas.microsoft.com/office/drawing/2014/main" id="{707CDC1D-9576-8E43-DA19-8C428DC2DE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9" y="2976"/>
              <a:ext cx="27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FF0000"/>
                  </a:solidFill>
                  <a:latin typeface="楷体_GB2312" charset="0"/>
                  <a:ea typeface="楷体_GB2312" charset="0"/>
                </a:rPr>
                <a:t>X</a:t>
              </a:r>
              <a:r>
                <a:rPr lang="en-US" altLang="zh-CN" sz="2400" b="1" baseline="-20000">
                  <a:solidFill>
                    <a:srgbClr val="FF0000"/>
                  </a:solidFill>
                  <a:latin typeface="楷体_GB2312" charset="0"/>
                  <a:ea typeface="楷体_GB2312" charset="0"/>
                </a:rPr>
                <a:t>2</a:t>
              </a:r>
              <a:endParaRPr lang="en-US" altLang="zh-CN" sz="2400" b="1">
                <a:solidFill>
                  <a:srgbClr val="FF0000"/>
                </a:solidFill>
                <a:latin typeface="楷体_GB2312" charset="0"/>
                <a:ea typeface="楷体_GB2312" charset="0"/>
              </a:endParaRPr>
            </a:p>
          </p:txBody>
        </p:sp>
        <p:sp>
          <p:nvSpPr>
            <p:cNvPr id="29" name="Text Box 26">
              <a:extLst>
                <a:ext uri="{FF2B5EF4-FFF2-40B4-BE49-F238E27FC236}">
                  <a16:creationId xmlns:a16="http://schemas.microsoft.com/office/drawing/2014/main" id="{427079E3-4C3C-8B7C-C9C1-ACBCE1EBF3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6" y="2899"/>
              <a:ext cx="27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FF0000"/>
                  </a:solidFill>
                  <a:latin typeface="楷体_GB2312" charset="0"/>
                  <a:ea typeface="楷体_GB2312" charset="0"/>
                </a:rPr>
                <a:t>V</a:t>
              </a:r>
              <a:r>
                <a:rPr lang="en-US" altLang="zh-CN" sz="2400" b="1" baseline="-20000">
                  <a:solidFill>
                    <a:srgbClr val="FF0000"/>
                  </a:solidFill>
                  <a:latin typeface="楷体_GB2312" charset="0"/>
                  <a:ea typeface="楷体_GB2312" charset="0"/>
                </a:rPr>
                <a:t>1</a:t>
              </a:r>
              <a:endParaRPr lang="en-US" altLang="zh-CN" sz="2400" b="1">
                <a:solidFill>
                  <a:srgbClr val="FF0000"/>
                </a:solidFill>
                <a:latin typeface="楷体_GB2312" charset="0"/>
                <a:ea typeface="楷体_GB2312" charset="0"/>
              </a:endParaRPr>
            </a:p>
          </p:txBody>
        </p:sp>
        <p:sp>
          <p:nvSpPr>
            <p:cNvPr id="30" name="Text Box 27">
              <a:extLst>
                <a:ext uri="{FF2B5EF4-FFF2-40B4-BE49-F238E27FC236}">
                  <a16:creationId xmlns:a16="http://schemas.microsoft.com/office/drawing/2014/main" id="{C49690AF-2D9D-5450-0BD4-CD791B0F5B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6" y="2736"/>
              <a:ext cx="27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FF0000"/>
                  </a:solidFill>
                  <a:latin typeface="楷体_GB2312" charset="0"/>
                  <a:ea typeface="楷体_GB2312" charset="0"/>
                </a:rPr>
                <a:t>H</a:t>
              </a:r>
              <a:r>
                <a:rPr lang="en-US" altLang="zh-CN" sz="2400" b="1" baseline="-20000">
                  <a:solidFill>
                    <a:srgbClr val="FF0000"/>
                  </a:solidFill>
                  <a:latin typeface="楷体_GB2312" charset="0"/>
                  <a:ea typeface="楷体_GB2312" charset="0"/>
                </a:rPr>
                <a:t>2</a:t>
              </a:r>
              <a:endParaRPr lang="en-US" altLang="zh-CN" sz="2400" b="1">
                <a:solidFill>
                  <a:srgbClr val="FF0000"/>
                </a:solidFill>
                <a:latin typeface="楷体_GB2312" charset="0"/>
                <a:ea typeface="楷体_GB2312" charset="0"/>
              </a:endParaRPr>
            </a:p>
          </p:txBody>
        </p:sp>
      </p:grpSp>
      <p:sp>
        <p:nvSpPr>
          <p:cNvPr id="31" name="Text Box 28">
            <a:extLst>
              <a:ext uri="{FF2B5EF4-FFF2-40B4-BE49-F238E27FC236}">
                <a16:creationId xmlns:a16="http://schemas.microsoft.com/office/drawing/2014/main" id="{4080C977-82D9-ADE9-41D7-5307859A60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2222" y="5199062"/>
            <a:ext cx="2376487" cy="1157288"/>
          </a:xfrm>
          <a:prstGeom prst="rect">
            <a:avLst/>
          </a:prstGeom>
          <a:solidFill>
            <a:schemeClr val="bg1"/>
          </a:solidFill>
          <a:ln w="28575">
            <a:solidFill>
              <a:srgbClr val="FF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lang="en-US" altLang="zh-CN" sz="3200" b="1" i="1" dirty="0">
                <a:solidFill>
                  <a:schemeClr val="accent2"/>
                </a:solidFill>
                <a:latin typeface="DengXian" charset="-122"/>
                <a:ea typeface="DengXian" charset="-122"/>
                <a:cs typeface="DengXian" charset="-122"/>
              </a:rPr>
              <a:t>  </a:t>
            </a:r>
            <a:r>
              <a:rPr lang="zh-CN" altLang="en-US" sz="2000" b="1" dirty="0">
                <a:solidFill>
                  <a:schemeClr val="accent2"/>
                </a:solidFill>
                <a:latin typeface="DengXian" charset="-122"/>
                <a:ea typeface="DengXian" charset="-122"/>
                <a:cs typeface="DengXian" charset="-122"/>
              </a:rPr>
              <a:t>作图规律</a:t>
            </a:r>
          </a:p>
          <a:p>
            <a:pPr eaLnBrk="0" hangingPunct="0">
              <a:lnSpc>
                <a:spcPct val="85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DengXian" charset="-122"/>
                <a:ea typeface="DengXian" charset="-122"/>
                <a:cs typeface="DengXian" charset="-122"/>
              </a:rPr>
              <a:t>  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FF3300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  <a:sym typeface="Symbol" charset="2"/>
              </a:rPr>
              <a:t></a:t>
            </a:r>
            <a:r>
              <a:rPr lang="en-US" altLang="zh-CN" sz="2400" i="1" baseline="-20000" dirty="0">
                <a:solidFill>
                  <a:srgbClr val="FF0000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</a:rPr>
              <a:t>1</a:t>
            </a:r>
            <a:r>
              <a:rPr lang="en-US" altLang="zh-CN" sz="2400" i="1" dirty="0">
                <a:solidFill>
                  <a:srgbClr val="FF3300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</a:rPr>
              <a:t>a</a:t>
            </a:r>
            <a:r>
              <a:rPr lang="en-US" altLang="zh-CN" sz="2400" i="1" baseline="-20000" dirty="0">
                <a:solidFill>
                  <a:srgbClr val="FF0000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</a:rPr>
              <a:t>2</a:t>
            </a:r>
            <a:r>
              <a:rPr lang="en-US" altLang="zh-CN" sz="2000" i="1" baseline="-20000" dirty="0">
                <a:solidFill>
                  <a:srgbClr val="FF0000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DengXian" charset="-122"/>
                <a:ea typeface="DengXian" charset="-122"/>
                <a:cs typeface="DengXian" charset="-122"/>
                <a:sym typeface="Symbol" charset="2"/>
              </a:rPr>
              <a:t> X</a:t>
            </a:r>
            <a:r>
              <a:rPr lang="en-US" altLang="zh-CN" sz="2000" b="1" baseline="-20000" dirty="0">
                <a:solidFill>
                  <a:srgbClr val="FF0000"/>
                </a:solidFill>
                <a:latin typeface="DengXian" charset="-122"/>
                <a:ea typeface="DengXian" charset="-122"/>
                <a:cs typeface="DengXian" charset="-122"/>
                <a:sym typeface="Symbol" charset="2"/>
              </a:rPr>
              <a:t>2 </a:t>
            </a:r>
            <a:r>
              <a:rPr lang="zh-CN" altLang="zh-CN" sz="2000" b="1" dirty="0">
                <a:solidFill>
                  <a:srgbClr val="FF0000"/>
                </a:solidFill>
                <a:latin typeface="DengXian" charset="-122"/>
                <a:ea typeface="DengXian" charset="-122"/>
                <a:cs typeface="DengXian" charset="-122"/>
                <a:sym typeface="Symbol" charset="2"/>
              </a:rPr>
              <a:t>轴</a:t>
            </a:r>
          </a:p>
          <a:p>
            <a:pPr eaLnBrk="0" hangingPunct="0">
              <a:lnSpc>
                <a:spcPct val="85000"/>
              </a:lnSpc>
            </a:pPr>
            <a:r>
              <a:rPr lang="zh-CN" altLang="zh-CN" sz="2400" b="1" dirty="0">
                <a:solidFill>
                  <a:srgbClr val="FF0000"/>
                </a:solidFill>
                <a:latin typeface="DengXian" charset="-122"/>
                <a:ea typeface="DengXian" charset="-122"/>
                <a:cs typeface="DengXian" charset="-122"/>
                <a:sym typeface="Symbol" charset="2"/>
              </a:rPr>
              <a:t> 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  <a:sym typeface="Symbol" charset="2"/>
              </a:rPr>
              <a:t>a</a:t>
            </a:r>
            <a:r>
              <a:rPr lang="en-US" altLang="zh-CN" sz="2400" i="1" baseline="-20000" dirty="0">
                <a:solidFill>
                  <a:srgbClr val="FF0000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  <a:sym typeface="Symbol" charset="2"/>
              </a:rPr>
              <a:t>2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  <a:sym typeface="Symbol" charset="2"/>
              </a:rPr>
              <a:t>a</a:t>
            </a:r>
            <a:r>
              <a:rPr lang="en-US" altLang="zh-CN" sz="2400" i="1" baseline="-20000" dirty="0">
                <a:solidFill>
                  <a:srgbClr val="FF0000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  <a:sym typeface="Symbol" charset="2"/>
              </a:rPr>
              <a:t>x2</a:t>
            </a:r>
            <a:r>
              <a:rPr lang="en-US" altLang="zh-CN" sz="2000" i="1" baseline="-20000" dirty="0">
                <a:solidFill>
                  <a:srgbClr val="FF0000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  <a:sym typeface="Symbol" charset="2"/>
              </a:rPr>
              <a:t> 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  <a:sym typeface="Symbol" charset="2"/>
              </a:rPr>
              <a:t>= aa</a:t>
            </a:r>
            <a:r>
              <a:rPr lang="en-US" altLang="zh-CN" sz="2000" i="1" baseline="-20000" dirty="0">
                <a:solidFill>
                  <a:srgbClr val="FF0000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  <a:sym typeface="Symbol" charset="2"/>
              </a:rPr>
              <a:t>x1</a:t>
            </a:r>
          </a:p>
        </p:txBody>
      </p:sp>
      <p:grpSp>
        <p:nvGrpSpPr>
          <p:cNvPr id="32" name="Group 29">
            <a:extLst>
              <a:ext uri="{FF2B5EF4-FFF2-40B4-BE49-F238E27FC236}">
                <a16:creationId xmlns:a16="http://schemas.microsoft.com/office/drawing/2014/main" id="{F79A63F2-C327-FC8D-768B-A900A2EF1121}"/>
              </a:ext>
            </a:extLst>
          </p:cNvPr>
          <p:cNvGrpSpPr>
            <a:grpSpLocks/>
          </p:cNvGrpSpPr>
          <p:nvPr/>
        </p:nvGrpSpPr>
        <p:grpSpPr bwMode="auto">
          <a:xfrm>
            <a:off x="6016441" y="4629945"/>
            <a:ext cx="508000" cy="596900"/>
            <a:chOff x="2783" y="3015"/>
            <a:chExt cx="320" cy="376"/>
          </a:xfrm>
        </p:grpSpPr>
        <p:sp>
          <p:nvSpPr>
            <p:cNvPr id="33" name="Text Box 30">
              <a:extLst>
                <a:ext uri="{FF2B5EF4-FFF2-40B4-BE49-F238E27FC236}">
                  <a16:creationId xmlns:a16="http://schemas.microsoft.com/office/drawing/2014/main" id="{B3FD55C5-FC1D-2906-7F8B-144078087A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3" y="3100"/>
              <a:ext cx="32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2400" i="1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charset="2"/>
                </a:rPr>
                <a:t></a:t>
              </a:r>
              <a:r>
                <a:rPr lang="en-US" altLang="zh-CN" sz="2400" i="1" baseline="-20000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4" name="Rectangle 31">
              <a:extLst>
                <a:ext uri="{FF2B5EF4-FFF2-40B4-BE49-F238E27FC236}">
                  <a16:creationId xmlns:a16="http://schemas.microsoft.com/office/drawing/2014/main" id="{24DA2131-B87C-50DF-6F64-E2C6116E0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9" y="3015"/>
              <a:ext cx="2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FF00FF"/>
                  </a:solidFill>
                  <a:sym typeface="Wingdings" charset="2"/>
                </a:rPr>
                <a:t></a:t>
              </a:r>
            </a:p>
          </p:txBody>
        </p:sp>
      </p:grpSp>
      <p:sp>
        <p:nvSpPr>
          <p:cNvPr id="35" name="Text Box 32">
            <a:extLst>
              <a:ext uri="{FF2B5EF4-FFF2-40B4-BE49-F238E27FC236}">
                <a16:creationId xmlns:a16="http://schemas.microsoft.com/office/drawing/2014/main" id="{D0C79138-6887-F39B-638E-818DF5DBE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7873" y="1589089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altLang="zh-CN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6" name="Group 33">
            <a:extLst>
              <a:ext uri="{FF2B5EF4-FFF2-40B4-BE49-F238E27FC236}">
                <a16:creationId xmlns:a16="http://schemas.microsoft.com/office/drawing/2014/main" id="{23BEEF44-616C-EEF7-D267-F2B91758973B}"/>
              </a:ext>
            </a:extLst>
          </p:cNvPr>
          <p:cNvGrpSpPr>
            <a:grpSpLocks/>
          </p:cNvGrpSpPr>
          <p:nvPr/>
        </p:nvGrpSpPr>
        <p:grpSpPr bwMode="auto">
          <a:xfrm>
            <a:off x="4798828" y="3394870"/>
            <a:ext cx="1511300" cy="1531937"/>
            <a:chOff x="1824" y="2227"/>
            <a:chExt cx="1104" cy="781"/>
          </a:xfrm>
        </p:grpSpPr>
        <p:sp>
          <p:nvSpPr>
            <p:cNvPr id="37" name="Line 34">
              <a:extLst>
                <a:ext uri="{FF2B5EF4-FFF2-40B4-BE49-F238E27FC236}">
                  <a16:creationId xmlns:a16="http://schemas.microsoft.com/office/drawing/2014/main" id="{4CFEAEB2-8EA0-C90D-6C39-DD9F5F629B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2227"/>
              <a:ext cx="1104" cy="781"/>
            </a:xfrm>
            <a:prstGeom prst="line">
              <a:avLst/>
            </a:prstGeom>
            <a:noFill/>
            <a:ln w="127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Text Box 35">
              <a:extLst>
                <a:ext uri="{FF2B5EF4-FFF2-40B4-BE49-F238E27FC236}">
                  <a16:creationId xmlns:a16="http://schemas.microsoft.com/office/drawing/2014/main" id="{B7C1AB70-7C40-6689-DDAE-D31F119D4A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4" y="2405"/>
              <a:ext cx="397" cy="2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x1</a:t>
              </a:r>
              <a:endPara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9" name="Group 36">
            <a:extLst>
              <a:ext uri="{FF2B5EF4-FFF2-40B4-BE49-F238E27FC236}">
                <a16:creationId xmlns:a16="http://schemas.microsoft.com/office/drawing/2014/main" id="{BA1B8269-08F8-1E42-2014-73C766BBAE10}"/>
              </a:ext>
            </a:extLst>
          </p:cNvPr>
          <p:cNvGrpSpPr>
            <a:grpSpLocks/>
          </p:cNvGrpSpPr>
          <p:nvPr/>
        </p:nvGrpSpPr>
        <p:grpSpPr bwMode="auto">
          <a:xfrm>
            <a:off x="4552766" y="1531145"/>
            <a:ext cx="1643062" cy="3233737"/>
            <a:chOff x="1677" y="869"/>
            <a:chExt cx="1035" cy="2037"/>
          </a:xfrm>
        </p:grpSpPr>
        <p:sp>
          <p:nvSpPr>
            <p:cNvPr id="40" name="Text Box 37">
              <a:extLst>
                <a:ext uri="{FF2B5EF4-FFF2-40B4-BE49-F238E27FC236}">
                  <a16:creationId xmlns:a16="http://schemas.microsoft.com/office/drawing/2014/main" id="{2EE6E36F-83DD-2FD8-501B-4AD5A4EAF1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8451752">
              <a:off x="2449" y="2643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ym typeface="Webdings" charset="2"/>
                </a:rPr>
                <a:t></a:t>
              </a:r>
            </a:p>
          </p:txBody>
        </p:sp>
        <p:sp>
          <p:nvSpPr>
            <p:cNvPr id="41" name="Text Box 38">
              <a:extLst>
                <a:ext uri="{FF2B5EF4-FFF2-40B4-BE49-F238E27FC236}">
                  <a16:creationId xmlns:a16="http://schemas.microsoft.com/office/drawing/2014/main" id="{6E55C28E-BFDB-C3CC-5EEE-B0D3CDF973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7" y="869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ym typeface="Webdings" charset="2"/>
                </a:rPr>
                <a:t></a:t>
              </a:r>
            </a:p>
          </p:txBody>
        </p:sp>
      </p:grpSp>
      <p:grpSp>
        <p:nvGrpSpPr>
          <p:cNvPr id="42" name="Group 39">
            <a:extLst>
              <a:ext uri="{FF2B5EF4-FFF2-40B4-BE49-F238E27FC236}">
                <a16:creationId xmlns:a16="http://schemas.microsoft.com/office/drawing/2014/main" id="{4C5DC52C-16B1-22DB-9CA5-10361E038D08}"/>
              </a:ext>
            </a:extLst>
          </p:cNvPr>
          <p:cNvGrpSpPr>
            <a:grpSpLocks/>
          </p:cNvGrpSpPr>
          <p:nvPr/>
        </p:nvGrpSpPr>
        <p:grpSpPr bwMode="auto">
          <a:xfrm>
            <a:off x="4790891" y="3096420"/>
            <a:ext cx="3186112" cy="547687"/>
            <a:chOff x="1963" y="2157"/>
            <a:chExt cx="2015" cy="316"/>
          </a:xfrm>
        </p:grpSpPr>
        <p:sp>
          <p:nvSpPr>
            <p:cNvPr id="43" name="Text Box 40">
              <a:extLst>
                <a:ext uri="{FF2B5EF4-FFF2-40B4-BE49-F238E27FC236}">
                  <a16:creationId xmlns:a16="http://schemas.microsoft.com/office/drawing/2014/main" id="{77F97BE0-2F81-85E9-A102-A997F4D368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2554859">
              <a:off x="3807" y="2157"/>
              <a:ext cx="171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hangingPunct="0"/>
              <a:r>
                <a:rPr lang="en-US" altLang="zh-CN" sz="1600" b="1">
                  <a:sym typeface="Webdings" charset="2"/>
                </a:rPr>
                <a:t></a:t>
              </a:r>
              <a:endParaRPr lang="en-US" altLang="zh-CN" sz="1600" b="1"/>
            </a:p>
          </p:txBody>
        </p:sp>
        <p:sp>
          <p:nvSpPr>
            <p:cNvPr id="44" name="Text Box 41">
              <a:extLst>
                <a:ext uri="{FF2B5EF4-FFF2-40B4-BE49-F238E27FC236}">
                  <a16:creationId xmlns:a16="http://schemas.microsoft.com/office/drawing/2014/main" id="{C0B884FA-6D57-EE99-03A3-E4CA4C2D13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07599">
              <a:off x="1963" y="2279"/>
              <a:ext cx="17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1600" b="1" dirty="0">
                  <a:sym typeface="Webdings" charset="2"/>
                </a:rPr>
                <a:t></a:t>
              </a:r>
              <a:endParaRPr lang="en-US" altLang="zh-CN" sz="1600" b="1" dirty="0"/>
            </a:p>
          </p:txBody>
        </p:sp>
      </p:grpSp>
      <p:grpSp>
        <p:nvGrpSpPr>
          <p:cNvPr id="45" name="Group 42">
            <a:extLst>
              <a:ext uri="{FF2B5EF4-FFF2-40B4-BE49-F238E27FC236}">
                <a16:creationId xmlns:a16="http://schemas.microsoft.com/office/drawing/2014/main" id="{049A9BF7-BEB5-73D5-3B6A-97C41C439D17}"/>
              </a:ext>
            </a:extLst>
          </p:cNvPr>
          <p:cNvGrpSpPr>
            <a:grpSpLocks/>
          </p:cNvGrpSpPr>
          <p:nvPr/>
        </p:nvGrpSpPr>
        <p:grpSpPr bwMode="auto">
          <a:xfrm>
            <a:off x="5346516" y="3755232"/>
            <a:ext cx="222250" cy="274638"/>
            <a:chOff x="2225" y="2398"/>
            <a:chExt cx="140" cy="173"/>
          </a:xfrm>
        </p:grpSpPr>
        <p:sp>
          <p:nvSpPr>
            <p:cNvPr id="46" name="Freeform 43">
              <a:extLst>
                <a:ext uri="{FF2B5EF4-FFF2-40B4-BE49-F238E27FC236}">
                  <a16:creationId xmlns:a16="http://schemas.microsoft.com/office/drawing/2014/main" id="{ED22697E-46B0-64C7-6496-D593C8859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7" y="2465"/>
              <a:ext cx="130" cy="55"/>
            </a:xfrm>
            <a:custGeom>
              <a:avLst/>
              <a:gdLst>
                <a:gd name="T0" fmla="*/ 0 w 130"/>
                <a:gd name="T1" fmla="*/ 55 h 55"/>
                <a:gd name="T2" fmla="*/ 19 w 130"/>
                <a:gd name="T3" fmla="*/ 21 h 55"/>
                <a:gd name="T4" fmla="*/ 53 w 130"/>
                <a:gd name="T5" fmla="*/ 2 h 55"/>
                <a:gd name="T6" fmla="*/ 91 w 130"/>
                <a:gd name="T7" fmla="*/ 7 h 55"/>
                <a:gd name="T8" fmla="*/ 130 w 130"/>
                <a:gd name="T9" fmla="*/ 3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55">
                  <a:moveTo>
                    <a:pt x="0" y="55"/>
                  </a:moveTo>
                  <a:cubicBezTo>
                    <a:pt x="3" y="49"/>
                    <a:pt x="10" y="30"/>
                    <a:pt x="19" y="21"/>
                  </a:cubicBezTo>
                  <a:cubicBezTo>
                    <a:pt x="28" y="12"/>
                    <a:pt x="41" y="4"/>
                    <a:pt x="53" y="2"/>
                  </a:cubicBezTo>
                  <a:cubicBezTo>
                    <a:pt x="65" y="0"/>
                    <a:pt x="78" y="2"/>
                    <a:pt x="91" y="7"/>
                  </a:cubicBezTo>
                  <a:cubicBezTo>
                    <a:pt x="104" y="12"/>
                    <a:pt x="122" y="26"/>
                    <a:pt x="130" y="31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Text Box 44">
              <a:extLst>
                <a:ext uri="{FF2B5EF4-FFF2-40B4-BE49-F238E27FC236}">
                  <a16:creationId xmlns:a16="http://schemas.microsoft.com/office/drawing/2014/main" id="{75CFE062-B3A2-BDF1-9CB1-7A2621C531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5" y="2398"/>
              <a:ext cx="14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1200" b="1"/>
                <a:t>.</a:t>
              </a:r>
            </a:p>
          </p:txBody>
        </p:sp>
      </p:grpSp>
      <p:grpSp>
        <p:nvGrpSpPr>
          <p:cNvPr id="48" name="Group 45">
            <a:extLst>
              <a:ext uri="{FF2B5EF4-FFF2-40B4-BE49-F238E27FC236}">
                <a16:creationId xmlns:a16="http://schemas.microsoft.com/office/drawing/2014/main" id="{3FC57D82-31CD-F641-B664-DBA37F8483BE}"/>
              </a:ext>
            </a:extLst>
          </p:cNvPr>
          <p:cNvGrpSpPr>
            <a:grpSpLocks/>
          </p:cNvGrpSpPr>
          <p:nvPr/>
        </p:nvGrpSpPr>
        <p:grpSpPr bwMode="auto">
          <a:xfrm>
            <a:off x="7399153" y="3277395"/>
            <a:ext cx="222250" cy="274637"/>
            <a:chOff x="3574" y="2305"/>
            <a:chExt cx="140" cy="173"/>
          </a:xfrm>
        </p:grpSpPr>
        <p:sp>
          <p:nvSpPr>
            <p:cNvPr id="49" name="Freeform 46">
              <a:extLst>
                <a:ext uri="{FF2B5EF4-FFF2-40B4-BE49-F238E27FC236}">
                  <a16:creationId xmlns:a16="http://schemas.microsoft.com/office/drawing/2014/main" id="{305D6889-7F68-A145-C6A5-C84D776BAD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1" y="2372"/>
              <a:ext cx="118" cy="44"/>
            </a:xfrm>
            <a:custGeom>
              <a:avLst/>
              <a:gdLst>
                <a:gd name="T0" fmla="*/ 0 w 118"/>
                <a:gd name="T1" fmla="*/ 28 h 44"/>
                <a:gd name="T2" fmla="*/ 32 w 118"/>
                <a:gd name="T3" fmla="*/ 6 h 44"/>
                <a:gd name="T4" fmla="*/ 73 w 118"/>
                <a:gd name="T5" fmla="*/ 2 h 44"/>
                <a:gd name="T6" fmla="*/ 102 w 118"/>
                <a:gd name="T7" fmla="*/ 18 h 44"/>
                <a:gd name="T8" fmla="*/ 118 w 118"/>
                <a:gd name="T9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44">
                  <a:moveTo>
                    <a:pt x="0" y="28"/>
                  </a:moveTo>
                  <a:cubicBezTo>
                    <a:pt x="10" y="19"/>
                    <a:pt x="20" y="10"/>
                    <a:pt x="32" y="6"/>
                  </a:cubicBezTo>
                  <a:cubicBezTo>
                    <a:pt x="44" y="2"/>
                    <a:pt x="61" y="0"/>
                    <a:pt x="73" y="2"/>
                  </a:cubicBezTo>
                  <a:cubicBezTo>
                    <a:pt x="85" y="4"/>
                    <a:pt x="95" y="11"/>
                    <a:pt x="102" y="18"/>
                  </a:cubicBezTo>
                  <a:cubicBezTo>
                    <a:pt x="109" y="25"/>
                    <a:pt x="113" y="34"/>
                    <a:pt x="118" y="44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Text Box 47">
              <a:extLst>
                <a:ext uri="{FF2B5EF4-FFF2-40B4-BE49-F238E27FC236}">
                  <a16:creationId xmlns:a16="http://schemas.microsoft.com/office/drawing/2014/main" id="{4817C466-7153-F16F-D870-711BA45A71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4" y="2305"/>
              <a:ext cx="14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1200" b="1"/>
                <a:t>.</a:t>
              </a:r>
            </a:p>
          </p:txBody>
        </p:sp>
      </p:grpSp>
      <p:sp>
        <p:nvSpPr>
          <p:cNvPr id="51" name="Rectangle 48">
            <a:extLst>
              <a:ext uri="{FF2B5EF4-FFF2-40B4-BE49-F238E27FC236}">
                <a16:creationId xmlns:a16="http://schemas.microsoft.com/office/drawing/2014/main" id="{921FA92B-40B2-4A45-C2A0-42AA6DB43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2166" y="5152064"/>
            <a:ext cx="2368550" cy="1155700"/>
          </a:xfrm>
          <a:prstGeom prst="rect">
            <a:avLst/>
          </a:prstGeom>
          <a:solidFill>
            <a:schemeClr val="bg1"/>
          </a:solidFill>
          <a:ln w="28575">
            <a:solidFill>
              <a:srgbClr val="FF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000" b="1" dirty="0">
                <a:solidFill>
                  <a:schemeClr val="accent2"/>
                </a:solidFill>
                <a:latin typeface="DengXian" charset="-122"/>
                <a:ea typeface="DengXian" charset="-122"/>
                <a:cs typeface="DengXian" charset="-122"/>
              </a:rPr>
              <a:t>作图规律</a:t>
            </a:r>
          </a:p>
          <a:p>
            <a:r>
              <a:rPr lang="zh-CN" altLang="en-US" sz="2400" b="1" dirty="0">
                <a:latin typeface="DengXian" charset="-122"/>
                <a:ea typeface="DengXian" charset="-122"/>
                <a:cs typeface="DengXian" charset="-122"/>
              </a:rPr>
              <a:t> </a:t>
            </a:r>
            <a:r>
              <a:rPr lang="en-US" altLang="zh-CN" sz="2400" i="1" dirty="0">
                <a:solidFill>
                  <a:srgbClr val="FF00FF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</a:rPr>
              <a:t>aa</a:t>
            </a:r>
            <a:r>
              <a:rPr lang="en-US" altLang="zh-CN" i="1" dirty="0">
                <a:solidFill>
                  <a:srgbClr val="FF00FF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  <a:sym typeface="Symbol" charset="2"/>
              </a:rPr>
              <a:t></a:t>
            </a:r>
            <a:r>
              <a:rPr lang="en-US" altLang="zh-CN" sz="2400" i="1" baseline="-25000" dirty="0">
                <a:solidFill>
                  <a:srgbClr val="FF00FF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</a:rPr>
              <a:t>1</a:t>
            </a:r>
            <a:r>
              <a:rPr lang="en-US" altLang="zh-CN" sz="2400" i="1" dirty="0">
                <a:solidFill>
                  <a:srgbClr val="FF00FF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FF00FF"/>
                </a:solidFill>
                <a:latin typeface="DengXian" charset="-122"/>
                <a:ea typeface="DengXian" charset="-122"/>
                <a:cs typeface="DengXian" charset="-122"/>
                <a:sym typeface="Symbol" charset="2"/>
              </a:rPr>
              <a:t> </a:t>
            </a:r>
            <a:r>
              <a:rPr lang="en-US" altLang="zh-CN" sz="2000" b="1" dirty="0">
                <a:solidFill>
                  <a:srgbClr val="FF00FF"/>
                </a:solidFill>
                <a:latin typeface="DengXian" charset="-122"/>
                <a:ea typeface="DengXian" charset="-122"/>
                <a:cs typeface="DengXian" charset="-122"/>
                <a:sym typeface="Symbol" charset="2"/>
              </a:rPr>
              <a:t>X</a:t>
            </a:r>
            <a:r>
              <a:rPr lang="en-US" altLang="zh-CN" sz="2400" b="1" baseline="-25000" dirty="0">
                <a:solidFill>
                  <a:srgbClr val="FF00FF"/>
                </a:solidFill>
                <a:latin typeface="DengXian" charset="-122"/>
                <a:ea typeface="DengXian" charset="-122"/>
                <a:cs typeface="DengXian" charset="-122"/>
                <a:sym typeface="Symbol" charset="2"/>
              </a:rPr>
              <a:t>1</a:t>
            </a:r>
            <a:r>
              <a:rPr lang="zh-CN" altLang="zh-CN" sz="2000" b="1" dirty="0">
                <a:solidFill>
                  <a:srgbClr val="FF00FF"/>
                </a:solidFill>
                <a:latin typeface="DengXian" charset="-122"/>
                <a:ea typeface="DengXian" charset="-122"/>
                <a:cs typeface="DengXian" charset="-122"/>
                <a:sym typeface="Symbol" charset="2"/>
              </a:rPr>
              <a:t>轴</a:t>
            </a:r>
          </a:p>
          <a:p>
            <a:r>
              <a:rPr lang="zh-CN" altLang="zh-CN" sz="2400" b="1" dirty="0">
                <a:solidFill>
                  <a:srgbClr val="FF00FF"/>
                </a:solidFill>
                <a:latin typeface="DengXian" charset="-122"/>
                <a:ea typeface="DengXian" charset="-122"/>
                <a:cs typeface="DengXian" charset="-122"/>
                <a:sym typeface="Symbol" charset="2"/>
              </a:rPr>
              <a:t> </a:t>
            </a:r>
            <a:r>
              <a:rPr lang="en-US" altLang="zh-CN" sz="2400" i="1" dirty="0">
                <a:solidFill>
                  <a:srgbClr val="FF00FF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  <a:sym typeface="Symbol" charset="2"/>
              </a:rPr>
              <a:t>a</a:t>
            </a:r>
            <a:r>
              <a:rPr lang="en-US" altLang="zh-CN" i="1" dirty="0">
                <a:solidFill>
                  <a:srgbClr val="FF00FF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  <a:sym typeface="Symbol" charset="2"/>
              </a:rPr>
              <a:t></a:t>
            </a:r>
            <a:r>
              <a:rPr lang="en-US" altLang="zh-CN" sz="2400" i="1" baseline="-25000" dirty="0">
                <a:solidFill>
                  <a:srgbClr val="FF00FF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  <a:sym typeface="Symbol" charset="2"/>
              </a:rPr>
              <a:t>1</a:t>
            </a:r>
            <a:r>
              <a:rPr lang="en-US" altLang="zh-CN" sz="2400" i="1" dirty="0">
                <a:solidFill>
                  <a:srgbClr val="FF00FF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  <a:sym typeface="Symbol" charset="2"/>
              </a:rPr>
              <a:t>a</a:t>
            </a:r>
            <a:r>
              <a:rPr lang="en-US" altLang="zh-CN" sz="2400" i="1" baseline="-25000" dirty="0">
                <a:solidFill>
                  <a:srgbClr val="FF00FF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  <a:sym typeface="Symbol" charset="2"/>
              </a:rPr>
              <a:t>x1 </a:t>
            </a:r>
            <a:r>
              <a:rPr lang="en-US" altLang="zh-CN" sz="2400" i="1" dirty="0">
                <a:solidFill>
                  <a:srgbClr val="FF00FF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  <a:sym typeface="Symbol" charset="2"/>
              </a:rPr>
              <a:t>= </a:t>
            </a:r>
            <a:r>
              <a:rPr lang="en-US" altLang="zh-CN" sz="2400" i="1" dirty="0" err="1">
                <a:solidFill>
                  <a:srgbClr val="FF00FF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  <a:sym typeface="Symbol" charset="2"/>
              </a:rPr>
              <a:t>a’a</a:t>
            </a:r>
            <a:r>
              <a:rPr lang="en-US" altLang="zh-CN" sz="2400" i="1" baseline="-25000" dirty="0" err="1">
                <a:solidFill>
                  <a:srgbClr val="FF00FF"/>
                </a:solidFill>
                <a:latin typeface="Times New Roman" panose="02020603050405020304" pitchFamily="18" charset="0"/>
                <a:ea typeface="DengXian" charset="-122"/>
                <a:cs typeface="Times New Roman" panose="02020603050405020304" pitchFamily="18" charset="0"/>
                <a:sym typeface="Symbol" charset="2"/>
              </a:rPr>
              <a:t>x</a:t>
            </a:r>
            <a:endParaRPr lang="en-US" altLang="zh-CN" sz="2400" i="1" baseline="-25000" dirty="0">
              <a:solidFill>
                <a:srgbClr val="FF00FF"/>
              </a:solidFill>
              <a:latin typeface="Times New Roman" panose="02020603050405020304" pitchFamily="18" charset="0"/>
              <a:ea typeface="DengXian" charset="-122"/>
              <a:cs typeface="Times New Roman" panose="02020603050405020304" pitchFamily="18" charset="0"/>
              <a:sym typeface="Symbol" charset="2"/>
            </a:endParaRPr>
          </a:p>
        </p:txBody>
      </p:sp>
      <p:sp>
        <p:nvSpPr>
          <p:cNvPr id="52" name="Text Box 49">
            <a:extLst>
              <a:ext uri="{FF2B5EF4-FFF2-40B4-BE49-F238E27FC236}">
                <a16:creationId xmlns:a16="http://schemas.microsoft.com/office/drawing/2014/main" id="{DE3DDEB6-5430-8C69-46EA-B5FCECBFE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0215" y="5263357"/>
            <a:ext cx="2159000" cy="73025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第二次新投影关键：</a:t>
            </a:r>
            <a:r>
              <a:rPr lang="zh-CN" altLang="en-US" sz="2000" b="1" dirty="0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</a:rPr>
              <a:t>隔面量距</a:t>
            </a:r>
          </a:p>
        </p:txBody>
      </p:sp>
    </p:spTree>
    <p:extLst>
      <p:ext uri="{BB962C8B-B14F-4D97-AF65-F5344CB8AC3E}">
        <p14:creationId xmlns:p14="http://schemas.microsoft.com/office/powerpoint/2010/main" val="2625315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51" grpId="0" animBg="1"/>
      <p:bldP spid="5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3FDAE76-7118-6E2F-024C-3A7F9F957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32030-D61A-4C97-A0D8-EA1B460A6021}" type="datetime1">
              <a:rPr lang="zh-CN" altLang="en-US" smtClean="0"/>
              <a:t>2025/10/9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AFB1117-CEA5-1702-E9DB-5EEE9BD5C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6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22A077-D0F0-C400-5F02-4FE23B081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26</a:t>
            </a:fld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8196F9F-B3FC-4A97-EF0A-123A885ED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368" y="590371"/>
            <a:ext cx="6671189" cy="613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7816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95">
            <a:extLst>
              <a:ext uri="{FF2B5EF4-FFF2-40B4-BE49-F238E27FC236}">
                <a16:creationId xmlns:a16="http://schemas.microsoft.com/office/drawing/2014/main" id="{A93055CC-46FB-890A-912F-CED688B07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四、直线换面法的六个基本问题</a:t>
            </a:r>
            <a:endParaRPr lang="en-CN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299D6E-2A00-9435-CF0C-B39E594B7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44937-A0B6-3B4E-864D-8FC13DFD1E6C}" type="datetime1">
              <a:rPr lang="en-US" smtClean="0"/>
              <a:t>10/9/25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8460246-E64B-D125-23FA-B5DDB549D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54B5AF-2A36-E1F8-C52A-2CFEB0D5C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27</a:t>
            </a:fld>
            <a:endParaRPr lang="en-US"/>
          </a:p>
        </p:txBody>
      </p:sp>
      <p:grpSp>
        <p:nvGrpSpPr>
          <p:cNvPr id="5" name="Group 98">
            <a:extLst>
              <a:ext uri="{FF2B5EF4-FFF2-40B4-BE49-F238E27FC236}">
                <a16:creationId xmlns:a16="http://schemas.microsoft.com/office/drawing/2014/main" id="{B940F3F4-9EE3-171A-D82A-CDDEE281716B}"/>
              </a:ext>
            </a:extLst>
          </p:cNvPr>
          <p:cNvGrpSpPr>
            <a:grpSpLocks/>
          </p:cNvGrpSpPr>
          <p:nvPr/>
        </p:nvGrpSpPr>
        <p:grpSpPr bwMode="auto">
          <a:xfrm>
            <a:off x="1722738" y="2571003"/>
            <a:ext cx="4689475" cy="3314701"/>
            <a:chOff x="264" y="1340"/>
            <a:chExt cx="2954" cy="2088"/>
          </a:xfrm>
        </p:grpSpPr>
        <p:grpSp>
          <p:nvGrpSpPr>
            <p:cNvPr id="6" name="Group 2">
              <a:extLst>
                <a:ext uri="{FF2B5EF4-FFF2-40B4-BE49-F238E27FC236}">
                  <a16:creationId xmlns:a16="http://schemas.microsoft.com/office/drawing/2014/main" id="{C7BFCB2E-6BE8-27BE-DD80-47231CB347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6" y="1340"/>
              <a:ext cx="2722" cy="2088"/>
              <a:chOff x="624" y="1344"/>
              <a:chExt cx="2832" cy="2016"/>
            </a:xfrm>
          </p:grpSpPr>
          <p:sp>
            <p:nvSpPr>
              <p:cNvPr id="8" name="Freeform 3">
                <a:extLst>
                  <a:ext uri="{FF2B5EF4-FFF2-40B4-BE49-F238E27FC236}">
                    <a16:creationId xmlns:a16="http://schemas.microsoft.com/office/drawing/2014/main" id="{5422AA0D-B43F-9A09-C249-59C0427E59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" y="2352"/>
                <a:ext cx="2832" cy="1008"/>
              </a:xfrm>
              <a:custGeom>
                <a:avLst/>
                <a:gdLst>
                  <a:gd name="T0" fmla="*/ 0 w 2832"/>
                  <a:gd name="T1" fmla="*/ 432 h 1008"/>
                  <a:gd name="T2" fmla="*/ 1152 w 2832"/>
                  <a:gd name="T3" fmla="*/ 0 h 1008"/>
                  <a:gd name="T4" fmla="*/ 2832 w 2832"/>
                  <a:gd name="T5" fmla="*/ 528 h 1008"/>
                  <a:gd name="T6" fmla="*/ 1392 w 2832"/>
                  <a:gd name="T7" fmla="*/ 1008 h 1008"/>
                  <a:gd name="T8" fmla="*/ 0 w 2832"/>
                  <a:gd name="T9" fmla="*/ 432 h 10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32" h="1008">
                    <a:moveTo>
                      <a:pt x="0" y="432"/>
                    </a:moveTo>
                    <a:lnTo>
                      <a:pt x="1152" y="0"/>
                    </a:lnTo>
                    <a:lnTo>
                      <a:pt x="2832" y="528"/>
                    </a:lnTo>
                    <a:lnTo>
                      <a:pt x="1392" y="1008"/>
                    </a:lnTo>
                    <a:lnTo>
                      <a:pt x="0" y="432"/>
                    </a:lnTo>
                    <a:close/>
                  </a:path>
                </a:pathLst>
              </a:custGeom>
              <a:solidFill>
                <a:srgbClr val="CCFF66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" name="Freeform 4">
                <a:extLst>
                  <a:ext uri="{FF2B5EF4-FFF2-40B4-BE49-F238E27FC236}">
                    <a16:creationId xmlns:a16="http://schemas.microsoft.com/office/drawing/2014/main" id="{D15A4734-83A2-8615-A76F-1FD2CE8C2C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" y="1344"/>
                <a:ext cx="1152" cy="1440"/>
              </a:xfrm>
              <a:custGeom>
                <a:avLst/>
                <a:gdLst>
                  <a:gd name="T0" fmla="*/ 0 w 1152"/>
                  <a:gd name="T1" fmla="*/ 432 h 1440"/>
                  <a:gd name="T2" fmla="*/ 1152 w 1152"/>
                  <a:gd name="T3" fmla="*/ 0 h 1440"/>
                  <a:gd name="T4" fmla="*/ 1152 w 1152"/>
                  <a:gd name="T5" fmla="*/ 1008 h 1440"/>
                  <a:gd name="T6" fmla="*/ 0 w 1152"/>
                  <a:gd name="T7" fmla="*/ 1440 h 1440"/>
                  <a:gd name="T8" fmla="*/ 0 w 1152"/>
                  <a:gd name="T9" fmla="*/ 432 h 14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52" h="1440">
                    <a:moveTo>
                      <a:pt x="0" y="432"/>
                    </a:moveTo>
                    <a:lnTo>
                      <a:pt x="1152" y="0"/>
                    </a:lnTo>
                    <a:lnTo>
                      <a:pt x="1152" y="1008"/>
                    </a:lnTo>
                    <a:lnTo>
                      <a:pt x="0" y="1440"/>
                    </a:lnTo>
                    <a:lnTo>
                      <a:pt x="0" y="432"/>
                    </a:lnTo>
                    <a:close/>
                  </a:path>
                </a:pathLst>
              </a:custGeom>
              <a:solidFill>
                <a:srgbClr val="FFCC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Line 5">
                <a:extLst>
                  <a:ext uri="{FF2B5EF4-FFF2-40B4-BE49-F238E27FC236}">
                    <a16:creationId xmlns:a16="http://schemas.microsoft.com/office/drawing/2014/main" id="{1ED7BF3C-C456-AB9A-7F97-45DB83DFC2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0" y="1857"/>
                <a:ext cx="194" cy="495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Line 6">
                <a:extLst>
                  <a:ext uri="{FF2B5EF4-FFF2-40B4-BE49-F238E27FC236}">
                    <a16:creationId xmlns:a16="http://schemas.microsoft.com/office/drawing/2014/main" id="{20EB35C3-6A65-6D98-CBFF-4D024BC4CD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2"/>
                <a:ext cx="0" cy="91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Line 7">
                <a:extLst>
                  <a:ext uri="{FF2B5EF4-FFF2-40B4-BE49-F238E27FC236}">
                    <a16:creationId xmlns:a16="http://schemas.microsoft.com/office/drawing/2014/main" id="{FF962D6A-FAF1-193D-3B25-3C20EF69B4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4" y="2352"/>
                <a:ext cx="0" cy="72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Line 8">
                <a:extLst>
                  <a:ext uri="{FF2B5EF4-FFF2-40B4-BE49-F238E27FC236}">
                    <a16:creationId xmlns:a16="http://schemas.microsoft.com/office/drawing/2014/main" id="{353A8B1E-A074-E0A7-DCCA-E71FDE92E9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784"/>
                <a:ext cx="192" cy="288"/>
              </a:xfrm>
              <a:prstGeom prst="line">
                <a:avLst/>
              </a:prstGeom>
              <a:noFill/>
              <a:ln w="38100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Freeform 9">
                <a:extLst>
                  <a:ext uri="{FF2B5EF4-FFF2-40B4-BE49-F238E27FC236}">
                    <a16:creationId xmlns:a16="http://schemas.microsoft.com/office/drawing/2014/main" id="{4782C62B-BBEE-F014-4C30-B40100391C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8" y="1680"/>
                <a:ext cx="619" cy="186"/>
              </a:xfrm>
              <a:custGeom>
                <a:avLst/>
                <a:gdLst>
                  <a:gd name="T0" fmla="*/ 619 w 619"/>
                  <a:gd name="T1" fmla="*/ 186 h 186"/>
                  <a:gd name="T2" fmla="*/ 0 w 619"/>
                  <a:gd name="T3" fmla="*/ 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19" h="186">
                    <a:moveTo>
                      <a:pt x="619" y="186"/>
                    </a:moveTo>
                    <a:lnTo>
                      <a:pt x="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Line 10">
                <a:extLst>
                  <a:ext uri="{FF2B5EF4-FFF2-40B4-BE49-F238E27FC236}">
                    <a16:creationId xmlns:a16="http://schemas.microsoft.com/office/drawing/2014/main" id="{A5712A81-C72E-FC25-F0FB-EBF53D33DD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08" y="2016"/>
                <a:ext cx="1056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" name="Line 11">
                <a:extLst>
                  <a:ext uri="{FF2B5EF4-FFF2-40B4-BE49-F238E27FC236}">
                    <a16:creationId xmlns:a16="http://schemas.microsoft.com/office/drawing/2014/main" id="{13ED4EA6-6F5C-82F0-46DE-D28091829C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2016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Line 12">
                <a:extLst>
                  <a:ext uri="{FF2B5EF4-FFF2-40B4-BE49-F238E27FC236}">
                    <a16:creationId xmlns:a16="http://schemas.microsoft.com/office/drawing/2014/main" id="{A089A583-BD2E-75AA-9980-A987945A45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1680"/>
                <a:ext cx="0" cy="86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Line 13">
                <a:extLst>
                  <a:ext uri="{FF2B5EF4-FFF2-40B4-BE49-F238E27FC236}">
                    <a16:creationId xmlns:a16="http://schemas.microsoft.com/office/drawing/2014/main" id="{76C12F86-46A9-37E8-FABD-213EE0FD15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2640"/>
                <a:ext cx="1056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Line 14">
                <a:extLst>
                  <a:ext uri="{FF2B5EF4-FFF2-40B4-BE49-F238E27FC236}">
                    <a16:creationId xmlns:a16="http://schemas.microsoft.com/office/drawing/2014/main" id="{1FC857AB-21D5-01B9-6D4E-6174189D99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2544"/>
                <a:ext cx="624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Line 15">
                <a:extLst>
                  <a:ext uri="{FF2B5EF4-FFF2-40B4-BE49-F238E27FC236}">
                    <a16:creationId xmlns:a16="http://schemas.microsoft.com/office/drawing/2014/main" id="{C1C84497-438E-C71E-8785-6240D2169F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08" y="1680"/>
                <a:ext cx="240" cy="336"/>
              </a:xfrm>
              <a:prstGeom prst="line">
                <a:avLst/>
              </a:prstGeom>
              <a:noFill/>
              <a:ln w="38100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Text Box 16">
                <a:extLst>
                  <a:ext uri="{FF2B5EF4-FFF2-40B4-BE49-F238E27FC236}">
                    <a16:creationId xmlns:a16="http://schemas.microsoft.com/office/drawing/2014/main" id="{1FAE4CDD-77C6-D1F4-A14D-ECE76823E8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2" y="1718"/>
                <a:ext cx="234" cy="2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 altLang="zh-CN" sz="2000" i="1">
                    <a:latin typeface="楷体_GB2312" charset="0"/>
                    <a:ea typeface="楷体_GB2312" charset="0"/>
                  </a:rPr>
                  <a:t>V</a:t>
                </a:r>
              </a:p>
            </p:txBody>
          </p:sp>
          <p:sp>
            <p:nvSpPr>
              <p:cNvPr id="22" name="Text Box 17">
                <a:extLst>
                  <a:ext uri="{FF2B5EF4-FFF2-40B4-BE49-F238E27FC236}">
                    <a16:creationId xmlns:a16="http://schemas.microsoft.com/office/drawing/2014/main" id="{74D1623E-769E-E698-D3C4-DE15CFA955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03" y="2764"/>
                <a:ext cx="251" cy="2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 altLang="zh-CN" sz="2000" i="1" dirty="0">
                    <a:latin typeface="楷体_GB2312" charset="0"/>
                    <a:ea typeface="楷体_GB2312" charset="0"/>
                  </a:rPr>
                  <a:t>H</a:t>
                </a:r>
              </a:p>
            </p:txBody>
          </p:sp>
          <p:sp>
            <p:nvSpPr>
              <p:cNvPr id="23" name="Text Box 18">
                <a:extLst>
                  <a:ext uri="{FF2B5EF4-FFF2-40B4-BE49-F238E27FC236}">
                    <a16:creationId xmlns:a16="http://schemas.microsoft.com/office/drawing/2014/main" id="{B0574A7C-C4DF-AFC8-60D4-AE3D8671D4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96" y="1670"/>
                <a:ext cx="223" cy="2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 altLang="zh-CN" sz="2000" i="1"/>
                  <a:t>A</a:t>
                </a:r>
              </a:p>
            </p:txBody>
          </p:sp>
          <p:sp>
            <p:nvSpPr>
              <p:cNvPr id="24" name="Text Box 19">
                <a:extLst>
                  <a:ext uri="{FF2B5EF4-FFF2-40B4-BE49-F238E27FC236}">
                    <a16:creationId xmlns:a16="http://schemas.microsoft.com/office/drawing/2014/main" id="{30DBDE57-C348-A13E-EE63-59F4BE98FD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32" y="2142"/>
                <a:ext cx="216" cy="2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 altLang="zh-CN" sz="2000" i="1" dirty="0"/>
                  <a:t>B</a:t>
                </a:r>
              </a:p>
            </p:txBody>
          </p:sp>
          <p:sp>
            <p:nvSpPr>
              <p:cNvPr id="25" name="Text Box 20">
                <a:extLst>
                  <a:ext uri="{FF2B5EF4-FFF2-40B4-BE49-F238E27FC236}">
                    <a16:creationId xmlns:a16="http://schemas.microsoft.com/office/drawing/2014/main" id="{4EA74759-0FF3-A46B-4858-B172C3BBB5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24" y="1438"/>
                <a:ext cx="323" cy="2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 altLang="zh-CN" sz="2400" i="1" dirty="0"/>
                  <a:t> a</a:t>
                </a:r>
                <a:r>
                  <a:rPr lang="en-US" altLang="zh-CN" sz="2400" i="1" dirty="0">
                    <a:sym typeface="Symbol" charset="2"/>
                  </a:rPr>
                  <a:t></a:t>
                </a:r>
              </a:p>
            </p:txBody>
          </p:sp>
          <p:sp>
            <p:nvSpPr>
              <p:cNvPr id="26" name="Text Box 21">
                <a:extLst>
                  <a:ext uri="{FF2B5EF4-FFF2-40B4-BE49-F238E27FC236}">
                    <a16:creationId xmlns:a16="http://schemas.microsoft.com/office/drawing/2014/main" id="{CF0E4DDB-C0EC-07A7-40BC-F7C04F7232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0" y="1907"/>
                <a:ext cx="323" cy="2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 altLang="zh-CN" sz="2400" i="1" dirty="0"/>
                  <a:t> b</a:t>
                </a:r>
                <a:r>
                  <a:rPr lang="en-US" altLang="zh-CN" sz="2400" i="1" dirty="0">
                    <a:sym typeface="Symbol" charset="2"/>
                  </a:rPr>
                  <a:t></a:t>
                </a:r>
              </a:p>
            </p:txBody>
          </p:sp>
          <p:sp>
            <p:nvSpPr>
              <p:cNvPr id="27" name="Text Box 22">
                <a:extLst>
                  <a:ext uri="{FF2B5EF4-FFF2-40B4-BE49-F238E27FC236}">
                    <a16:creationId xmlns:a16="http://schemas.microsoft.com/office/drawing/2014/main" id="{123DA184-EB28-959B-BD35-4D8405A434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93" y="2507"/>
                <a:ext cx="227" cy="2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 altLang="zh-CN" sz="2400" i="1"/>
                  <a:t>a</a:t>
                </a:r>
              </a:p>
            </p:txBody>
          </p:sp>
          <p:sp>
            <p:nvSpPr>
              <p:cNvPr id="28" name="Text Box 23">
                <a:extLst>
                  <a:ext uri="{FF2B5EF4-FFF2-40B4-BE49-F238E27FC236}">
                    <a16:creationId xmlns:a16="http://schemas.microsoft.com/office/drawing/2014/main" id="{3548CB03-623E-D7BE-99DA-F41B8780C6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8" y="2987"/>
                <a:ext cx="232" cy="2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 altLang="zh-CN" sz="2400" i="1"/>
                  <a:t>b</a:t>
                </a:r>
              </a:p>
            </p:txBody>
          </p:sp>
        </p:grpSp>
        <p:sp>
          <p:nvSpPr>
            <p:cNvPr id="7" name="Text Box 97">
              <a:extLst>
                <a:ext uri="{FF2B5EF4-FFF2-40B4-BE49-F238E27FC236}">
                  <a16:creationId xmlns:a16="http://schemas.microsoft.com/office/drawing/2014/main" id="{53D24662-1CF7-A3BC-73B5-50B7B660FD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" y="2776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pattFill prst="trellis">
                    <a:fgClr>
                      <a:srgbClr val="FF3300"/>
                    </a:fgClr>
                    <a:bgClr>
                      <a:srgbClr val="FFFF00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baseline="-25000"/>
                <a:t>X</a:t>
              </a:r>
              <a:endParaRPr lang="en-US" altLang="zh-CN" sz="2400" b="1" baseline="-40000"/>
            </a:p>
          </p:txBody>
        </p:sp>
      </p:grpSp>
      <p:sp>
        <p:nvSpPr>
          <p:cNvPr id="30" name="Text Box 25">
            <a:extLst>
              <a:ext uri="{FF2B5EF4-FFF2-40B4-BE49-F238E27FC236}">
                <a16:creationId xmlns:a16="http://schemas.microsoft.com/office/drawing/2014/main" id="{7BEC747B-EF01-77BC-8A5B-0217537B5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1898" y="1063719"/>
            <a:ext cx="658385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hlink"/>
                    </a:gs>
                    <a:gs pos="50000">
                      <a:schemeClr val="bg1"/>
                    </a:gs>
                    <a:gs pos="100000">
                      <a:schemeClr val="hlink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defPPr>
              <a:defRPr lang="en-US"/>
            </a:defPPr>
            <a:lvl1pPr eaLnBrk="0" hangingPunct="0"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defRPr>
            </a:lvl1pPr>
          </a:lstStyle>
          <a:p>
            <a:r>
              <a:rPr lang="en-US" altLang="zh-CN" sz="2800" dirty="0">
                <a:solidFill>
                  <a:schemeClr val="accent1">
                    <a:lumMod val="75000"/>
                  </a:schemeClr>
                </a:solidFill>
              </a:rPr>
              <a:t>1. 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</a:rPr>
              <a:t>把一般位置直线变换成投影面平行线</a:t>
            </a:r>
          </a:p>
        </p:txBody>
      </p:sp>
      <p:sp>
        <p:nvSpPr>
          <p:cNvPr id="31" name="Line 26">
            <a:extLst>
              <a:ext uri="{FF2B5EF4-FFF2-40B4-BE49-F238E27FC236}">
                <a16:creationId xmlns:a16="http://schemas.microsoft.com/office/drawing/2014/main" id="{296C6C49-129E-3FC5-0633-0A06B0B8AF12}"/>
              </a:ext>
            </a:extLst>
          </p:cNvPr>
          <p:cNvSpPr>
            <a:spLocks noChangeShapeType="1"/>
          </p:cNvSpPr>
          <p:nvPr/>
        </p:nvSpPr>
        <p:spPr bwMode="auto">
          <a:xfrm>
            <a:off x="7950502" y="4558552"/>
            <a:ext cx="446204" cy="76517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Line 27">
            <a:extLst>
              <a:ext uri="{FF2B5EF4-FFF2-40B4-BE49-F238E27FC236}">
                <a16:creationId xmlns:a16="http://schemas.microsoft.com/office/drawing/2014/main" id="{72708241-6D55-9873-3E2A-11070B0AFF9D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2501" y="4177552"/>
            <a:ext cx="644525" cy="11160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Text Box 28">
            <a:extLst>
              <a:ext uri="{FF2B5EF4-FFF2-40B4-BE49-F238E27FC236}">
                <a16:creationId xmlns:a16="http://schemas.microsoft.com/office/drawing/2014/main" id="{F84B38F4-4A63-E51E-7D6C-B39528C1DC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9349" y="2076437"/>
            <a:ext cx="57791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0" hangingPunct="0"/>
            <a:r>
              <a:rPr lang="zh-CN" altLang="en-US" sz="2000" b="1" dirty="0">
                <a:latin typeface="DengXian" charset="-122"/>
                <a:ea typeface="DengXian" charset="-122"/>
                <a:cs typeface="DengXian" charset="-122"/>
              </a:rPr>
              <a:t>用</a:t>
            </a:r>
            <a:r>
              <a:rPr lang="en-US" altLang="zh-CN" sz="2000" b="1" i="1" dirty="0">
                <a:latin typeface="DengXian" charset="-122"/>
                <a:ea typeface="DengXian" charset="-122"/>
                <a:cs typeface="DengXian" charset="-122"/>
              </a:rPr>
              <a:t>V</a:t>
            </a:r>
            <a:r>
              <a:rPr lang="en-US" altLang="zh-CN" sz="1600" b="1" i="1" baseline="-25000" dirty="0">
                <a:latin typeface="DengXian" charset="-122"/>
                <a:ea typeface="DengXian" charset="-122"/>
                <a:cs typeface="DengXian" charset="-122"/>
              </a:rPr>
              <a:t>1</a:t>
            </a:r>
            <a:r>
              <a:rPr lang="zh-CN" altLang="en-US" sz="2000" b="1" dirty="0">
                <a:latin typeface="DengXian" charset="-122"/>
                <a:ea typeface="DengXian" charset="-122"/>
                <a:cs typeface="DengXian" charset="-122"/>
              </a:rPr>
              <a:t>面代替</a:t>
            </a:r>
            <a:r>
              <a:rPr lang="en-US" altLang="zh-CN" sz="2000" b="1" i="1" dirty="0">
                <a:latin typeface="DengXian" charset="-122"/>
                <a:ea typeface="DengXian" charset="-122"/>
                <a:cs typeface="DengXian" charset="-122"/>
              </a:rPr>
              <a:t>V</a:t>
            </a:r>
            <a:r>
              <a:rPr lang="zh-CN" altLang="en-US" sz="2000" b="1" dirty="0">
                <a:latin typeface="DengXian" charset="-122"/>
                <a:ea typeface="DengXian" charset="-122"/>
                <a:cs typeface="DengXian" charset="-122"/>
              </a:rPr>
              <a:t>面，在</a:t>
            </a:r>
            <a:r>
              <a:rPr lang="en-US" altLang="zh-CN" sz="2000" b="1" i="1" dirty="0">
                <a:latin typeface="DengXian" charset="-122"/>
                <a:ea typeface="DengXian" charset="-122"/>
                <a:cs typeface="DengXian" charset="-122"/>
              </a:rPr>
              <a:t>V</a:t>
            </a:r>
            <a:r>
              <a:rPr lang="en-US" altLang="zh-CN" sz="1600" b="1" i="1" baseline="-25000" dirty="0">
                <a:latin typeface="DengXian" charset="-122"/>
                <a:ea typeface="DengXian" charset="-122"/>
                <a:cs typeface="DengXian" charset="-122"/>
              </a:rPr>
              <a:t>1</a:t>
            </a:r>
            <a:r>
              <a:rPr lang="en-US" altLang="zh-CN" sz="2000" b="1" dirty="0">
                <a:latin typeface="DengXian" charset="-122"/>
                <a:ea typeface="DengXian" charset="-122"/>
                <a:cs typeface="DengXian" charset="-122"/>
              </a:rPr>
              <a:t>/</a:t>
            </a:r>
            <a:r>
              <a:rPr lang="en-US" altLang="zh-CN" sz="2000" b="1" i="1" dirty="0">
                <a:latin typeface="DengXian" charset="-122"/>
                <a:ea typeface="DengXian" charset="-122"/>
                <a:cs typeface="DengXian" charset="-122"/>
              </a:rPr>
              <a:t>H</a:t>
            </a:r>
            <a:r>
              <a:rPr lang="zh-CN" altLang="en-US" sz="2000" b="1" dirty="0">
                <a:latin typeface="DengXian" charset="-122"/>
                <a:ea typeface="DengXian" charset="-122"/>
                <a:cs typeface="DengXian" charset="-122"/>
              </a:rPr>
              <a:t>投影体系中，</a:t>
            </a:r>
            <a:r>
              <a:rPr lang="en-US" altLang="zh-CN" sz="2000" b="1" i="1" dirty="0">
                <a:latin typeface="DengXian" charset="-122"/>
                <a:ea typeface="DengXian" charset="-122"/>
                <a:cs typeface="DengXian" charset="-122"/>
              </a:rPr>
              <a:t>V</a:t>
            </a:r>
            <a:r>
              <a:rPr lang="en-US" altLang="zh-CN" sz="1600" b="1" i="1" baseline="-25000" dirty="0">
                <a:latin typeface="DengXian" charset="-122"/>
                <a:ea typeface="DengXian" charset="-122"/>
                <a:cs typeface="DengXian" charset="-122"/>
              </a:rPr>
              <a:t>1 </a:t>
            </a:r>
            <a:r>
              <a:rPr lang="en-US" altLang="zh-CN" sz="2000" b="1" dirty="0">
                <a:latin typeface="DengXian" charset="-122"/>
                <a:ea typeface="DengXian" charset="-122"/>
                <a:cs typeface="DengXian" charset="-122"/>
              </a:rPr>
              <a:t>//</a:t>
            </a:r>
            <a:r>
              <a:rPr lang="en-US" altLang="zh-CN" sz="1600" b="1" dirty="0">
                <a:latin typeface="DengXian" charset="-122"/>
                <a:ea typeface="DengXian" charset="-122"/>
                <a:cs typeface="DengXian" charset="-122"/>
              </a:rPr>
              <a:t> </a:t>
            </a:r>
            <a:r>
              <a:rPr lang="en-US" altLang="zh-CN" sz="2000" b="1" i="1" dirty="0">
                <a:latin typeface="DengXian" charset="-122"/>
                <a:ea typeface="DengXian" charset="-122"/>
                <a:cs typeface="DengXian" charset="-122"/>
              </a:rPr>
              <a:t>AB</a:t>
            </a:r>
            <a:r>
              <a:rPr lang="en-US" altLang="zh-CN" sz="1600" b="1" dirty="0">
                <a:latin typeface="DengXian" charset="-122"/>
                <a:ea typeface="DengXian" charset="-122"/>
                <a:cs typeface="DengXian" charset="-122"/>
              </a:rPr>
              <a:t> </a:t>
            </a:r>
            <a:r>
              <a:rPr lang="zh-CN" altLang="en-US" sz="2000" b="1" dirty="0">
                <a:latin typeface="DengXian" charset="-122"/>
                <a:ea typeface="DengXian" charset="-122"/>
                <a:cs typeface="DengXian" charset="-122"/>
              </a:rPr>
              <a:t>。</a:t>
            </a:r>
          </a:p>
        </p:txBody>
      </p:sp>
      <p:sp>
        <p:nvSpPr>
          <p:cNvPr id="34" name="Freeform 29">
            <a:extLst>
              <a:ext uri="{FF2B5EF4-FFF2-40B4-BE49-F238E27FC236}">
                <a16:creationId xmlns:a16="http://schemas.microsoft.com/office/drawing/2014/main" id="{F2823A42-5D49-B1AE-9E25-5A0AF4802465}"/>
              </a:ext>
            </a:extLst>
          </p:cNvPr>
          <p:cNvSpPr>
            <a:spLocks/>
          </p:cNvSpPr>
          <p:nvPr/>
        </p:nvSpPr>
        <p:spPr bwMode="auto">
          <a:xfrm>
            <a:off x="8409288" y="5250702"/>
            <a:ext cx="949325" cy="100013"/>
          </a:xfrm>
          <a:custGeom>
            <a:avLst/>
            <a:gdLst>
              <a:gd name="T0" fmla="*/ 0 w 598"/>
              <a:gd name="T1" fmla="*/ 63 h 63"/>
              <a:gd name="T2" fmla="*/ 598 w 598"/>
              <a:gd name="T3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98" h="63">
                <a:moveTo>
                  <a:pt x="0" y="63"/>
                </a:moveTo>
                <a:lnTo>
                  <a:pt x="598" y="0"/>
                </a:lnTo>
              </a:path>
            </a:pathLst>
          </a:custGeom>
          <a:noFill/>
          <a:ln w="38100" cmpd="sng">
            <a:solidFill>
              <a:srgbClr val="FF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5" name="Group 30">
            <a:extLst>
              <a:ext uri="{FF2B5EF4-FFF2-40B4-BE49-F238E27FC236}">
                <a16:creationId xmlns:a16="http://schemas.microsoft.com/office/drawing/2014/main" id="{B090F060-241F-02D5-A96C-646FA2D587FD}"/>
              </a:ext>
            </a:extLst>
          </p:cNvPr>
          <p:cNvGrpSpPr>
            <a:grpSpLocks/>
          </p:cNvGrpSpPr>
          <p:nvPr/>
        </p:nvGrpSpPr>
        <p:grpSpPr bwMode="auto">
          <a:xfrm>
            <a:off x="7321849" y="4253750"/>
            <a:ext cx="2076450" cy="1133475"/>
            <a:chOff x="3791" y="2400"/>
            <a:chExt cx="1308" cy="714"/>
          </a:xfrm>
        </p:grpSpPr>
        <p:sp>
          <p:nvSpPr>
            <p:cNvPr id="36" name="Line 31">
              <a:extLst>
                <a:ext uri="{FF2B5EF4-FFF2-40B4-BE49-F238E27FC236}">
                  <a16:creationId xmlns:a16="http://schemas.microsoft.com/office/drawing/2014/main" id="{1F54A592-0D35-259A-8E77-9A6F655701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47" y="2400"/>
              <a:ext cx="1152" cy="57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Text Box 32">
              <a:extLst>
                <a:ext uri="{FF2B5EF4-FFF2-40B4-BE49-F238E27FC236}">
                  <a16:creationId xmlns:a16="http://schemas.microsoft.com/office/drawing/2014/main" id="{F468BF2A-12DF-F3A5-1C11-91D93FD12F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1" y="2888"/>
              <a:ext cx="213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1400" i="1" dirty="0"/>
                <a:t>X</a:t>
              </a:r>
              <a:r>
                <a:rPr lang="en-US" altLang="zh-CN" sz="1400" i="1" baseline="-20000" dirty="0"/>
                <a:t>1</a:t>
              </a:r>
              <a:endParaRPr lang="en-US" altLang="zh-CN" sz="1400" i="1" dirty="0"/>
            </a:p>
          </p:txBody>
        </p:sp>
        <p:sp>
          <p:nvSpPr>
            <p:cNvPr id="38" name="Text Box 33">
              <a:extLst>
                <a:ext uri="{FF2B5EF4-FFF2-40B4-BE49-F238E27FC236}">
                  <a16:creationId xmlns:a16="http://schemas.microsoft.com/office/drawing/2014/main" id="{CE4AD499-830B-99E7-9471-DE370511F7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2" y="2793"/>
              <a:ext cx="187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1400" i="1" dirty="0"/>
                <a:t>H</a:t>
              </a:r>
            </a:p>
          </p:txBody>
        </p:sp>
        <p:sp>
          <p:nvSpPr>
            <p:cNvPr id="39" name="Text Box 34">
              <a:extLst>
                <a:ext uri="{FF2B5EF4-FFF2-40B4-BE49-F238E27FC236}">
                  <a16:creationId xmlns:a16="http://schemas.microsoft.com/office/drawing/2014/main" id="{668B8CE2-18EE-BFB7-82EC-1150D77660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5" y="2920"/>
              <a:ext cx="21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1400" i="1" dirty="0"/>
                <a:t>V</a:t>
              </a:r>
              <a:r>
                <a:rPr lang="en-US" altLang="zh-CN" sz="1400" i="1" baseline="-20000" dirty="0"/>
                <a:t>1</a:t>
              </a:r>
              <a:endParaRPr lang="en-US" altLang="zh-CN" sz="1400" i="1" dirty="0"/>
            </a:p>
          </p:txBody>
        </p:sp>
      </p:grpSp>
      <p:sp>
        <p:nvSpPr>
          <p:cNvPr id="40" name="Text Box 48">
            <a:extLst>
              <a:ext uri="{FF2B5EF4-FFF2-40B4-BE49-F238E27FC236}">
                <a16:creationId xmlns:a16="http://schemas.microsoft.com/office/drawing/2014/main" id="{838B4F6C-63BD-4AD6-985A-0C1ED4EB78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9210" y="2067564"/>
            <a:ext cx="14935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FF0000"/>
                </a:solidFill>
                <a:latin typeface="DengXian" charset="-122"/>
                <a:ea typeface="DengXian" charset="-122"/>
                <a:cs typeface="DengXian" charset="-122"/>
              </a:rPr>
              <a:t>空间分析：</a:t>
            </a:r>
          </a:p>
        </p:txBody>
      </p:sp>
      <p:sp>
        <p:nvSpPr>
          <p:cNvPr id="41" name="Text Box 59">
            <a:extLst>
              <a:ext uri="{FF2B5EF4-FFF2-40B4-BE49-F238E27FC236}">
                <a16:creationId xmlns:a16="http://schemas.microsoft.com/office/drawing/2014/main" id="{B5A8E713-2DE6-72F3-DB75-7A7C97BF2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7938" y="2772585"/>
            <a:ext cx="95410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000" b="1" dirty="0">
                <a:solidFill>
                  <a:srgbClr val="FF3300"/>
                </a:solidFill>
                <a:latin typeface="DengXian" charset="-122"/>
                <a:ea typeface="DengXian" charset="-122"/>
                <a:cs typeface="DengXian" charset="-122"/>
              </a:rPr>
              <a:t>作图：</a:t>
            </a:r>
            <a:endParaRPr lang="zh-CN" altLang="en-US" sz="2000" dirty="0">
              <a:latin typeface="DengXian" charset="-122"/>
              <a:ea typeface="DengXian" charset="-122"/>
              <a:cs typeface="DengXian" charset="-122"/>
            </a:endParaRPr>
          </a:p>
        </p:txBody>
      </p:sp>
      <p:grpSp>
        <p:nvGrpSpPr>
          <p:cNvPr id="42" name="Group 60">
            <a:extLst>
              <a:ext uri="{FF2B5EF4-FFF2-40B4-BE49-F238E27FC236}">
                <a16:creationId xmlns:a16="http://schemas.microsoft.com/office/drawing/2014/main" id="{73D14AE8-568E-BD4C-C091-CB1B7BBD66AD}"/>
              </a:ext>
            </a:extLst>
          </p:cNvPr>
          <p:cNvGrpSpPr>
            <a:grpSpLocks/>
          </p:cNvGrpSpPr>
          <p:nvPr/>
        </p:nvGrpSpPr>
        <p:grpSpPr bwMode="auto">
          <a:xfrm>
            <a:off x="1570339" y="1570878"/>
            <a:ext cx="7834313" cy="3182939"/>
            <a:chOff x="153" y="742"/>
            <a:chExt cx="4935" cy="2005"/>
          </a:xfrm>
        </p:grpSpPr>
        <p:sp>
          <p:nvSpPr>
            <p:cNvPr id="43" name="Text Box 61">
              <a:extLst>
                <a:ext uri="{FF2B5EF4-FFF2-40B4-BE49-F238E27FC236}">
                  <a16:creationId xmlns:a16="http://schemas.microsoft.com/office/drawing/2014/main" id="{62DE347F-6C7C-C4F0-1D16-58AC7500A6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" y="742"/>
              <a:ext cx="34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l" eaLnBrk="0" hangingPunct="0"/>
              <a:r>
                <a:rPr lang="zh-CN" altLang="en-US" sz="2400" dirty="0">
                  <a:solidFill>
                    <a:srgbClr val="002060"/>
                  </a:solidFill>
                  <a:ea typeface="DengXian" charset="-122"/>
                  <a:cs typeface="DengXian" charset="-122"/>
                </a:rPr>
                <a:t>例：求直线</a:t>
              </a:r>
              <a:r>
                <a:rPr lang="en-US" altLang="zh-CN" sz="2400" i="1" dirty="0">
                  <a:solidFill>
                    <a:srgbClr val="002060"/>
                  </a:solidFill>
                  <a:ea typeface="DengXian" charset="-122"/>
                  <a:cs typeface="DengXian" charset="-122"/>
                </a:rPr>
                <a:t>AB</a:t>
              </a:r>
              <a:r>
                <a:rPr lang="zh-CN" altLang="en-US" sz="2400" dirty="0">
                  <a:solidFill>
                    <a:srgbClr val="002060"/>
                  </a:solidFill>
                  <a:ea typeface="DengXian" charset="-122"/>
                  <a:cs typeface="DengXian" charset="-122"/>
                </a:rPr>
                <a:t>的实长及与</a:t>
              </a:r>
              <a:r>
                <a:rPr lang="en-US" altLang="zh-CN" sz="2400" i="1" dirty="0">
                  <a:solidFill>
                    <a:srgbClr val="002060"/>
                  </a:solidFill>
                  <a:ea typeface="DengXian" charset="-122"/>
                  <a:cs typeface="DengXian" charset="-122"/>
                </a:rPr>
                <a:t>H</a:t>
              </a:r>
              <a:r>
                <a:rPr lang="zh-CN" altLang="en-US" sz="2400" dirty="0">
                  <a:solidFill>
                    <a:srgbClr val="002060"/>
                  </a:solidFill>
                  <a:ea typeface="DengXian" charset="-122"/>
                  <a:cs typeface="DengXian" charset="-122"/>
                </a:rPr>
                <a:t>面的夹角。</a:t>
              </a:r>
            </a:p>
          </p:txBody>
        </p:sp>
        <p:sp>
          <p:nvSpPr>
            <p:cNvPr id="44" name="Line 62">
              <a:extLst>
                <a:ext uri="{FF2B5EF4-FFF2-40B4-BE49-F238E27FC236}">
                  <a16:creationId xmlns:a16="http://schemas.microsoft.com/office/drawing/2014/main" id="{89C404CD-5112-FFDB-458C-AF62E01AD4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044"/>
              <a:ext cx="12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ea typeface="DengXian" charset="-122"/>
                <a:cs typeface="DengXian" charset="-122"/>
              </a:endParaRPr>
            </a:p>
          </p:txBody>
        </p:sp>
        <p:sp>
          <p:nvSpPr>
            <p:cNvPr id="45" name="Line 63">
              <a:extLst>
                <a:ext uri="{FF2B5EF4-FFF2-40B4-BE49-F238E27FC236}">
                  <a16:creationId xmlns:a16="http://schemas.microsoft.com/office/drawing/2014/main" id="{A144DE09-B80A-10BC-15FF-E4FBE07FE9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6" y="1468"/>
              <a:ext cx="480" cy="240"/>
            </a:xfrm>
            <a:prstGeom prst="line">
              <a:avLst/>
            </a:prstGeom>
            <a:noFill/>
            <a:ln w="38100">
              <a:solidFill>
                <a:srgbClr val="FF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ea typeface="DengXian" charset="-122"/>
                <a:cs typeface="DengXian" charset="-122"/>
              </a:endParaRPr>
            </a:p>
          </p:txBody>
        </p:sp>
        <p:sp>
          <p:nvSpPr>
            <p:cNvPr id="46" name="Line 64">
              <a:extLst>
                <a:ext uri="{FF2B5EF4-FFF2-40B4-BE49-F238E27FC236}">
                  <a16:creationId xmlns:a16="http://schemas.microsoft.com/office/drawing/2014/main" id="{499EA0F3-088B-9572-08E2-A57535B9CE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1708"/>
              <a:ext cx="0" cy="9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ea typeface="DengXian" charset="-122"/>
                <a:cs typeface="DengXian" charset="-122"/>
              </a:endParaRPr>
            </a:p>
          </p:txBody>
        </p:sp>
        <p:sp>
          <p:nvSpPr>
            <p:cNvPr id="47" name="Line 65">
              <a:extLst>
                <a:ext uri="{FF2B5EF4-FFF2-40B4-BE49-F238E27FC236}">
                  <a16:creationId xmlns:a16="http://schemas.microsoft.com/office/drawing/2014/main" id="{C76A616A-DD90-5BF1-633F-4EEDB2E6FA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1468"/>
              <a:ext cx="0" cy="9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ea typeface="DengXian" charset="-122"/>
                <a:cs typeface="DengXian" charset="-122"/>
              </a:endParaRPr>
            </a:p>
          </p:txBody>
        </p:sp>
        <p:sp>
          <p:nvSpPr>
            <p:cNvPr id="48" name="Freeform 66">
              <a:extLst>
                <a:ext uri="{FF2B5EF4-FFF2-40B4-BE49-F238E27FC236}">
                  <a16:creationId xmlns:a16="http://schemas.microsoft.com/office/drawing/2014/main" id="{29B13C52-7BEB-F330-C0BA-F389EAE2B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4" y="2393"/>
              <a:ext cx="498" cy="244"/>
            </a:xfrm>
            <a:custGeom>
              <a:avLst/>
              <a:gdLst>
                <a:gd name="T0" fmla="*/ 0 w 498"/>
                <a:gd name="T1" fmla="*/ 244 h 244"/>
                <a:gd name="T2" fmla="*/ 498 w 498"/>
                <a:gd name="T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98" h="244">
                  <a:moveTo>
                    <a:pt x="0" y="244"/>
                  </a:moveTo>
                  <a:lnTo>
                    <a:pt x="498" y="0"/>
                  </a:lnTo>
                </a:path>
              </a:pathLst>
            </a:custGeom>
            <a:noFill/>
            <a:ln w="38100" cmpd="sng">
              <a:solidFill>
                <a:srgbClr val="FF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ea typeface="DengXian" charset="-122"/>
                <a:cs typeface="DengXian" charset="-122"/>
              </a:endParaRPr>
            </a:p>
          </p:txBody>
        </p:sp>
        <p:sp>
          <p:nvSpPr>
            <p:cNvPr id="49" name="Text Box 67">
              <a:extLst>
                <a:ext uri="{FF2B5EF4-FFF2-40B4-BE49-F238E27FC236}">
                  <a16:creationId xmlns:a16="http://schemas.microsoft.com/office/drawing/2014/main" id="{005AA89F-C973-8B0C-4128-2F0AD3B408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5" y="1622"/>
              <a:ext cx="245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1600" i="1" dirty="0">
                  <a:ea typeface="DengXian" charset="-122"/>
                  <a:cs typeface="DengXian" charset="-122"/>
                </a:rPr>
                <a:t> b</a:t>
              </a:r>
              <a:r>
                <a:rPr lang="en-US" altLang="zh-CN" sz="1600" i="1" dirty="0">
                  <a:ea typeface="DengXian" charset="-122"/>
                  <a:cs typeface="DengXian" charset="-122"/>
                  <a:sym typeface="Symbol" charset="2"/>
                </a:rPr>
                <a:t></a:t>
              </a:r>
            </a:p>
          </p:txBody>
        </p:sp>
        <p:sp>
          <p:nvSpPr>
            <p:cNvPr id="50" name="Text Box 68">
              <a:extLst>
                <a:ext uri="{FF2B5EF4-FFF2-40B4-BE49-F238E27FC236}">
                  <a16:creationId xmlns:a16="http://schemas.microsoft.com/office/drawing/2014/main" id="{B3FF5304-E2DF-7720-B040-68E6A9154B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6" y="1334"/>
              <a:ext cx="245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1600" i="1" dirty="0">
                  <a:ea typeface="DengXian" charset="-122"/>
                  <a:cs typeface="DengXian" charset="-122"/>
                </a:rPr>
                <a:t> a</a:t>
              </a:r>
              <a:r>
                <a:rPr lang="en-US" altLang="zh-CN" sz="1600" i="1" dirty="0">
                  <a:ea typeface="DengXian" charset="-122"/>
                  <a:cs typeface="DengXian" charset="-122"/>
                  <a:sym typeface="Symbol" charset="2"/>
                </a:rPr>
                <a:t></a:t>
              </a:r>
            </a:p>
          </p:txBody>
        </p:sp>
        <p:sp>
          <p:nvSpPr>
            <p:cNvPr id="51" name="Text Box 69">
              <a:extLst>
                <a:ext uri="{FF2B5EF4-FFF2-40B4-BE49-F238E27FC236}">
                  <a16:creationId xmlns:a16="http://schemas.microsoft.com/office/drawing/2014/main" id="{DC39FF7D-E1C2-1C17-7FD5-D592A87342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5" y="2534"/>
              <a:ext cx="183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1600" i="1">
                  <a:ea typeface="DengXian" charset="-122"/>
                  <a:cs typeface="DengXian" charset="-122"/>
                </a:rPr>
                <a:t>b</a:t>
              </a:r>
            </a:p>
          </p:txBody>
        </p:sp>
        <p:sp>
          <p:nvSpPr>
            <p:cNvPr id="52" name="Text Box 70">
              <a:extLst>
                <a:ext uri="{FF2B5EF4-FFF2-40B4-BE49-F238E27FC236}">
                  <a16:creationId xmlns:a16="http://schemas.microsoft.com/office/drawing/2014/main" id="{77ED33B5-C0D9-CDCF-E3ED-E8F5F37AE2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4" y="2237"/>
              <a:ext cx="183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1600" i="1" dirty="0">
                  <a:ea typeface="DengXian" charset="-122"/>
                  <a:cs typeface="DengXian" charset="-122"/>
                </a:rPr>
                <a:t>a</a:t>
              </a:r>
            </a:p>
          </p:txBody>
        </p:sp>
        <p:sp>
          <p:nvSpPr>
            <p:cNvPr id="53" name="Text Box 71">
              <a:extLst>
                <a:ext uri="{FF2B5EF4-FFF2-40B4-BE49-F238E27FC236}">
                  <a16:creationId xmlns:a16="http://schemas.microsoft.com/office/drawing/2014/main" id="{5B92114C-02E2-3E7D-95DF-F650D0533C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9" y="1931"/>
              <a:ext cx="18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1600" dirty="0">
                  <a:ea typeface="DengXian" charset="-122"/>
                  <a:cs typeface="DengXian" charset="-122"/>
                </a:rPr>
                <a:t>X</a:t>
              </a:r>
            </a:p>
          </p:txBody>
        </p:sp>
        <p:sp>
          <p:nvSpPr>
            <p:cNvPr id="54" name="Text Box 72">
              <a:extLst>
                <a:ext uri="{FF2B5EF4-FFF2-40B4-BE49-F238E27FC236}">
                  <a16:creationId xmlns:a16="http://schemas.microsoft.com/office/drawing/2014/main" id="{12613F6C-E8F5-7F35-281A-500018A59F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0" y="1878"/>
              <a:ext cx="193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1600">
                  <a:ea typeface="DengXian" charset="-122"/>
                  <a:cs typeface="DengXian" charset="-122"/>
                </a:rPr>
                <a:t>V</a:t>
              </a:r>
            </a:p>
          </p:txBody>
        </p:sp>
        <p:sp>
          <p:nvSpPr>
            <p:cNvPr id="55" name="Text Box 73">
              <a:extLst>
                <a:ext uri="{FF2B5EF4-FFF2-40B4-BE49-F238E27FC236}">
                  <a16:creationId xmlns:a16="http://schemas.microsoft.com/office/drawing/2014/main" id="{949F9B4A-C572-0F65-3CE9-74AF59280C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4" y="2004"/>
              <a:ext cx="19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1600" dirty="0">
                  <a:ea typeface="DengXian" charset="-122"/>
                  <a:cs typeface="DengXian" charset="-122"/>
                </a:rPr>
                <a:t>H</a:t>
              </a:r>
            </a:p>
          </p:txBody>
        </p:sp>
      </p:grpSp>
      <p:sp>
        <p:nvSpPr>
          <p:cNvPr id="56" name="Text Box 74">
            <a:extLst>
              <a:ext uri="{FF2B5EF4-FFF2-40B4-BE49-F238E27FC236}">
                <a16:creationId xmlns:a16="http://schemas.microsoft.com/office/drawing/2014/main" id="{ADE4CC2B-81D0-E685-041D-005CFEC61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8189" y="5774547"/>
            <a:ext cx="24786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0" hangingPunct="0"/>
            <a:r>
              <a:rPr lang="zh-CN" altLang="en-US" sz="2000" b="1" dirty="0">
                <a:latin typeface="DengXian" charset="-122"/>
                <a:ea typeface="DengXian" charset="-122"/>
                <a:cs typeface="DengXian" charset="-122"/>
              </a:rPr>
              <a:t>新投影轴的位置？</a:t>
            </a:r>
          </a:p>
        </p:txBody>
      </p:sp>
      <p:grpSp>
        <p:nvGrpSpPr>
          <p:cNvPr id="57" name="Group 75">
            <a:extLst>
              <a:ext uri="{FF2B5EF4-FFF2-40B4-BE49-F238E27FC236}">
                <a16:creationId xmlns:a16="http://schemas.microsoft.com/office/drawing/2014/main" id="{689874EE-F32A-3A3A-E8B5-7EA7A15265B1}"/>
              </a:ext>
            </a:extLst>
          </p:cNvPr>
          <p:cNvGrpSpPr>
            <a:grpSpLocks/>
          </p:cNvGrpSpPr>
          <p:nvPr/>
        </p:nvGrpSpPr>
        <p:grpSpPr bwMode="auto">
          <a:xfrm>
            <a:off x="7961614" y="3109167"/>
            <a:ext cx="425450" cy="2214562"/>
            <a:chOff x="4176" y="1708"/>
            <a:chExt cx="268" cy="1395"/>
          </a:xfrm>
        </p:grpSpPr>
        <p:sp>
          <p:nvSpPr>
            <p:cNvPr id="58" name="Line 76">
              <a:extLst>
                <a:ext uri="{FF2B5EF4-FFF2-40B4-BE49-F238E27FC236}">
                  <a16:creationId xmlns:a16="http://schemas.microsoft.com/office/drawing/2014/main" id="{A05D6D7B-316A-E917-DDCE-1F8B3C35E1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1708"/>
              <a:ext cx="0" cy="336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9" name="Line 77">
              <a:extLst>
                <a:ext uri="{FF2B5EF4-FFF2-40B4-BE49-F238E27FC236}">
                  <a16:creationId xmlns:a16="http://schemas.microsoft.com/office/drawing/2014/main" id="{1CF9BBE7-2EDD-CA56-D366-9DA467181E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8" y="2832"/>
              <a:ext cx="156" cy="271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0" name="Group 78">
            <a:extLst>
              <a:ext uri="{FF2B5EF4-FFF2-40B4-BE49-F238E27FC236}">
                <a16:creationId xmlns:a16="http://schemas.microsoft.com/office/drawing/2014/main" id="{AFD6FEB5-1660-082C-DC6A-BA2E4ADACCE0}"/>
              </a:ext>
            </a:extLst>
          </p:cNvPr>
          <p:cNvGrpSpPr>
            <a:grpSpLocks/>
          </p:cNvGrpSpPr>
          <p:nvPr/>
        </p:nvGrpSpPr>
        <p:grpSpPr bwMode="auto">
          <a:xfrm>
            <a:off x="8182291" y="5215777"/>
            <a:ext cx="411163" cy="411163"/>
            <a:chOff x="4333" y="3006"/>
            <a:chExt cx="259" cy="259"/>
          </a:xfrm>
        </p:grpSpPr>
        <p:sp>
          <p:nvSpPr>
            <p:cNvPr id="61" name="Text Box 79">
              <a:extLst>
                <a:ext uri="{FF2B5EF4-FFF2-40B4-BE49-F238E27FC236}">
                  <a16:creationId xmlns:a16="http://schemas.microsoft.com/office/drawing/2014/main" id="{CF7814DD-D4BE-3995-85E4-4261718ACD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3" y="3052"/>
              <a:ext cx="259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1600" i="1" dirty="0"/>
                <a:t>b</a:t>
              </a:r>
              <a:r>
                <a:rPr lang="en-US" altLang="zh-CN" sz="1600" i="1" dirty="0">
                  <a:sym typeface="Symbol" charset="2"/>
                </a:rPr>
                <a:t></a:t>
              </a:r>
              <a:r>
                <a:rPr lang="en-US" altLang="zh-CN" sz="1600" i="1" baseline="-20000" dirty="0"/>
                <a:t>1</a:t>
              </a:r>
            </a:p>
          </p:txBody>
        </p:sp>
        <p:sp>
          <p:nvSpPr>
            <p:cNvPr id="62" name="Text Box 80">
              <a:extLst>
                <a:ext uri="{FF2B5EF4-FFF2-40B4-BE49-F238E27FC236}">
                  <a16:creationId xmlns:a16="http://schemas.microsoft.com/office/drawing/2014/main" id="{06156C3D-D07A-936D-4D2F-104D770B41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2" y="3006"/>
              <a:ext cx="189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900" dirty="0">
                  <a:solidFill>
                    <a:srgbClr val="FF0000"/>
                  </a:solidFill>
                </a:rPr>
                <a:t>●</a:t>
              </a:r>
            </a:p>
          </p:txBody>
        </p:sp>
      </p:grpSp>
      <p:grpSp>
        <p:nvGrpSpPr>
          <p:cNvPr id="63" name="Group 81">
            <a:extLst>
              <a:ext uri="{FF2B5EF4-FFF2-40B4-BE49-F238E27FC236}">
                <a16:creationId xmlns:a16="http://schemas.microsoft.com/office/drawing/2014/main" id="{80CF7194-D30B-0173-17F5-81F2CF81974C}"/>
              </a:ext>
            </a:extLst>
          </p:cNvPr>
          <p:cNvGrpSpPr>
            <a:grpSpLocks/>
          </p:cNvGrpSpPr>
          <p:nvPr/>
        </p:nvGrpSpPr>
        <p:grpSpPr bwMode="auto">
          <a:xfrm>
            <a:off x="8714882" y="2716193"/>
            <a:ext cx="636588" cy="2560639"/>
            <a:chOff x="4661" y="1453"/>
            <a:chExt cx="401" cy="1613"/>
          </a:xfrm>
        </p:grpSpPr>
        <p:sp>
          <p:nvSpPr>
            <p:cNvPr id="64" name="Line 82">
              <a:extLst>
                <a:ext uri="{FF2B5EF4-FFF2-40B4-BE49-F238E27FC236}">
                  <a16:creationId xmlns:a16="http://schemas.microsoft.com/office/drawing/2014/main" id="{31C6AA32-5E59-36F8-71AF-23D7F5ECF9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1" y="1453"/>
              <a:ext cx="0" cy="576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5" name="Freeform 83">
              <a:extLst>
                <a:ext uri="{FF2B5EF4-FFF2-40B4-BE49-F238E27FC236}">
                  <a16:creationId xmlns:a16="http://schemas.microsoft.com/office/drawing/2014/main" id="{807657B6-A205-D738-1E37-5B0A32A1EB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6" y="2584"/>
              <a:ext cx="286" cy="482"/>
            </a:xfrm>
            <a:custGeom>
              <a:avLst/>
              <a:gdLst>
                <a:gd name="T0" fmla="*/ 0 w 281"/>
                <a:gd name="T1" fmla="*/ 0 h 473"/>
                <a:gd name="T2" fmla="*/ 281 w 281"/>
                <a:gd name="T3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1" h="473">
                  <a:moveTo>
                    <a:pt x="0" y="0"/>
                  </a:moveTo>
                  <a:lnTo>
                    <a:pt x="281" y="473"/>
                  </a:lnTo>
                </a:path>
              </a:pathLst>
            </a:custGeom>
            <a:noFill/>
            <a:ln w="38100" cap="flat" cmpd="sng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6" name="Group 84">
            <a:extLst>
              <a:ext uri="{FF2B5EF4-FFF2-40B4-BE49-F238E27FC236}">
                <a16:creationId xmlns:a16="http://schemas.microsoft.com/office/drawing/2014/main" id="{6F5B7FEC-E49A-6450-A24E-F6C762DADD5A}"/>
              </a:ext>
            </a:extLst>
          </p:cNvPr>
          <p:cNvGrpSpPr>
            <a:grpSpLocks/>
          </p:cNvGrpSpPr>
          <p:nvPr/>
        </p:nvGrpSpPr>
        <p:grpSpPr bwMode="auto">
          <a:xfrm>
            <a:off x="9128434" y="5153875"/>
            <a:ext cx="411163" cy="411163"/>
            <a:chOff x="4338" y="3006"/>
            <a:chExt cx="259" cy="259"/>
          </a:xfrm>
        </p:grpSpPr>
        <p:sp>
          <p:nvSpPr>
            <p:cNvPr id="67" name="Text Box 85">
              <a:extLst>
                <a:ext uri="{FF2B5EF4-FFF2-40B4-BE49-F238E27FC236}">
                  <a16:creationId xmlns:a16="http://schemas.microsoft.com/office/drawing/2014/main" id="{A504E0EC-68C4-559E-1860-55CFDE4FA3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8" y="3052"/>
              <a:ext cx="259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1600" i="1" dirty="0"/>
                <a:t>a</a:t>
              </a:r>
              <a:r>
                <a:rPr lang="en-US" altLang="zh-CN" sz="1600" i="1" dirty="0">
                  <a:sym typeface="Symbol" charset="2"/>
                </a:rPr>
                <a:t></a:t>
              </a:r>
              <a:r>
                <a:rPr lang="en-US" altLang="zh-CN" sz="1600" i="1" baseline="-20000" dirty="0"/>
                <a:t>1</a:t>
              </a:r>
            </a:p>
          </p:txBody>
        </p:sp>
        <p:sp>
          <p:nvSpPr>
            <p:cNvPr id="68" name="Text Box 86">
              <a:extLst>
                <a:ext uri="{FF2B5EF4-FFF2-40B4-BE49-F238E27FC236}">
                  <a16:creationId xmlns:a16="http://schemas.microsoft.com/office/drawing/2014/main" id="{968A2B0D-3271-2576-CDB4-4FC570D725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2" y="3006"/>
              <a:ext cx="189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900" dirty="0">
                  <a:solidFill>
                    <a:srgbClr val="FF0000"/>
                  </a:solidFill>
                </a:rPr>
                <a:t>●</a:t>
              </a:r>
            </a:p>
          </p:txBody>
        </p:sp>
      </p:grpSp>
      <p:sp>
        <p:nvSpPr>
          <p:cNvPr id="69" name="Text Box 87">
            <a:extLst>
              <a:ext uri="{FF2B5EF4-FFF2-40B4-BE49-F238E27FC236}">
                <a16:creationId xmlns:a16="http://schemas.microsoft.com/office/drawing/2014/main" id="{0021A4EC-26AA-5E9A-D68E-486FF57EE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5163" y="6160340"/>
            <a:ext cx="21780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000" b="1" dirty="0">
                <a:solidFill>
                  <a:srgbClr val="FF0000"/>
                </a:solidFill>
                <a:latin typeface="DengXian" charset="-122"/>
                <a:ea typeface="DengXian" charset="-122"/>
                <a:cs typeface="DengXian" charset="-122"/>
              </a:rPr>
              <a:t>与</a:t>
            </a:r>
            <a:r>
              <a:rPr lang="en-US" altLang="zh-CN" sz="2000" b="1" i="1" dirty="0">
                <a:solidFill>
                  <a:srgbClr val="FF0000"/>
                </a:solidFill>
                <a:latin typeface="DengXian" charset="-122"/>
                <a:ea typeface="DengXian" charset="-122"/>
                <a:cs typeface="DengXian" charset="-122"/>
              </a:rPr>
              <a:t>AB</a:t>
            </a:r>
            <a:r>
              <a:rPr lang="zh-CN" altLang="en-US" sz="2000" b="1" dirty="0">
                <a:solidFill>
                  <a:srgbClr val="FF0000"/>
                </a:solidFill>
                <a:latin typeface="DengXian" charset="-122"/>
                <a:ea typeface="DengXian" charset="-122"/>
                <a:cs typeface="DengXian" charset="-122"/>
              </a:rPr>
              <a:t>平行</a:t>
            </a:r>
          </a:p>
        </p:txBody>
      </p:sp>
      <p:sp>
        <p:nvSpPr>
          <p:cNvPr id="70" name="Text Box 90">
            <a:extLst>
              <a:ext uri="{FF2B5EF4-FFF2-40B4-BE49-F238E27FC236}">
                <a16:creationId xmlns:a16="http://schemas.microsoft.com/office/drawing/2014/main" id="{87A60130-67D0-38FA-982D-F4D380DF16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593" y="5006505"/>
            <a:ext cx="3305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i="1" dirty="0">
                <a:sym typeface="Symbol" charset="2"/>
              </a:rPr>
              <a:t></a:t>
            </a:r>
            <a:endParaRPr lang="en-US" altLang="zh-CN" i="1" dirty="0"/>
          </a:p>
        </p:txBody>
      </p:sp>
      <p:grpSp>
        <p:nvGrpSpPr>
          <p:cNvPr id="71" name="Group 100">
            <a:extLst>
              <a:ext uri="{FF2B5EF4-FFF2-40B4-BE49-F238E27FC236}">
                <a16:creationId xmlns:a16="http://schemas.microsoft.com/office/drawing/2014/main" id="{332C3313-AC3D-3E1D-9F35-56E382F201C8}"/>
              </a:ext>
            </a:extLst>
          </p:cNvPr>
          <p:cNvGrpSpPr>
            <a:grpSpLocks/>
          </p:cNvGrpSpPr>
          <p:nvPr/>
        </p:nvGrpSpPr>
        <p:grpSpPr bwMode="auto">
          <a:xfrm>
            <a:off x="8415638" y="5069727"/>
            <a:ext cx="506413" cy="258763"/>
            <a:chOff x="4480" y="2914"/>
            <a:chExt cx="319" cy="163"/>
          </a:xfrm>
        </p:grpSpPr>
        <p:sp>
          <p:nvSpPr>
            <p:cNvPr id="72" name="Line 89">
              <a:extLst>
                <a:ext uri="{FF2B5EF4-FFF2-40B4-BE49-F238E27FC236}">
                  <a16:creationId xmlns:a16="http://schemas.microsoft.com/office/drawing/2014/main" id="{ECC7F227-38AD-7983-1716-D1CAB3E3A3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80" y="2914"/>
              <a:ext cx="319" cy="15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" name="Freeform 91">
              <a:extLst>
                <a:ext uri="{FF2B5EF4-FFF2-40B4-BE49-F238E27FC236}">
                  <a16:creationId xmlns:a16="http://schemas.microsoft.com/office/drawing/2014/main" id="{B60A4AFE-584B-8EBF-1167-06C47813D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6" y="2986"/>
              <a:ext cx="23" cy="91"/>
            </a:xfrm>
            <a:custGeom>
              <a:avLst/>
              <a:gdLst>
                <a:gd name="T0" fmla="*/ 0 w 23"/>
                <a:gd name="T1" fmla="*/ 0 h 91"/>
                <a:gd name="T2" fmla="*/ 20 w 23"/>
                <a:gd name="T3" fmla="*/ 38 h 91"/>
                <a:gd name="T4" fmla="*/ 20 w 23"/>
                <a:gd name="T5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" h="91">
                  <a:moveTo>
                    <a:pt x="0" y="0"/>
                  </a:moveTo>
                  <a:cubicBezTo>
                    <a:pt x="8" y="11"/>
                    <a:pt x="17" y="23"/>
                    <a:pt x="20" y="38"/>
                  </a:cubicBezTo>
                  <a:cubicBezTo>
                    <a:pt x="23" y="53"/>
                    <a:pt x="21" y="72"/>
                    <a:pt x="20" y="91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4" name="Group 92">
            <a:extLst>
              <a:ext uri="{FF2B5EF4-FFF2-40B4-BE49-F238E27FC236}">
                <a16:creationId xmlns:a16="http://schemas.microsoft.com/office/drawing/2014/main" id="{7789D7D5-7CF8-FE8A-5F00-6D11A8DA0F4E}"/>
              </a:ext>
            </a:extLst>
          </p:cNvPr>
          <p:cNvGrpSpPr>
            <a:grpSpLocks/>
          </p:cNvGrpSpPr>
          <p:nvPr/>
        </p:nvGrpSpPr>
        <p:grpSpPr bwMode="auto">
          <a:xfrm>
            <a:off x="8050513" y="4649040"/>
            <a:ext cx="222250" cy="274637"/>
            <a:chOff x="4250" y="2649"/>
            <a:chExt cx="140" cy="173"/>
          </a:xfrm>
        </p:grpSpPr>
        <p:sp>
          <p:nvSpPr>
            <p:cNvPr id="75" name="Freeform 93">
              <a:extLst>
                <a:ext uri="{FF2B5EF4-FFF2-40B4-BE49-F238E27FC236}">
                  <a16:creationId xmlns:a16="http://schemas.microsoft.com/office/drawing/2014/main" id="{1A714424-F68E-02F6-3AD3-366ECC7F7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7" y="2734"/>
              <a:ext cx="81" cy="36"/>
            </a:xfrm>
            <a:custGeom>
              <a:avLst/>
              <a:gdLst>
                <a:gd name="T0" fmla="*/ 0 w 81"/>
                <a:gd name="T1" fmla="*/ 21 h 36"/>
                <a:gd name="T2" fmla="*/ 33 w 81"/>
                <a:gd name="T3" fmla="*/ 2 h 36"/>
                <a:gd name="T4" fmla="*/ 62 w 81"/>
                <a:gd name="T5" fmla="*/ 7 h 36"/>
                <a:gd name="T6" fmla="*/ 81 w 81"/>
                <a:gd name="T7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1" h="36">
                  <a:moveTo>
                    <a:pt x="0" y="21"/>
                  </a:moveTo>
                  <a:cubicBezTo>
                    <a:pt x="11" y="12"/>
                    <a:pt x="23" y="4"/>
                    <a:pt x="33" y="2"/>
                  </a:cubicBezTo>
                  <a:cubicBezTo>
                    <a:pt x="43" y="0"/>
                    <a:pt x="54" y="1"/>
                    <a:pt x="62" y="7"/>
                  </a:cubicBezTo>
                  <a:cubicBezTo>
                    <a:pt x="70" y="13"/>
                    <a:pt x="75" y="24"/>
                    <a:pt x="81" y="36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" name="Text Box 94">
              <a:extLst>
                <a:ext uri="{FF2B5EF4-FFF2-40B4-BE49-F238E27FC236}">
                  <a16:creationId xmlns:a16="http://schemas.microsoft.com/office/drawing/2014/main" id="{1A670073-AC60-8E19-82B5-A676A7EF67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0" y="2649"/>
              <a:ext cx="14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1200" b="1"/>
                <a:t>.</a:t>
              </a:r>
            </a:p>
          </p:txBody>
        </p:sp>
      </p:grpSp>
      <p:grpSp>
        <p:nvGrpSpPr>
          <p:cNvPr id="77" name="Group 99">
            <a:extLst>
              <a:ext uri="{FF2B5EF4-FFF2-40B4-BE49-F238E27FC236}">
                <a16:creationId xmlns:a16="http://schemas.microsoft.com/office/drawing/2014/main" id="{36AD3906-29B3-984A-352A-3C4AFFB73DD8}"/>
              </a:ext>
            </a:extLst>
          </p:cNvPr>
          <p:cNvGrpSpPr>
            <a:grpSpLocks/>
          </p:cNvGrpSpPr>
          <p:nvPr/>
        </p:nvGrpSpPr>
        <p:grpSpPr bwMode="auto">
          <a:xfrm>
            <a:off x="4578651" y="2523377"/>
            <a:ext cx="1296987" cy="3171825"/>
            <a:chOff x="2063" y="1310"/>
            <a:chExt cx="817" cy="1998"/>
          </a:xfrm>
        </p:grpSpPr>
        <p:grpSp>
          <p:nvGrpSpPr>
            <p:cNvPr id="78" name="Group 35">
              <a:extLst>
                <a:ext uri="{FF2B5EF4-FFF2-40B4-BE49-F238E27FC236}">
                  <a16:creationId xmlns:a16="http://schemas.microsoft.com/office/drawing/2014/main" id="{09019BE7-5267-9F1C-9550-6334CEB1EC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3" y="1310"/>
              <a:ext cx="624" cy="1824"/>
              <a:chOff x="2256" y="1296"/>
              <a:chExt cx="624" cy="1824"/>
            </a:xfrm>
          </p:grpSpPr>
          <p:sp>
            <p:nvSpPr>
              <p:cNvPr id="80" name="Freeform 36">
                <a:extLst>
                  <a:ext uri="{FF2B5EF4-FFF2-40B4-BE49-F238E27FC236}">
                    <a16:creationId xmlns:a16="http://schemas.microsoft.com/office/drawing/2014/main" id="{6C592EE5-9EFD-1BAD-2906-62CF82CD46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4" y="1296"/>
                <a:ext cx="576" cy="1824"/>
              </a:xfrm>
              <a:custGeom>
                <a:avLst/>
                <a:gdLst>
                  <a:gd name="T0" fmla="*/ 0 w 576"/>
                  <a:gd name="T1" fmla="*/ 0 h 1824"/>
                  <a:gd name="T2" fmla="*/ 0 w 576"/>
                  <a:gd name="T3" fmla="*/ 1248 h 1824"/>
                  <a:gd name="T4" fmla="*/ 576 w 576"/>
                  <a:gd name="T5" fmla="*/ 1824 h 1824"/>
                  <a:gd name="T6" fmla="*/ 576 w 576"/>
                  <a:gd name="T7" fmla="*/ 576 h 1824"/>
                  <a:gd name="T8" fmla="*/ 0 w 576"/>
                  <a:gd name="T9" fmla="*/ 0 h 18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6" h="1824">
                    <a:moveTo>
                      <a:pt x="0" y="0"/>
                    </a:moveTo>
                    <a:lnTo>
                      <a:pt x="0" y="1248"/>
                    </a:lnTo>
                    <a:lnTo>
                      <a:pt x="576" y="1824"/>
                    </a:lnTo>
                    <a:lnTo>
                      <a:pt x="576" y="5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rgbClr val="0033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1" name="Text Box 37">
                <a:extLst>
                  <a:ext uri="{FF2B5EF4-FFF2-40B4-BE49-F238E27FC236}">
                    <a16:creationId xmlns:a16="http://schemas.microsoft.com/office/drawing/2014/main" id="{599D32E1-FDF6-5B4A-7D01-8FE06F05EF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6" y="1412"/>
                <a:ext cx="276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 altLang="zh-CN" sz="2000" i="1" dirty="0">
                    <a:solidFill>
                      <a:schemeClr val="accent2"/>
                    </a:solidFill>
                    <a:latin typeface="楷体_GB2312" charset="0"/>
                    <a:ea typeface="楷体_GB2312" charset="0"/>
                  </a:rPr>
                  <a:t>V</a:t>
                </a:r>
                <a:r>
                  <a:rPr lang="en-US" altLang="zh-CN" sz="1600" i="1" baseline="-25000" dirty="0">
                    <a:solidFill>
                      <a:schemeClr val="accent2"/>
                    </a:solidFill>
                    <a:latin typeface="楷体_GB2312" charset="0"/>
                    <a:ea typeface="楷体_GB2312" charset="0"/>
                  </a:rPr>
                  <a:t>1</a:t>
                </a:r>
              </a:p>
            </p:txBody>
          </p:sp>
        </p:grpSp>
        <p:sp>
          <p:nvSpPr>
            <p:cNvPr id="79" name="Text Box 96">
              <a:extLst>
                <a:ext uri="{FF2B5EF4-FFF2-40B4-BE49-F238E27FC236}">
                  <a16:creationId xmlns:a16="http://schemas.microsoft.com/office/drawing/2014/main" id="{00DD6294-C466-C832-B9C1-785EE5888A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0" y="3096"/>
              <a:ext cx="3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pattFill prst="trellis">
                    <a:fgClr>
                      <a:srgbClr val="FF3300"/>
                    </a:fgClr>
                    <a:bgClr>
                      <a:srgbClr val="FFFF00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baseline="-25000"/>
                <a:t>X</a:t>
              </a:r>
              <a:r>
                <a:rPr lang="en-US" altLang="zh-CN" sz="2400" b="1" baseline="-40000"/>
                <a:t>1</a:t>
              </a:r>
            </a:p>
          </p:txBody>
        </p:sp>
      </p:grpSp>
      <p:sp>
        <p:nvSpPr>
          <p:cNvPr id="82" name="Text Box 95">
            <a:extLst>
              <a:ext uri="{FF2B5EF4-FFF2-40B4-BE49-F238E27FC236}">
                <a16:creationId xmlns:a16="http://schemas.microsoft.com/office/drawing/2014/main" id="{B010FC7F-52E1-CB6E-F5A1-B64183A4E1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8632" y="5973853"/>
            <a:ext cx="4039666" cy="40011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</a:rPr>
              <a:t>求</a:t>
            </a:r>
            <a:r>
              <a:rPr lang="en-US" altLang="zh-CN" sz="2000" b="1" i="1" dirty="0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</a:rPr>
              <a:t>α</a:t>
            </a:r>
            <a:r>
              <a:rPr lang="zh-CN" altLang="en-US" sz="2000" b="1" dirty="0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</a:rPr>
              <a:t>，</a:t>
            </a:r>
            <a:r>
              <a:rPr lang="en-US" altLang="zh-CN" sz="2000" b="1" i="1" dirty="0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</a:rPr>
              <a:t>H</a:t>
            </a:r>
            <a:r>
              <a:rPr lang="zh-CN" altLang="en-US" sz="2000" b="1" dirty="0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</a:rPr>
              <a:t>面不动；求</a:t>
            </a:r>
            <a:r>
              <a:rPr lang="en-US" altLang="zh-CN" sz="2000" b="1" i="1" dirty="0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</a:rPr>
              <a:t>β</a:t>
            </a:r>
            <a:r>
              <a:rPr lang="zh-CN" altLang="en-US" sz="2000" b="1" dirty="0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</a:rPr>
              <a:t>，</a:t>
            </a:r>
            <a:r>
              <a:rPr lang="en-US" altLang="zh-CN" sz="2000" b="1" i="1" dirty="0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</a:rPr>
              <a:t>V</a:t>
            </a:r>
            <a:r>
              <a:rPr lang="zh-CN" altLang="en-US" sz="2000" b="1" dirty="0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</a:rPr>
              <a:t>面不动。</a:t>
            </a:r>
          </a:p>
        </p:txBody>
      </p:sp>
      <p:grpSp>
        <p:nvGrpSpPr>
          <p:cNvPr id="83" name="Group 38">
            <a:extLst>
              <a:ext uri="{FF2B5EF4-FFF2-40B4-BE49-F238E27FC236}">
                <a16:creationId xmlns:a16="http://schemas.microsoft.com/office/drawing/2014/main" id="{507B7798-925A-1FFA-0512-5B21512BA571}"/>
              </a:ext>
            </a:extLst>
          </p:cNvPr>
          <p:cNvGrpSpPr>
            <a:grpSpLocks/>
          </p:cNvGrpSpPr>
          <p:nvPr/>
        </p:nvGrpSpPr>
        <p:grpSpPr bwMode="auto">
          <a:xfrm>
            <a:off x="3984926" y="2875802"/>
            <a:ext cx="1658937" cy="2511425"/>
            <a:chOff x="1872" y="1490"/>
            <a:chExt cx="1045" cy="1582"/>
          </a:xfrm>
        </p:grpSpPr>
        <p:sp>
          <p:nvSpPr>
            <p:cNvPr id="84" name="Line 39">
              <a:extLst>
                <a:ext uri="{FF2B5EF4-FFF2-40B4-BE49-F238E27FC236}">
                  <a16:creationId xmlns:a16="http://schemas.microsoft.com/office/drawing/2014/main" id="{0F0EF849-ABFA-A827-FC4E-839747771B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7" y="2151"/>
              <a:ext cx="576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Line 40">
              <a:extLst>
                <a:ext uri="{FF2B5EF4-FFF2-40B4-BE49-F238E27FC236}">
                  <a16:creationId xmlns:a16="http://schemas.microsoft.com/office/drawing/2014/main" id="{CC81D64A-DFC9-92F1-3D5B-8511D5B419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4" y="2880"/>
              <a:ext cx="576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" name="Freeform 41">
              <a:extLst>
                <a:ext uri="{FF2B5EF4-FFF2-40B4-BE49-F238E27FC236}">
                  <a16:creationId xmlns:a16="http://schemas.microsoft.com/office/drawing/2014/main" id="{459D0E03-0F73-4353-A2B0-15179CEFBF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2" y="2640"/>
              <a:ext cx="528" cy="158"/>
            </a:xfrm>
            <a:custGeom>
              <a:avLst/>
              <a:gdLst>
                <a:gd name="T0" fmla="*/ 0 w 528"/>
                <a:gd name="T1" fmla="*/ 158 h 158"/>
                <a:gd name="T2" fmla="*/ 528 w 528"/>
                <a:gd name="T3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28" h="158">
                  <a:moveTo>
                    <a:pt x="0" y="158"/>
                  </a:moveTo>
                  <a:lnTo>
                    <a:pt x="528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" name="Line 42">
              <a:extLst>
                <a:ext uri="{FF2B5EF4-FFF2-40B4-BE49-F238E27FC236}">
                  <a16:creationId xmlns:a16="http://schemas.microsoft.com/office/drawing/2014/main" id="{8BC9B09D-1F40-66B6-CE53-D1EB4A6BA7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5" y="1680"/>
              <a:ext cx="526" cy="1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" name="Line 43">
              <a:extLst>
                <a:ext uri="{FF2B5EF4-FFF2-40B4-BE49-F238E27FC236}">
                  <a16:creationId xmlns:a16="http://schemas.microsoft.com/office/drawing/2014/main" id="{42BFB46A-5467-E3D3-0D6F-9544F83624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680"/>
              <a:ext cx="240" cy="480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" name="Freeform 44">
              <a:extLst>
                <a:ext uri="{FF2B5EF4-FFF2-40B4-BE49-F238E27FC236}">
                  <a16:creationId xmlns:a16="http://schemas.microsoft.com/office/drawing/2014/main" id="{893BA9A1-03B0-4FB1-A082-E1CB00FAF5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0" y="1680"/>
              <a:ext cx="1" cy="960"/>
            </a:xfrm>
            <a:custGeom>
              <a:avLst/>
              <a:gdLst>
                <a:gd name="T0" fmla="*/ 0 w 1"/>
                <a:gd name="T1" fmla="*/ 960 h 960"/>
                <a:gd name="T2" fmla="*/ 1 w 1"/>
                <a:gd name="T3" fmla="*/ 0 h 9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960">
                  <a:moveTo>
                    <a:pt x="0" y="960"/>
                  </a:moveTo>
                  <a:lnTo>
                    <a:pt x="1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" name="Line 45">
              <a:extLst>
                <a:ext uri="{FF2B5EF4-FFF2-40B4-BE49-F238E27FC236}">
                  <a16:creationId xmlns:a16="http://schemas.microsoft.com/office/drawing/2014/main" id="{E757B873-62ED-E287-5BE4-0A43830895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0" y="2160"/>
              <a:ext cx="0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" name="Text Box 46">
              <a:extLst>
                <a:ext uri="{FF2B5EF4-FFF2-40B4-BE49-F238E27FC236}">
                  <a16:creationId xmlns:a16="http://schemas.microsoft.com/office/drawing/2014/main" id="{B23918F9-B1F3-F326-A1CB-992D799E98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0" y="1490"/>
              <a:ext cx="28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zh-CN" sz="2400" i="1" dirty="0">
                  <a:solidFill>
                    <a:srgbClr val="FF3300"/>
                  </a:solidFill>
                </a:rPr>
                <a:t>a</a:t>
              </a:r>
              <a:r>
                <a:rPr lang="en-US" altLang="zh-CN" sz="2400" i="1" baseline="-25000" dirty="0">
                  <a:solidFill>
                    <a:srgbClr val="FF3300"/>
                  </a:solidFill>
                </a:rPr>
                <a:t>1</a:t>
              </a:r>
              <a:endParaRPr lang="en-US" altLang="zh-CN" sz="2400" i="1" dirty="0">
                <a:solidFill>
                  <a:srgbClr val="FF3300"/>
                </a:solidFill>
              </a:endParaRPr>
            </a:p>
          </p:txBody>
        </p:sp>
        <p:sp>
          <p:nvSpPr>
            <p:cNvPr id="92" name="Text Box 47">
              <a:extLst>
                <a:ext uri="{FF2B5EF4-FFF2-40B4-BE49-F238E27FC236}">
                  <a16:creationId xmlns:a16="http://schemas.microsoft.com/office/drawing/2014/main" id="{5E0BEFC1-B109-BF24-1093-D921B23345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0" y="1946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zh-CN" sz="2400" i="1">
                  <a:solidFill>
                    <a:srgbClr val="FF3300"/>
                  </a:solidFill>
                </a:rPr>
                <a:t>b</a:t>
              </a:r>
              <a:r>
                <a:rPr lang="en-US" altLang="zh-CN" sz="2400" i="1" baseline="-25000">
                  <a:solidFill>
                    <a:srgbClr val="FF3300"/>
                  </a:solidFill>
                </a:rPr>
                <a:t>1</a:t>
              </a:r>
              <a:endParaRPr lang="en-US" altLang="zh-CN" sz="2400" i="1">
                <a:solidFill>
                  <a:srgbClr val="FF3300"/>
                </a:solidFill>
              </a:endParaRPr>
            </a:p>
          </p:txBody>
        </p:sp>
      </p:grpSp>
      <p:grpSp>
        <p:nvGrpSpPr>
          <p:cNvPr id="93" name="Group 103">
            <a:extLst>
              <a:ext uri="{FF2B5EF4-FFF2-40B4-BE49-F238E27FC236}">
                <a16:creationId xmlns:a16="http://schemas.microsoft.com/office/drawing/2014/main" id="{4493D3B8-7D33-7DEA-9851-4A4CBF398210}"/>
              </a:ext>
            </a:extLst>
          </p:cNvPr>
          <p:cNvGrpSpPr>
            <a:grpSpLocks/>
          </p:cNvGrpSpPr>
          <p:nvPr/>
        </p:nvGrpSpPr>
        <p:grpSpPr bwMode="auto">
          <a:xfrm>
            <a:off x="4872338" y="3644152"/>
            <a:ext cx="279400" cy="254000"/>
            <a:chOff x="2248" y="2016"/>
            <a:chExt cx="176" cy="160"/>
          </a:xfrm>
        </p:grpSpPr>
        <p:sp>
          <p:nvSpPr>
            <p:cNvPr id="94" name="Line 101">
              <a:extLst>
                <a:ext uri="{FF2B5EF4-FFF2-40B4-BE49-F238E27FC236}">
                  <a16:creationId xmlns:a16="http://schemas.microsoft.com/office/drawing/2014/main" id="{CACE617E-9B7E-D43A-95B3-70887C59A2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48" y="2016"/>
              <a:ext cx="176" cy="16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5" name="Arc 102">
              <a:extLst>
                <a:ext uri="{FF2B5EF4-FFF2-40B4-BE49-F238E27FC236}">
                  <a16:creationId xmlns:a16="http://schemas.microsoft.com/office/drawing/2014/main" id="{793F4A15-FFCB-3017-9A3C-FD441E93D28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292" y="2016"/>
              <a:ext cx="51" cy="7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9573"/>
                <a:gd name="T1" fmla="*/ 0 h 21600"/>
                <a:gd name="T2" fmla="*/ 19573 w 19573"/>
                <a:gd name="T3" fmla="*/ 12465 h 21600"/>
                <a:gd name="T4" fmla="*/ 0 w 19573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573" h="21600" fill="none" extrusionOk="0">
                  <a:moveTo>
                    <a:pt x="0" y="-1"/>
                  </a:moveTo>
                  <a:cubicBezTo>
                    <a:pt x="8391" y="-1"/>
                    <a:pt x="16024" y="4860"/>
                    <a:pt x="19573" y="12464"/>
                  </a:cubicBezTo>
                </a:path>
                <a:path w="19573" h="21600" stroke="0" extrusionOk="0">
                  <a:moveTo>
                    <a:pt x="0" y="-1"/>
                  </a:moveTo>
                  <a:cubicBezTo>
                    <a:pt x="8391" y="-1"/>
                    <a:pt x="16024" y="4860"/>
                    <a:pt x="19573" y="12464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38709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utoUpdateAnimBg="0"/>
      <p:bldP spid="31" grpId="0" animBg="1"/>
      <p:bldP spid="32" grpId="0" animBg="1"/>
      <p:bldP spid="33" grpId="0" autoUpdateAnimBg="0"/>
      <p:bldP spid="34" grpId="0" animBg="1"/>
      <p:bldP spid="40" grpId="0" autoUpdateAnimBg="0"/>
      <p:bldP spid="41" grpId="0" autoUpdateAnimBg="0"/>
      <p:bldP spid="56" grpId="0" autoUpdateAnimBg="0"/>
      <p:bldP spid="69" grpId="0" autoUpdateAnimBg="0"/>
      <p:bldP spid="70" grpId="0"/>
      <p:bldP spid="8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013059D-7958-3E33-A27A-5EF7F71E7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7E2B2-472F-5A49-AE84-80BD845DFDE5}" type="datetime1">
              <a:rPr lang="en-US" smtClean="0"/>
              <a:t>10/9/25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9CA1695-4884-E445-94D3-0A68A4892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D5A57C-7ACB-79D7-8742-84ACC27CF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28</a:t>
            </a:fld>
            <a:endParaRPr lang="en-US"/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12C18CE6-BCDE-9920-6858-3028B0B3C078}"/>
              </a:ext>
            </a:extLst>
          </p:cNvPr>
          <p:cNvGrpSpPr>
            <a:grpSpLocks/>
          </p:cNvGrpSpPr>
          <p:nvPr/>
        </p:nvGrpSpPr>
        <p:grpSpPr bwMode="auto">
          <a:xfrm>
            <a:off x="1485900" y="1779306"/>
            <a:ext cx="5257800" cy="3797300"/>
            <a:chOff x="0" y="1062"/>
            <a:chExt cx="3312" cy="2392"/>
          </a:xfrm>
        </p:grpSpPr>
        <p:sp>
          <p:nvSpPr>
            <p:cNvPr id="6" name="Line 3">
              <a:extLst>
                <a:ext uri="{FF2B5EF4-FFF2-40B4-BE49-F238E27FC236}">
                  <a16:creationId xmlns:a16="http://schemas.microsoft.com/office/drawing/2014/main" id="{E1359CDF-1295-BF22-64B0-8BD7893747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9" y="1896"/>
              <a:ext cx="0" cy="7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A5FDE49C-769A-ADA3-3623-05A7FC99B9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9" y="2636"/>
              <a:ext cx="0" cy="2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8" name="Group 5">
              <a:extLst>
                <a:ext uri="{FF2B5EF4-FFF2-40B4-BE49-F238E27FC236}">
                  <a16:creationId xmlns:a16="http://schemas.microsoft.com/office/drawing/2014/main" id="{74030797-92FB-AD89-7065-EE322CB47A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062"/>
              <a:ext cx="3312" cy="2392"/>
              <a:chOff x="0" y="1062"/>
              <a:chExt cx="3312" cy="2392"/>
            </a:xfrm>
          </p:grpSpPr>
          <p:sp>
            <p:nvSpPr>
              <p:cNvPr id="9" name="Rectangle 6">
                <a:extLst>
                  <a:ext uri="{FF2B5EF4-FFF2-40B4-BE49-F238E27FC236}">
                    <a16:creationId xmlns:a16="http://schemas.microsoft.com/office/drawing/2014/main" id="{31376BBB-6A00-DAC6-E52B-1FED3763A7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0" y="1100"/>
                <a:ext cx="2162" cy="142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Freeform 7">
                <a:extLst>
                  <a:ext uri="{FF2B5EF4-FFF2-40B4-BE49-F238E27FC236}">
                    <a16:creationId xmlns:a16="http://schemas.microsoft.com/office/drawing/2014/main" id="{F9BC2E1D-58F5-8C02-0F36-CA0CB6BA03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2522"/>
                <a:ext cx="3072" cy="910"/>
              </a:xfrm>
              <a:custGeom>
                <a:avLst/>
                <a:gdLst>
                  <a:gd name="T0" fmla="*/ 768 w 2592"/>
                  <a:gd name="T1" fmla="*/ 0 h 768"/>
                  <a:gd name="T2" fmla="*/ 0 w 2592"/>
                  <a:gd name="T3" fmla="*/ 768 h 768"/>
                  <a:gd name="T4" fmla="*/ 1824 w 2592"/>
                  <a:gd name="T5" fmla="*/ 768 h 768"/>
                  <a:gd name="T6" fmla="*/ 2592 w 2592"/>
                  <a:gd name="T7" fmla="*/ 0 h 768"/>
                  <a:gd name="T8" fmla="*/ 768 w 2592"/>
                  <a:gd name="T9" fmla="*/ 0 h 7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92" h="768">
                    <a:moveTo>
                      <a:pt x="768" y="0"/>
                    </a:moveTo>
                    <a:lnTo>
                      <a:pt x="0" y="768"/>
                    </a:lnTo>
                    <a:lnTo>
                      <a:pt x="1824" y="768"/>
                    </a:lnTo>
                    <a:lnTo>
                      <a:pt x="2592" y="0"/>
                    </a:lnTo>
                    <a:lnTo>
                      <a:pt x="76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Text Box 8">
                <a:extLst>
                  <a:ext uri="{FF2B5EF4-FFF2-40B4-BE49-F238E27FC236}">
                    <a16:creationId xmlns:a16="http://schemas.microsoft.com/office/drawing/2014/main" id="{296C241A-544A-EEE2-5E27-DE3FDE649B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84" y="1062"/>
                <a:ext cx="29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000" i="1"/>
                  <a:t>V</a:t>
                </a:r>
              </a:p>
            </p:txBody>
          </p:sp>
          <p:sp>
            <p:nvSpPr>
              <p:cNvPr id="12" name="Text Box 9">
                <a:extLst>
                  <a:ext uri="{FF2B5EF4-FFF2-40B4-BE49-F238E27FC236}">
                    <a16:creationId xmlns:a16="http://schemas.microsoft.com/office/drawing/2014/main" id="{2A98DD75-79A6-488A-5064-F76259A2C7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4" y="3204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000" i="1"/>
                  <a:t>H</a:t>
                </a:r>
              </a:p>
            </p:txBody>
          </p:sp>
          <p:sp>
            <p:nvSpPr>
              <p:cNvPr id="13" name="Text Box 10">
                <a:extLst>
                  <a:ext uri="{FF2B5EF4-FFF2-40B4-BE49-F238E27FC236}">
                    <a16:creationId xmlns:a16="http://schemas.microsoft.com/office/drawing/2014/main" id="{776D7890-6386-EB2F-19CF-575C9BD121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4" y="2376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000" i="1"/>
                  <a:t>X</a:t>
                </a:r>
              </a:p>
            </p:txBody>
          </p:sp>
          <p:sp>
            <p:nvSpPr>
              <p:cNvPr id="14" name="Line 11">
                <a:extLst>
                  <a:ext uri="{FF2B5EF4-FFF2-40B4-BE49-F238E27FC236}">
                    <a16:creationId xmlns:a16="http://schemas.microsoft.com/office/drawing/2014/main" id="{649C80A4-8699-BB0C-9B5B-B647734A97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8" y="1464"/>
                <a:ext cx="0" cy="105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Line 12">
                <a:extLst>
                  <a:ext uri="{FF2B5EF4-FFF2-40B4-BE49-F238E27FC236}">
                    <a16:creationId xmlns:a16="http://schemas.microsoft.com/office/drawing/2014/main" id="{3AA472AF-5370-2144-94E9-308CAF53C3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3" y="1953"/>
                <a:ext cx="0" cy="5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" name="Line 13">
                <a:extLst>
                  <a:ext uri="{FF2B5EF4-FFF2-40B4-BE49-F238E27FC236}">
                    <a16:creationId xmlns:a16="http://schemas.microsoft.com/office/drawing/2014/main" id="{6AF1F644-CCC0-2102-B252-0FF9CC1FB9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64" y="2920"/>
                <a:ext cx="625" cy="34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Line 14">
                <a:extLst>
                  <a:ext uri="{FF2B5EF4-FFF2-40B4-BE49-F238E27FC236}">
                    <a16:creationId xmlns:a16="http://schemas.microsoft.com/office/drawing/2014/main" id="{D82769D5-1561-1553-41A0-F50FC55476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89" y="2522"/>
                <a:ext cx="399" cy="39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Line 15">
                <a:extLst>
                  <a:ext uri="{FF2B5EF4-FFF2-40B4-BE49-F238E27FC236}">
                    <a16:creationId xmlns:a16="http://schemas.microsoft.com/office/drawing/2014/main" id="{6C8C9A0F-BE0C-88E4-AF6F-D389075C66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64" y="2522"/>
                <a:ext cx="739" cy="73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Text Box 16">
                <a:extLst>
                  <a:ext uri="{FF2B5EF4-FFF2-40B4-BE49-F238E27FC236}">
                    <a16:creationId xmlns:a16="http://schemas.microsoft.com/office/drawing/2014/main" id="{8F0EC8CC-7359-D291-E76A-FB7734837E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30" y="267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000" i="1"/>
                  <a:t>A</a:t>
                </a:r>
              </a:p>
            </p:txBody>
          </p:sp>
          <p:sp>
            <p:nvSpPr>
              <p:cNvPr id="20" name="Text Box 17">
                <a:extLst>
                  <a:ext uri="{FF2B5EF4-FFF2-40B4-BE49-F238E27FC236}">
                    <a16:creationId xmlns:a16="http://schemas.microsoft.com/office/drawing/2014/main" id="{C0195471-4698-A497-446E-32280FB67F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2" y="1812"/>
                <a:ext cx="51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000" i="1">
                    <a:sym typeface="Symbol" charset="2"/>
                  </a:rPr>
                  <a:t>  a</a:t>
                </a:r>
                <a:endParaRPr lang="en-US" altLang="zh-CN" sz="2000" i="1"/>
              </a:p>
            </p:txBody>
          </p:sp>
          <p:sp>
            <p:nvSpPr>
              <p:cNvPr id="21" name="Text Box 18">
                <a:extLst>
                  <a:ext uri="{FF2B5EF4-FFF2-40B4-BE49-F238E27FC236}">
                    <a16:creationId xmlns:a16="http://schemas.microsoft.com/office/drawing/2014/main" id="{CFD02DF5-C0C2-371A-6E0F-AA9ECA8E59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32" y="1644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000" i="1"/>
                  <a:t>B</a:t>
                </a:r>
              </a:p>
            </p:txBody>
          </p:sp>
          <p:sp>
            <p:nvSpPr>
              <p:cNvPr id="22" name="Text Box 19">
                <a:extLst>
                  <a:ext uri="{FF2B5EF4-FFF2-40B4-BE49-F238E27FC236}">
                    <a16:creationId xmlns:a16="http://schemas.microsoft.com/office/drawing/2014/main" id="{07ACD4E3-EFD8-D3EC-DCB2-6F4DC0CBBC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94" y="1224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000" i="1"/>
                  <a:t>b</a:t>
                </a:r>
                <a:r>
                  <a:rPr lang="en-US" altLang="zh-CN" sz="2000" i="1">
                    <a:sym typeface="Symbol" charset="2"/>
                  </a:rPr>
                  <a:t></a:t>
                </a:r>
                <a:endParaRPr lang="en-US" altLang="zh-CN" sz="2000" i="1"/>
              </a:p>
            </p:txBody>
          </p:sp>
          <p:sp>
            <p:nvSpPr>
              <p:cNvPr id="23" name="Line 20">
                <a:extLst>
                  <a:ext uri="{FF2B5EF4-FFF2-40B4-BE49-F238E27FC236}">
                    <a16:creationId xmlns:a16="http://schemas.microsoft.com/office/drawing/2014/main" id="{ABD36DBD-5DF1-C459-75D3-912DA9159A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96" y="1464"/>
                <a:ext cx="288" cy="48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" name="Rectangle 21">
                <a:extLst>
                  <a:ext uri="{FF2B5EF4-FFF2-40B4-BE49-F238E27FC236}">
                    <a16:creationId xmlns:a16="http://schemas.microsoft.com/office/drawing/2014/main" id="{8879F41B-C922-2BAD-8808-033041DBBA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284"/>
                <a:ext cx="25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000" i="1">
                    <a:sym typeface="Symbol" charset="2"/>
                  </a:rPr>
                  <a:t></a:t>
                </a:r>
                <a:r>
                  <a:rPr lang="en-US" altLang="zh-CN" sz="2000" i="1">
                    <a:sym typeface="Math1" charset="0"/>
                  </a:rPr>
                  <a:t> </a:t>
                </a:r>
              </a:p>
            </p:txBody>
          </p:sp>
          <p:sp>
            <p:nvSpPr>
              <p:cNvPr id="25" name="Text Box 22">
                <a:extLst>
                  <a:ext uri="{FF2B5EF4-FFF2-40B4-BE49-F238E27FC236}">
                    <a16:creationId xmlns:a16="http://schemas.microsoft.com/office/drawing/2014/main" id="{04312E66-42B1-841E-3C48-1855F0150C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02" y="3180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000" i="1"/>
                  <a:t>a</a:t>
                </a:r>
              </a:p>
            </p:txBody>
          </p:sp>
          <p:sp>
            <p:nvSpPr>
              <p:cNvPr id="26" name="Text Box 23">
                <a:extLst>
                  <a:ext uri="{FF2B5EF4-FFF2-40B4-BE49-F238E27FC236}">
                    <a16:creationId xmlns:a16="http://schemas.microsoft.com/office/drawing/2014/main" id="{44E960D5-C87C-8EA3-855A-5FF33681BB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98" y="2856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000" i="1"/>
                  <a:t>  b</a:t>
                </a:r>
              </a:p>
            </p:txBody>
          </p:sp>
          <p:sp>
            <p:nvSpPr>
              <p:cNvPr id="27" name="Line 24">
                <a:extLst>
                  <a:ext uri="{FF2B5EF4-FFF2-40B4-BE49-F238E27FC236}">
                    <a16:creationId xmlns:a16="http://schemas.microsoft.com/office/drawing/2014/main" id="{A7B719E2-87A3-38AF-AD19-5294B75A3C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00" y="1464"/>
                <a:ext cx="384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" name="Line 25">
                <a:extLst>
                  <a:ext uri="{FF2B5EF4-FFF2-40B4-BE49-F238E27FC236}">
                    <a16:creationId xmlns:a16="http://schemas.microsoft.com/office/drawing/2014/main" id="{77D11427-298C-4AE1-BEF9-F76FC8E16D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76" y="1944"/>
                <a:ext cx="720" cy="76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" name="Line 26">
                <a:extLst>
                  <a:ext uri="{FF2B5EF4-FFF2-40B4-BE49-F238E27FC236}">
                    <a16:creationId xmlns:a16="http://schemas.microsoft.com/office/drawing/2014/main" id="{23CA4041-DD65-78D8-2F22-E3443C3468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2712"/>
                <a:ext cx="0" cy="52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" name="Line 27">
                <a:extLst>
                  <a:ext uri="{FF2B5EF4-FFF2-40B4-BE49-F238E27FC236}">
                    <a16:creationId xmlns:a16="http://schemas.microsoft.com/office/drawing/2014/main" id="{A9B22696-80CE-856A-3AC8-FD8FD74541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2419"/>
                <a:ext cx="528" cy="2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" name="Freeform 28">
                <a:extLst>
                  <a:ext uri="{FF2B5EF4-FFF2-40B4-BE49-F238E27FC236}">
                    <a16:creationId xmlns:a16="http://schemas.microsoft.com/office/drawing/2014/main" id="{7CA3886B-8500-E099-49D5-481E530E1A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2" y="2430"/>
                <a:ext cx="100" cy="112"/>
              </a:xfrm>
              <a:custGeom>
                <a:avLst/>
                <a:gdLst>
                  <a:gd name="T0" fmla="*/ 0 w 100"/>
                  <a:gd name="T1" fmla="*/ 0 h 112"/>
                  <a:gd name="T2" fmla="*/ 36 w 100"/>
                  <a:gd name="T3" fmla="*/ 22 h 112"/>
                  <a:gd name="T4" fmla="*/ 58 w 100"/>
                  <a:gd name="T5" fmla="*/ 48 h 112"/>
                  <a:gd name="T6" fmla="*/ 84 w 100"/>
                  <a:gd name="T7" fmla="*/ 76 h 112"/>
                  <a:gd name="T8" fmla="*/ 100 w 100"/>
                  <a:gd name="T9" fmla="*/ 112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" h="112">
                    <a:moveTo>
                      <a:pt x="0" y="0"/>
                    </a:moveTo>
                    <a:lnTo>
                      <a:pt x="36" y="22"/>
                    </a:lnTo>
                    <a:lnTo>
                      <a:pt x="58" y="48"/>
                    </a:lnTo>
                    <a:lnTo>
                      <a:pt x="84" y="76"/>
                    </a:lnTo>
                    <a:lnTo>
                      <a:pt x="100" y="112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" name="Line 29">
                <a:extLst>
                  <a:ext uri="{FF2B5EF4-FFF2-40B4-BE49-F238E27FC236}">
                    <a16:creationId xmlns:a16="http://schemas.microsoft.com/office/drawing/2014/main" id="{C5D8A470-5F3C-F958-BEAE-8CCB502528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76" y="1896"/>
                <a:ext cx="624" cy="816"/>
              </a:xfrm>
              <a:prstGeom prst="line">
                <a:avLst/>
              </a:prstGeom>
              <a:noFill/>
              <a:ln w="5715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33" name="Group 30">
            <a:extLst>
              <a:ext uri="{FF2B5EF4-FFF2-40B4-BE49-F238E27FC236}">
                <a16:creationId xmlns:a16="http://schemas.microsoft.com/office/drawing/2014/main" id="{4883D719-9A98-F7AA-F4DF-9BC6975A8B76}"/>
              </a:ext>
            </a:extLst>
          </p:cNvPr>
          <p:cNvGrpSpPr>
            <a:grpSpLocks/>
          </p:cNvGrpSpPr>
          <p:nvPr/>
        </p:nvGrpSpPr>
        <p:grpSpPr bwMode="auto">
          <a:xfrm>
            <a:off x="1652588" y="1930119"/>
            <a:ext cx="2181225" cy="3468687"/>
            <a:chOff x="105" y="1157"/>
            <a:chExt cx="1374" cy="2185"/>
          </a:xfrm>
        </p:grpSpPr>
        <p:sp>
          <p:nvSpPr>
            <p:cNvPr id="34" name="Freeform 31">
              <a:extLst>
                <a:ext uri="{FF2B5EF4-FFF2-40B4-BE49-F238E27FC236}">
                  <a16:creationId xmlns:a16="http://schemas.microsoft.com/office/drawing/2014/main" id="{B437F94E-DC0B-E7D9-9A92-2AD089C85F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" y="1157"/>
              <a:ext cx="1138" cy="1991"/>
            </a:xfrm>
            <a:custGeom>
              <a:avLst/>
              <a:gdLst>
                <a:gd name="T0" fmla="*/ 0 w 960"/>
                <a:gd name="T1" fmla="*/ 1680 h 1680"/>
                <a:gd name="T2" fmla="*/ 960 w 960"/>
                <a:gd name="T3" fmla="*/ 1152 h 1680"/>
                <a:gd name="T4" fmla="*/ 960 w 960"/>
                <a:gd name="T5" fmla="*/ 0 h 1680"/>
                <a:gd name="T6" fmla="*/ 0 w 960"/>
                <a:gd name="T7" fmla="*/ 528 h 1680"/>
                <a:gd name="T8" fmla="*/ 0 w 960"/>
                <a:gd name="T9" fmla="*/ 1680 h 1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0" h="1680">
                  <a:moveTo>
                    <a:pt x="0" y="1680"/>
                  </a:moveTo>
                  <a:lnTo>
                    <a:pt x="960" y="1152"/>
                  </a:lnTo>
                  <a:lnTo>
                    <a:pt x="960" y="0"/>
                  </a:lnTo>
                  <a:lnTo>
                    <a:pt x="0" y="528"/>
                  </a:lnTo>
                  <a:lnTo>
                    <a:pt x="0" y="1680"/>
                  </a:lnTo>
                  <a:close/>
                </a:path>
              </a:pathLst>
            </a:custGeom>
            <a:solidFill>
              <a:srgbClr val="FFFFCC"/>
            </a:solidFill>
            <a:ln w="19050" cap="flat" cmpd="sng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Text Box 32">
              <a:extLst>
                <a:ext uri="{FF2B5EF4-FFF2-40B4-BE49-F238E27FC236}">
                  <a16:creationId xmlns:a16="http://schemas.microsoft.com/office/drawing/2014/main" id="{B8C902CF-13DB-AC4B-43A7-78B08444CF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1253103">
              <a:off x="332" y="1723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2000" i="1" dirty="0"/>
                <a:t>V1</a:t>
              </a:r>
            </a:p>
          </p:txBody>
        </p:sp>
        <p:sp>
          <p:nvSpPr>
            <p:cNvPr id="36" name="Text Box 33">
              <a:extLst>
                <a:ext uri="{FF2B5EF4-FFF2-40B4-BE49-F238E27FC236}">
                  <a16:creationId xmlns:a16="http://schemas.microsoft.com/office/drawing/2014/main" id="{C5893DFD-B17E-B367-7527-3C9BE7A2D3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783386">
              <a:off x="105" y="3092"/>
              <a:ext cx="4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66CC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FF3399"/>
                  </a:solidFill>
                </a:rPr>
                <a:t>X1</a:t>
              </a:r>
              <a:endParaRPr lang="en-US" altLang="zh-CN" sz="2000" i="1"/>
            </a:p>
          </p:txBody>
        </p:sp>
      </p:grpSp>
      <p:sp>
        <p:nvSpPr>
          <p:cNvPr id="37" name="Rectangle 34">
            <a:extLst>
              <a:ext uri="{FF2B5EF4-FFF2-40B4-BE49-F238E27FC236}">
                <a16:creationId xmlns:a16="http://schemas.microsoft.com/office/drawing/2014/main" id="{3177655B-AE08-B8E9-A41F-67424994050B}"/>
              </a:ext>
            </a:extLst>
          </p:cNvPr>
          <p:cNvSpPr txBox="1">
            <a:spLocks noChangeArrowheads="1"/>
          </p:cNvSpPr>
          <p:nvPr/>
        </p:nvSpPr>
        <p:spPr>
          <a:xfrm>
            <a:off x="1685984" y="918881"/>
            <a:ext cx="9074364" cy="6858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把一般位置直线变为</a:t>
            </a:r>
            <a:r>
              <a:rPr lang="zh-CN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投影面平行线</a:t>
            </a: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变换投影面位置</a:t>
            </a: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 </a:t>
            </a:r>
          </a:p>
        </p:txBody>
      </p:sp>
      <p:grpSp>
        <p:nvGrpSpPr>
          <p:cNvPr id="38" name="Group 35">
            <a:extLst>
              <a:ext uri="{FF2B5EF4-FFF2-40B4-BE49-F238E27FC236}">
                <a16:creationId xmlns:a16="http://schemas.microsoft.com/office/drawing/2014/main" id="{9642FE23-F7E9-4D7B-297C-83D892ADFB19}"/>
              </a:ext>
            </a:extLst>
          </p:cNvPr>
          <p:cNvGrpSpPr>
            <a:grpSpLocks/>
          </p:cNvGrpSpPr>
          <p:nvPr/>
        </p:nvGrpSpPr>
        <p:grpSpPr bwMode="auto">
          <a:xfrm>
            <a:off x="2152650" y="2160306"/>
            <a:ext cx="3125788" cy="3109913"/>
            <a:chOff x="420" y="1302"/>
            <a:chExt cx="1969" cy="1959"/>
          </a:xfrm>
        </p:grpSpPr>
        <p:sp>
          <p:nvSpPr>
            <p:cNvPr id="39" name="Text Box 36">
              <a:extLst>
                <a:ext uri="{FF2B5EF4-FFF2-40B4-BE49-F238E27FC236}">
                  <a16:creationId xmlns:a16="http://schemas.microsoft.com/office/drawing/2014/main" id="{DADF617A-EAA9-7AE7-2B69-E810AB6BED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" y="2166"/>
              <a:ext cx="51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2000" i="1"/>
                <a:t>  a</a:t>
              </a:r>
              <a:r>
                <a:rPr lang="en-US" altLang="zh-CN" sz="2000" i="1" baseline="-25000"/>
                <a:t>1</a:t>
              </a:r>
              <a:r>
                <a:rPr lang="en-US" altLang="zh-CN" sz="2000" i="1">
                  <a:sym typeface="Symbol" charset="2"/>
                </a:rPr>
                <a:t></a:t>
              </a:r>
              <a:endParaRPr lang="en-US" altLang="zh-CN" sz="2000" i="1"/>
            </a:p>
          </p:txBody>
        </p:sp>
        <p:sp>
          <p:nvSpPr>
            <p:cNvPr id="40" name="Line 37">
              <a:extLst>
                <a:ext uri="{FF2B5EF4-FFF2-40B4-BE49-F238E27FC236}">
                  <a16:creationId xmlns:a16="http://schemas.microsoft.com/office/drawing/2014/main" id="{9E06F078-494C-1D6D-9E69-0988229E1A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5" y="1560"/>
              <a:ext cx="0" cy="101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Text Box 38">
              <a:extLst>
                <a:ext uri="{FF2B5EF4-FFF2-40B4-BE49-F238E27FC236}">
                  <a16:creationId xmlns:a16="http://schemas.microsoft.com/office/drawing/2014/main" id="{A2D325DE-44F7-D6B3-6E80-01BFAC2D50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2" y="1302"/>
              <a:ext cx="5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2000" i="1"/>
                <a:t>  b</a:t>
              </a:r>
              <a:r>
                <a:rPr lang="en-US" altLang="zh-CN" sz="2000" i="1" baseline="-25000"/>
                <a:t>1</a:t>
              </a:r>
              <a:r>
                <a:rPr lang="en-US" altLang="zh-CN" sz="2000" i="1">
                  <a:sym typeface="Symbol" charset="2"/>
                </a:rPr>
                <a:t></a:t>
              </a:r>
            </a:p>
          </p:txBody>
        </p:sp>
        <p:sp>
          <p:nvSpPr>
            <p:cNvPr id="42" name="Line 39">
              <a:extLst>
                <a:ext uri="{FF2B5EF4-FFF2-40B4-BE49-F238E27FC236}">
                  <a16:creationId xmlns:a16="http://schemas.microsoft.com/office/drawing/2014/main" id="{D5350784-D448-5496-5044-25D253FD3C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65" y="1555"/>
              <a:ext cx="1024" cy="3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Line 40">
              <a:extLst>
                <a:ext uri="{FF2B5EF4-FFF2-40B4-BE49-F238E27FC236}">
                  <a16:creationId xmlns:a16="http://schemas.microsoft.com/office/drawing/2014/main" id="{9C0E688D-CC1C-20C5-82AE-AF212BB820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40" y="2351"/>
              <a:ext cx="1024" cy="3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Line 41">
              <a:extLst>
                <a:ext uri="{FF2B5EF4-FFF2-40B4-BE49-F238E27FC236}">
                  <a16:creationId xmlns:a16="http://schemas.microsoft.com/office/drawing/2014/main" id="{1507A874-C7C5-CB02-BD62-7BB1773F25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40" y="2920"/>
              <a:ext cx="1024" cy="3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Line 42">
              <a:extLst>
                <a:ext uri="{FF2B5EF4-FFF2-40B4-BE49-F238E27FC236}">
                  <a16:creationId xmlns:a16="http://schemas.microsoft.com/office/drawing/2014/main" id="{E0874F9C-FA97-3F88-6F21-E8394D9BC3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65" y="2579"/>
              <a:ext cx="1024" cy="3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Freeform 43">
              <a:extLst>
                <a:ext uri="{FF2B5EF4-FFF2-40B4-BE49-F238E27FC236}">
                  <a16:creationId xmlns:a16="http://schemas.microsoft.com/office/drawing/2014/main" id="{C60874A1-A438-4552-4E75-CF430813CA1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" y="2352"/>
              <a:ext cx="1" cy="568"/>
            </a:xfrm>
            <a:custGeom>
              <a:avLst/>
              <a:gdLst>
                <a:gd name="T0" fmla="*/ 0 w 1"/>
                <a:gd name="T1" fmla="*/ 0 h 568"/>
                <a:gd name="T2" fmla="*/ 0 w 1"/>
                <a:gd name="T3" fmla="*/ 568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568">
                  <a:moveTo>
                    <a:pt x="0" y="0"/>
                  </a:moveTo>
                  <a:lnTo>
                    <a:pt x="0" y="56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Freeform 44">
              <a:extLst>
                <a:ext uri="{FF2B5EF4-FFF2-40B4-BE49-F238E27FC236}">
                  <a16:creationId xmlns:a16="http://schemas.microsoft.com/office/drawing/2014/main" id="{8AA926FE-00FD-083F-66A0-33C0635E746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" y="1554"/>
              <a:ext cx="618" cy="796"/>
            </a:xfrm>
            <a:custGeom>
              <a:avLst/>
              <a:gdLst>
                <a:gd name="T0" fmla="*/ 618 w 618"/>
                <a:gd name="T1" fmla="*/ 0 h 796"/>
                <a:gd name="T2" fmla="*/ 0 w 618"/>
                <a:gd name="T3" fmla="*/ 796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18" h="796">
                  <a:moveTo>
                    <a:pt x="618" y="0"/>
                  </a:moveTo>
                  <a:lnTo>
                    <a:pt x="0" y="796"/>
                  </a:lnTo>
                </a:path>
              </a:pathLst>
            </a:custGeom>
            <a:noFill/>
            <a:ln w="57150" cmpd="sng">
              <a:solidFill>
                <a:schemeClr val="accent2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Line 45">
              <a:extLst>
                <a:ext uri="{FF2B5EF4-FFF2-40B4-BE49-F238E27FC236}">
                  <a16:creationId xmlns:a16="http://schemas.microsoft.com/office/drawing/2014/main" id="{73A8B46E-3608-D7B4-4C99-F97B2C9B0D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8" y="2088"/>
              <a:ext cx="43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Freeform 46">
              <a:extLst>
                <a:ext uri="{FF2B5EF4-FFF2-40B4-BE49-F238E27FC236}">
                  <a16:creationId xmlns:a16="http://schemas.microsoft.com/office/drawing/2014/main" id="{A35CDF51-67FC-56F8-4854-ADB3B32D0350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" y="2090"/>
              <a:ext cx="76" cy="104"/>
            </a:xfrm>
            <a:custGeom>
              <a:avLst/>
              <a:gdLst>
                <a:gd name="T0" fmla="*/ 0 w 76"/>
                <a:gd name="T1" fmla="*/ 0 h 104"/>
                <a:gd name="T2" fmla="*/ 24 w 76"/>
                <a:gd name="T3" fmla="*/ 20 h 104"/>
                <a:gd name="T4" fmla="*/ 44 w 76"/>
                <a:gd name="T5" fmla="*/ 48 h 104"/>
                <a:gd name="T6" fmla="*/ 60 w 76"/>
                <a:gd name="T7" fmla="*/ 72 h 104"/>
                <a:gd name="T8" fmla="*/ 76 w 76"/>
                <a:gd name="T9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" h="104">
                  <a:moveTo>
                    <a:pt x="0" y="0"/>
                  </a:moveTo>
                  <a:lnTo>
                    <a:pt x="24" y="20"/>
                  </a:lnTo>
                  <a:lnTo>
                    <a:pt x="44" y="48"/>
                  </a:lnTo>
                  <a:lnTo>
                    <a:pt x="60" y="72"/>
                  </a:lnTo>
                  <a:lnTo>
                    <a:pt x="76" y="10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Rectangle 47">
              <a:extLst>
                <a:ext uri="{FF2B5EF4-FFF2-40B4-BE49-F238E27FC236}">
                  <a16:creationId xmlns:a16="http://schemas.microsoft.com/office/drawing/2014/main" id="{8BE3718E-CB80-FC3F-6685-D7AB59E34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" y="1935"/>
              <a:ext cx="2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i="1">
                  <a:sym typeface="Symbol" charset="2"/>
                </a:rPr>
                <a:t></a:t>
              </a:r>
              <a:endParaRPr lang="en-US" altLang="zh-CN" sz="2000" i="1">
                <a:solidFill>
                  <a:schemeClr val="accent2"/>
                </a:solidFill>
                <a:sym typeface="Math1" charset="0"/>
              </a:endParaRPr>
            </a:p>
          </p:txBody>
        </p:sp>
      </p:grpSp>
      <p:grpSp>
        <p:nvGrpSpPr>
          <p:cNvPr id="51" name="Group 48">
            <a:extLst>
              <a:ext uri="{FF2B5EF4-FFF2-40B4-BE49-F238E27FC236}">
                <a16:creationId xmlns:a16="http://schemas.microsoft.com/office/drawing/2014/main" id="{12B1C1E7-7F89-EA84-D8FD-BAED30BB09C6}"/>
              </a:ext>
            </a:extLst>
          </p:cNvPr>
          <p:cNvGrpSpPr>
            <a:grpSpLocks/>
          </p:cNvGrpSpPr>
          <p:nvPr/>
        </p:nvGrpSpPr>
        <p:grpSpPr bwMode="auto">
          <a:xfrm>
            <a:off x="6772275" y="2893731"/>
            <a:ext cx="3095625" cy="2663825"/>
            <a:chOff x="3330" y="1764"/>
            <a:chExt cx="1950" cy="1678"/>
          </a:xfrm>
        </p:grpSpPr>
        <p:sp>
          <p:nvSpPr>
            <p:cNvPr id="52" name="Line 49">
              <a:extLst>
                <a:ext uri="{FF2B5EF4-FFF2-40B4-BE49-F238E27FC236}">
                  <a16:creationId xmlns:a16="http://schemas.microsoft.com/office/drawing/2014/main" id="{672C9D93-6FAB-F025-C806-819A41C329F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4012" y="1529"/>
              <a:ext cx="760" cy="17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Line 50">
              <a:extLst>
                <a:ext uri="{FF2B5EF4-FFF2-40B4-BE49-F238E27FC236}">
                  <a16:creationId xmlns:a16="http://schemas.microsoft.com/office/drawing/2014/main" id="{47FDA67A-D649-412D-3123-D5E59562A1F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3997" y="2448"/>
              <a:ext cx="597" cy="13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Text Box 51">
              <a:extLst>
                <a:ext uri="{FF2B5EF4-FFF2-40B4-BE49-F238E27FC236}">
                  <a16:creationId xmlns:a16="http://schemas.microsoft.com/office/drawing/2014/main" id="{7225961C-F056-B128-D1A1-B7923B3A78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0" y="2814"/>
              <a:ext cx="51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2000" i="1"/>
                <a:t>a</a:t>
              </a:r>
              <a:r>
                <a:rPr lang="en-US" altLang="zh-CN" sz="2000" i="1" baseline="-25000"/>
                <a:t>1</a:t>
              </a:r>
              <a:r>
                <a:rPr lang="en-US" altLang="zh-CN" sz="2000" i="1">
                  <a:sym typeface="Symbol" charset="2"/>
                </a:rPr>
                <a:t></a:t>
              </a:r>
              <a:endParaRPr lang="en-US" altLang="zh-CN" sz="2000" i="1"/>
            </a:p>
          </p:txBody>
        </p:sp>
        <p:sp>
          <p:nvSpPr>
            <p:cNvPr id="55" name="Text Box 52">
              <a:extLst>
                <a:ext uri="{FF2B5EF4-FFF2-40B4-BE49-F238E27FC236}">
                  <a16:creationId xmlns:a16="http://schemas.microsoft.com/office/drawing/2014/main" id="{2962CBE5-E266-514F-52D2-DE1BA4CC3D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4" y="1764"/>
              <a:ext cx="51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2000" i="1"/>
                <a:t>b</a:t>
              </a:r>
              <a:r>
                <a:rPr lang="en-US" altLang="zh-CN" sz="2000" i="1" baseline="-25000"/>
                <a:t>1</a:t>
              </a:r>
              <a:r>
                <a:rPr lang="en-US" altLang="zh-CN" sz="2000" i="1">
                  <a:sym typeface="Symbol" charset="2"/>
                </a:rPr>
                <a:t></a:t>
              </a:r>
              <a:endParaRPr lang="en-US" altLang="zh-CN" sz="2000" i="1"/>
            </a:p>
          </p:txBody>
        </p:sp>
        <p:sp>
          <p:nvSpPr>
            <p:cNvPr id="56" name="Freeform 53">
              <a:extLst>
                <a:ext uri="{FF2B5EF4-FFF2-40B4-BE49-F238E27FC236}">
                  <a16:creationId xmlns:a16="http://schemas.microsoft.com/office/drawing/2014/main" id="{8C65CE74-18ED-B172-E847-3EAE0E78C7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6" y="2042"/>
              <a:ext cx="96" cy="806"/>
            </a:xfrm>
            <a:custGeom>
              <a:avLst/>
              <a:gdLst>
                <a:gd name="T0" fmla="*/ 0 w 96"/>
                <a:gd name="T1" fmla="*/ 0 h 806"/>
                <a:gd name="T2" fmla="*/ 96 w 96"/>
                <a:gd name="T3" fmla="*/ 806 h 8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6" h="806">
                  <a:moveTo>
                    <a:pt x="0" y="0"/>
                  </a:moveTo>
                  <a:lnTo>
                    <a:pt x="96" y="806"/>
                  </a:lnTo>
                </a:path>
              </a:pathLst>
            </a:custGeom>
            <a:noFill/>
            <a:ln w="57150" cmpd="sng">
              <a:solidFill>
                <a:schemeClr val="accent2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Line 54">
              <a:extLst>
                <a:ext uri="{FF2B5EF4-FFF2-40B4-BE49-F238E27FC236}">
                  <a16:creationId xmlns:a16="http://schemas.microsoft.com/office/drawing/2014/main" id="{A530E0A4-EF62-8EA1-B5D2-2DEB3D85AD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0" y="2400"/>
              <a:ext cx="183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Freeform 55">
              <a:extLst>
                <a:ext uri="{FF2B5EF4-FFF2-40B4-BE49-F238E27FC236}">
                  <a16:creationId xmlns:a16="http://schemas.microsoft.com/office/drawing/2014/main" id="{757CEDA9-4774-3779-C84C-9DFDEFAF26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4" y="2582"/>
              <a:ext cx="112" cy="28"/>
            </a:xfrm>
            <a:custGeom>
              <a:avLst/>
              <a:gdLst>
                <a:gd name="T0" fmla="*/ 0 w 112"/>
                <a:gd name="T1" fmla="*/ 0 h 28"/>
                <a:gd name="T2" fmla="*/ 26 w 112"/>
                <a:gd name="T3" fmla="*/ 0 h 28"/>
                <a:gd name="T4" fmla="*/ 52 w 112"/>
                <a:gd name="T5" fmla="*/ 4 h 28"/>
                <a:gd name="T6" fmla="*/ 82 w 112"/>
                <a:gd name="T7" fmla="*/ 12 h 28"/>
                <a:gd name="T8" fmla="*/ 112 w 112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" h="28">
                  <a:moveTo>
                    <a:pt x="0" y="0"/>
                  </a:moveTo>
                  <a:lnTo>
                    <a:pt x="26" y="0"/>
                  </a:lnTo>
                  <a:lnTo>
                    <a:pt x="52" y="4"/>
                  </a:lnTo>
                  <a:lnTo>
                    <a:pt x="82" y="12"/>
                  </a:lnTo>
                  <a:lnTo>
                    <a:pt x="112" y="2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Rectangle 56">
              <a:extLst>
                <a:ext uri="{FF2B5EF4-FFF2-40B4-BE49-F238E27FC236}">
                  <a16:creationId xmlns:a16="http://schemas.microsoft.com/office/drawing/2014/main" id="{F432A89E-4ABA-0DC7-CB6E-4BFCCF0A3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2" y="2362"/>
              <a:ext cx="25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i="1">
                  <a:sym typeface="Symbol" charset="2"/>
                </a:rPr>
                <a:t></a:t>
              </a:r>
              <a:r>
                <a:rPr lang="en-US" altLang="zh-CN" sz="2000" i="1">
                  <a:sym typeface="Math1" charset="0"/>
                </a:rPr>
                <a:t> </a:t>
              </a:r>
            </a:p>
          </p:txBody>
        </p:sp>
      </p:grpSp>
      <p:grpSp>
        <p:nvGrpSpPr>
          <p:cNvPr id="60" name="Group 57">
            <a:extLst>
              <a:ext uri="{FF2B5EF4-FFF2-40B4-BE49-F238E27FC236}">
                <a16:creationId xmlns:a16="http://schemas.microsoft.com/office/drawing/2014/main" id="{A490C6F1-E346-E18D-F54B-3696B24EE197}"/>
              </a:ext>
            </a:extLst>
          </p:cNvPr>
          <p:cNvGrpSpPr>
            <a:grpSpLocks/>
          </p:cNvGrpSpPr>
          <p:nvPr/>
        </p:nvGrpSpPr>
        <p:grpSpPr bwMode="auto">
          <a:xfrm>
            <a:off x="7621588" y="3522381"/>
            <a:ext cx="1114425" cy="2281238"/>
            <a:chOff x="3865" y="2160"/>
            <a:chExt cx="702" cy="1437"/>
          </a:xfrm>
        </p:grpSpPr>
        <p:grpSp>
          <p:nvGrpSpPr>
            <p:cNvPr id="61" name="Group 58">
              <a:extLst>
                <a:ext uri="{FF2B5EF4-FFF2-40B4-BE49-F238E27FC236}">
                  <a16:creationId xmlns:a16="http://schemas.microsoft.com/office/drawing/2014/main" id="{2DFC195F-C3FE-67BC-5D9B-DC925F8F56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95" y="2160"/>
              <a:ext cx="672" cy="1437"/>
              <a:chOff x="3895" y="2160"/>
              <a:chExt cx="672" cy="1437"/>
            </a:xfrm>
          </p:grpSpPr>
          <p:sp>
            <p:nvSpPr>
              <p:cNvPr id="64" name="Line 59">
                <a:extLst>
                  <a:ext uri="{FF2B5EF4-FFF2-40B4-BE49-F238E27FC236}">
                    <a16:creationId xmlns:a16="http://schemas.microsoft.com/office/drawing/2014/main" id="{1A5D4437-57D6-2681-4416-2FD8EA9B00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053" y="2160"/>
                <a:ext cx="514" cy="1200"/>
              </a:xfrm>
              <a:prstGeom prst="line">
                <a:avLst/>
              </a:prstGeom>
              <a:noFill/>
              <a:ln w="19050">
                <a:solidFill>
                  <a:srgbClr val="FF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" name="Text Box 60">
                <a:extLst>
                  <a:ext uri="{FF2B5EF4-FFF2-40B4-BE49-F238E27FC236}">
                    <a16:creationId xmlns:a16="http://schemas.microsoft.com/office/drawing/2014/main" id="{FA8E9006-8C2F-2E00-A796-A6D0627B5C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-3964389">
                <a:off x="3780" y="3232"/>
                <a:ext cx="48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000" i="1">
                    <a:solidFill>
                      <a:srgbClr val="FF3399"/>
                    </a:solidFill>
                  </a:rPr>
                  <a:t>X</a:t>
                </a:r>
                <a:r>
                  <a:rPr lang="en-US" altLang="zh-CN" sz="2000" i="1" baseline="-25000">
                    <a:solidFill>
                      <a:srgbClr val="FF3399"/>
                    </a:solidFill>
                  </a:rPr>
                  <a:t>1</a:t>
                </a:r>
                <a:endParaRPr lang="en-US" altLang="zh-CN" sz="2000" i="1"/>
              </a:p>
            </p:txBody>
          </p:sp>
        </p:grpSp>
        <p:sp>
          <p:nvSpPr>
            <p:cNvPr id="62" name="Text Box 61">
              <a:extLst>
                <a:ext uri="{FF2B5EF4-FFF2-40B4-BE49-F238E27FC236}">
                  <a16:creationId xmlns:a16="http://schemas.microsoft.com/office/drawing/2014/main" id="{06353412-A6CF-DA48-4B52-8214C1FB2A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7600347">
              <a:off x="3825" y="3071"/>
              <a:ext cx="3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FF3399"/>
                  </a:solidFill>
                </a:rPr>
                <a:t>V</a:t>
              </a:r>
              <a:r>
                <a:rPr lang="en-US" altLang="zh-CN" sz="2000" i="1" baseline="-25000">
                  <a:solidFill>
                    <a:srgbClr val="FF3399"/>
                  </a:solidFill>
                </a:rPr>
                <a:t>1</a:t>
              </a:r>
              <a:endParaRPr lang="en-US" altLang="zh-CN" sz="2000" i="1"/>
            </a:p>
          </p:txBody>
        </p:sp>
        <p:sp>
          <p:nvSpPr>
            <p:cNvPr id="63" name="Text Box 62">
              <a:extLst>
                <a:ext uri="{FF2B5EF4-FFF2-40B4-BE49-F238E27FC236}">
                  <a16:creationId xmlns:a16="http://schemas.microsoft.com/office/drawing/2014/main" id="{CB05EA13-4C8B-C9D5-EEE3-DCFF03475C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7600347">
              <a:off x="4030" y="3192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FF3399"/>
                  </a:solidFill>
                </a:rPr>
                <a:t>H</a:t>
              </a:r>
              <a:endParaRPr lang="en-US" altLang="zh-CN" sz="2000" i="1"/>
            </a:p>
          </p:txBody>
        </p:sp>
      </p:grpSp>
      <p:grpSp>
        <p:nvGrpSpPr>
          <p:cNvPr id="66" name="Group 63">
            <a:extLst>
              <a:ext uri="{FF2B5EF4-FFF2-40B4-BE49-F238E27FC236}">
                <a16:creationId xmlns:a16="http://schemas.microsoft.com/office/drawing/2014/main" id="{405EB526-F1A1-8E80-7AFA-FA35C10DB720}"/>
              </a:ext>
            </a:extLst>
          </p:cNvPr>
          <p:cNvGrpSpPr>
            <a:grpSpLocks/>
          </p:cNvGrpSpPr>
          <p:nvPr/>
        </p:nvGrpSpPr>
        <p:grpSpPr bwMode="auto">
          <a:xfrm>
            <a:off x="6667500" y="1693581"/>
            <a:ext cx="3810000" cy="4419600"/>
            <a:chOff x="3264" y="1008"/>
            <a:chExt cx="2400" cy="2784"/>
          </a:xfrm>
        </p:grpSpPr>
        <p:grpSp>
          <p:nvGrpSpPr>
            <p:cNvPr id="67" name="Group 64">
              <a:extLst>
                <a:ext uri="{FF2B5EF4-FFF2-40B4-BE49-F238E27FC236}">
                  <a16:creationId xmlns:a16="http://schemas.microsoft.com/office/drawing/2014/main" id="{7541240A-51AF-A68B-C099-6826912E6A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1146"/>
              <a:ext cx="1104" cy="2464"/>
              <a:chOff x="4512" y="1146"/>
              <a:chExt cx="1104" cy="2464"/>
            </a:xfrm>
          </p:grpSpPr>
          <p:sp>
            <p:nvSpPr>
              <p:cNvPr id="69" name="Line 65">
                <a:extLst>
                  <a:ext uri="{FF2B5EF4-FFF2-40B4-BE49-F238E27FC236}">
                    <a16:creationId xmlns:a16="http://schemas.microsoft.com/office/drawing/2014/main" id="{869EAFFF-D965-49D9-2283-1DD6785381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400"/>
                <a:ext cx="91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" name="Line 66">
                <a:extLst>
                  <a:ext uri="{FF2B5EF4-FFF2-40B4-BE49-F238E27FC236}">
                    <a16:creationId xmlns:a16="http://schemas.microsoft.com/office/drawing/2014/main" id="{A0663196-24A0-7104-DF88-77335E8B8A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0" y="1344"/>
                <a:ext cx="0" cy="14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" name="Line 67">
                <a:extLst>
                  <a:ext uri="{FF2B5EF4-FFF2-40B4-BE49-F238E27FC236}">
                    <a16:creationId xmlns:a16="http://schemas.microsoft.com/office/drawing/2014/main" id="{FD0D6B93-DE35-B9C7-470C-3AB70969D4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92" y="1776"/>
                <a:ext cx="0" cy="16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" name="Line 68">
                <a:extLst>
                  <a:ext uri="{FF2B5EF4-FFF2-40B4-BE49-F238E27FC236}">
                    <a16:creationId xmlns:a16="http://schemas.microsoft.com/office/drawing/2014/main" id="{6FA882DB-019D-E5A5-05A3-629E126055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92" y="2784"/>
                <a:ext cx="288" cy="6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3" name="Text Box 69">
                <a:extLst>
                  <a:ext uri="{FF2B5EF4-FFF2-40B4-BE49-F238E27FC236}">
                    <a16:creationId xmlns:a16="http://schemas.microsoft.com/office/drawing/2014/main" id="{AB1B9F4C-E629-9A11-B1FD-103A970904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32" y="2592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000" i="1"/>
                  <a:t> b</a:t>
                </a:r>
              </a:p>
            </p:txBody>
          </p:sp>
          <p:sp>
            <p:nvSpPr>
              <p:cNvPr id="74" name="Text Box 70">
                <a:extLst>
                  <a:ext uri="{FF2B5EF4-FFF2-40B4-BE49-F238E27FC236}">
                    <a16:creationId xmlns:a16="http://schemas.microsoft.com/office/drawing/2014/main" id="{FF3B74CB-6062-572E-20FF-A43FAB713C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0" y="3360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000" i="1"/>
                  <a:t>a</a:t>
                </a:r>
              </a:p>
            </p:txBody>
          </p:sp>
          <p:sp>
            <p:nvSpPr>
              <p:cNvPr id="75" name="Text Box 71">
                <a:extLst>
                  <a:ext uri="{FF2B5EF4-FFF2-40B4-BE49-F238E27FC236}">
                    <a16:creationId xmlns:a16="http://schemas.microsoft.com/office/drawing/2014/main" id="{F9A44B65-414B-6CBA-D39F-45BB9DAAAC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70" y="1146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000" i="1"/>
                  <a:t>  b</a:t>
                </a:r>
                <a:r>
                  <a:rPr lang="en-US" altLang="zh-CN" sz="2000" i="1">
                    <a:sym typeface="Symbol" charset="2"/>
                  </a:rPr>
                  <a:t></a:t>
                </a:r>
                <a:endParaRPr lang="en-US" altLang="zh-CN" sz="2000" i="1"/>
              </a:p>
            </p:txBody>
          </p:sp>
          <p:sp>
            <p:nvSpPr>
              <p:cNvPr id="76" name="Text Box 72">
                <a:extLst>
                  <a:ext uri="{FF2B5EF4-FFF2-40B4-BE49-F238E27FC236}">
                    <a16:creationId xmlns:a16="http://schemas.microsoft.com/office/drawing/2014/main" id="{4AEEAE9E-6685-D962-6E95-4733244831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22" y="1572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000" i="1"/>
                  <a:t>  a</a:t>
                </a:r>
                <a:r>
                  <a:rPr lang="en-US" altLang="zh-CN" sz="2000" i="1">
                    <a:sym typeface="Symbol" charset="2"/>
                  </a:rPr>
                  <a:t></a:t>
                </a:r>
                <a:endParaRPr lang="en-US" altLang="zh-CN" sz="2000" i="1"/>
              </a:p>
            </p:txBody>
          </p:sp>
          <p:sp>
            <p:nvSpPr>
              <p:cNvPr id="77" name="Text Box 73">
                <a:extLst>
                  <a:ext uri="{FF2B5EF4-FFF2-40B4-BE49-F238E27FC236}">
                    <a16:creationId xmlns:a16="http://schemas.microsoft.com/office/drawing/2014/main" id="{C4B686C7-AC4E-91DC-F7E8-278CD5102F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12" y="2256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000" i="1"/>
                  <a:t>X</a:t>
                </a:r>
              </a:p>
            </p:txBody>
          </p:sp>
          <p:sp>
            <p:nvSpPr>
              <p:cNvPr id="78" name="Line 74">
                <a:extLst>
                  <a:ext uri="{FF2B5EF4-FFF2-40B4-BE49-F238E27FC236}">
                    <a16:creationId xmlns:a16="http://schemas.microsoft.com/office/drawing/2014/main" id="{52FE1D5A-383F-C5B4-8208-9C40DD92E6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92" y="1344"/>
                <a:ext cx="288" cy="43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79" name="Group 75">
                <a:extLst>
                  <a:ext uri="{FF2B5EF4-FFF2-40B4-BE49-F238E27FC236}">
                    <a16:creationId xmlns:a16="http://schemas.microsoft.com/office/drawing/2014/main" id="{E4B52938-0A9D-429D-9EDF-645BEFD5B7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56" y="2160"/>
                <a:ext cx="240" cy="442"/>
                <a:chOff x="4560" y="1440"/>
                <a:chExt cx="240" cy="442"/>
              </a:xfrm>
            </p:grpSpPr>
            <p:sp>
              <p:nvSpPr>
                <p:cNvPr id="80" name="Text Box 76">
                  <a:extLst>
                    <a:ext uri="{FF2B5EF4-FFF2-40B4-BE49-F238E27FC236}">
                      <a16:creationId xmlns:a16="http://schemas.microsoft.com/office/drawing/2014/main" id="{782E9425-5069-F28A-49E4-E873DEDA52F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60" y="1440"/>
                  <a:ext cx="240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pPr eaLnBrk="1" hangingPunct="1"/>
                  <a:r>
                    <a:rPr lang="en-US" altLang="zh-CN" sz="2000" i="1"/>
                    <a:t>V</a:t>
                  </a:r>
                </a:p>
              </p:txBody>
            </p:sp>
            <p:sp>
              <p:nvSpPr>
                <p:cNvPr id="81" name="Text Box 77">
                  <a:extLst>
                    <a:ext uri="{FF2B5EF4-FFF2-40B4-BE49-F238E27FC236}">
                      <a16:creationId xmlns:a16="http://schemas.microsoft.com/office/drawing/2014/main" id="{1A1902C5-60EB-4BA9-51CF-6B20ED01A68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60" y="1632"/>
                  <a:ext cx="240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pPr eaLnBrk="1" hangingPunct="1"/>
                  <a:r>
                    <a:rPr lang="en-US" altLang="zh-CN" sz="2000" i="1"/>
                    <a:t>H</a:t>
                  </a:r>
                </a:p>
              </p:txBody>
            </p:sp>
          </p:grpSp>
        </p:grpSp>
        <p:sp>
          <p:nvSpPr>
            <p:cNvPr id="68" name="Rectangle 78">
              <a:extLst>
                <a:ext uri="{FF2B5EF4-FFF2-40B4-BE49-F238E27FC236}">
                  <a16:creationId xmlns:a16="http://schemas.microsoft.com/office/drawing/2014/main" id="{639F252F-1FF3-6091-AA30-03C76A5089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008"/>
              <a:ext cx="2400" cy="2784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2" name="Group 79">
            <a:extLst>
              <a:ext uri="{FF2B5EF4-FFF2-40B4-BE49-F238E27FC236}">
                <a16:creationId xmlns:a16="http://schemas.microsoft.com/office/drawing/2014/main" id="{3316DB51-49F2-F981-1DB0-CC3EC786E365}"/>
              </a:ext>
            </a:extLst>
          </p:cNvPr>
          <p:cNvGrpSpPr>
            <a:grpSpLocks/>
          </p:cNvGrpSpPr>
          <p:nvPr/>
        </p:nvGrpSpPr>
        <p:grpSpPr bwMode="auto">
          <a:xfrm>
            <a:off x="7581900" y="2988981"/>
            <a:ext cx="2362200" cy="1905000"/>
            <a:chOff x="3936" y="1104"/>
            <a:chExt cx="1488" cy="1200"/>
          </a:xfrm>
        </p:grpSpPr>
        <p:sp>
          <p:nvSpPr>
            <p:cNvPr id="83" name="Line 80">
              <a:extLst>
                <a:ext uri="{FF2B5EF4-FFF2-40B4-BE49-F238E27FC236}">
                  <a16:creationId xmlns:a16="http://schemas.microsoft.com/office/drawing/2014/main" id="{A66B1223-E183-67F4-512B-8D38967F1E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440"/>
              <a:ext cx="0" cy="144"/>
            </a:xfrm>
            <a:prstGeom prst="line">
              <a:avLst/>
            </a:prstGeom>
            <a:noFill/>
            <a:ln w="57150">
              <a:solidFill>
                <a:srgbClr val="33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" name="Line 81">
              <a:extLst>
                <a:ext uri="{FF2B5EF4-FFF2-40B4-BE49-F238E27FC236}">
                  <a16:creationId xmlns:a16="http://schemas.microsoft.com/office/drawing/2014/main" id="{A007EA2D-911F-79BA-5DC1-4D7A904CF5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1440"/>
              <a:ext cx="0" cy="144"/>
            </a:xfrm>
            <a:prstGeom prst="line">
              <a:avLst/>
            </a:prstGeom>
            <a:noFill/>
            <a:ln w="57150">
              <a:solidFill>
                <a:srgbClr val="33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Line 82">
              <a:extLst>
                <a:ext uri="{FF2B5EF4-FFF2-40B4-BE49-F238E27FC236}">
                  <a16:creationId xmlns:a16="http://schemas.microsoft.com/office/drawing/2014/main" id="{5648B94C-4FBD-DB74-5980-FDB265D675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2160"/>
              <a:ext cx="0" cy="144"/>
            </a:xfrm>
            <a:prstGeom prst="line">
              <a:avLst/>
            </a:prstGeom>
            <a:noFill/>
            <a:ln w="5715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" name="Line 83">
              <a:extLst>
                <a:ext uri="{FF2B5EF4-FFF2-40B4-BE49-F238E27FC236}">
                  <a16:creationId xmlns:a16="http://schemas.microsoft.com/office/drawing/2014/main" id="{D87990B6-4800-A262-4942-FFB8FCEACA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1296"/>
              <a:ext cx="96" cy="48"/>
            </a:xfrm>
            <a:prstGeom prst="line">
              <a:avLst/>
            </a:prstGeom>
            <a:noFill/>
            <a:ln w="5715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" name="Line 84">
              <a:extLst>
                <a:ext uri="{FF2B5EF4-FFF2-40B4-BE49-F238E27FC236}">
                  <a16:creationId xmlns:a16="http://schemas.microsoft.com/office/drawing/2014/main" id="{826089E3-FA7A-CECA-B323-A25FFA8C94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1104"/>
              <a:ext cx="96" cy="48"/>
            </a:xfrm>
            <a:prstGeom prst="line">
              <a:avLst/>
            </a:prstGeom>
            <a:noFill/>
            <a:ln w="57150">
              <a:solidFill>
                <a:srgbClr val="33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" name="Line 85">
              <a:extLst>
                <a:ext uri="{FF2B5EF4-FFF2-40B4-BE49-F238E27FC236}">
                  <a16:creationId xmlns:a16="http://schemas.microsoft.com/office/drawing/2014/main" id="{4457F0BB-6AB1-0F10-AEFB-06231A34B7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1152"/>
              <a:ext cx="96" cy="48"/>
            </a:xfrm>
            <a:prstGeom prst="line">
              <a:avLst/>
            </a:prstGeom>
            <a:noFill/>
            <a:ln w="57150">
              <a:solidFill>
                <a:srgbClr val="33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61435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B23D447-202F-24FA-A6BD-A14F60F07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51325-034C-EC4D-ACC8-625346F72A59}" type="datetime1">
              <a:rPr lang="en-US" smtClean="0"/>
              <a:t>10/9/25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E354FD1-5168-98EB-2D9F-DF9FA95A0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28851E-A0DA-4B35-8E83-83D19C5CF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29</a:t>
            </a:fld>
            <a:endParaRPr lang="en-US"/>
          </a:p>
        </p:txBody>
      </p:sp>
      <p:sp>
        <p:nvSpPr>
          <p:cNvPr id="5" name="AutoShape 126">
            <a:extLst>
              <a:ext uri="{FF2B5EF4-FFF2-40B4-BE49-F238E27FC236}">
                <a16:creationId xmlns:a16="http://schemas.microsoft.com/office/drawing/2014/main" id="{61E59B32-617D-49F9-889D-E6DDA89E7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2835" y="4501559"/>
            <a:ext cx="4279900" cy="1874838"/>
          </a:xfrm>
          <a:prstGeom prst="flowChartDecision">
            <a:avLst/>
          </a:prstGeom>
          <a:solidFill>
            <a:srgbClr val="66FFFF"/>
          </a:solidFill>
          <a:ln w="2857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" name="Freeform 125">
            <a:extLst>
              <a:ext uri="{FF2B5EF4-FFF2-40B4-BE49-F238E27FC236}">
                <a16:creationId xmlns:a16="http://schemas.microsoft.com/office/drawing/2014/main" id="{3DDA223B-F7C4-F7BD-81E7-1EB81A6AD3DA}"/>
              </a:ext>
            </a:extLst>
          </p:cNvPr>
          <p:cNvSpPr>
            <a:spLocks/>
          </p:cNvSpPr>
          <p:nvPr/>
        </p:nvSpPr>
        <p:spPr bwMode="auto">
          <a:xfrm>
            <a:off x="1843310" y="2282234"/>
            <a:ext cx="2135187" cy="3167063"/>
          </a:xfrm>
          <a:custGeom>
            <a:avLst/>
            <a:gdLst>
              <a:gd name="T0" fmla="*/ 0 w 1152"/>
              <a:gd name="T1" fmla="*/ 432 h 1440"/>
              <a:gd name="T2" fmla="*/ 1152 w 1152"/>
              <a:gd name="T3" fmla="*/ 0 h 1440"/>
              <a:gd name="T4" fmla="*/ 1152 w 1152"/>
              <a:gd name="T5" fmla="*/ 1008 h 1440"/>
              <a:gd name="T6" fmla="*/ 0 w 1152"/>
              <a:gd name="T7" fmla="*/ 1440 h 1440"/>
              <a:gd name="T8" fmla="*/ 0 w 1152"/>
              <a:gd name="T9" fmla="*/ 432 h 1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52" h="1440">
                <a:moveTo>
                  <a:pt x="0" y="432"/>
                </a:moveTo>
                <a:lnTo>
                  <a:pt x="1152" y="0"/>
                </a:lnTo>
                <a:lnTo>
                  <a:pt x="1152" y="1008"/>
                </a:lnTo>
                <a:lnTo>
                  <a:pt x="0" y="1440"/>
                </a:lnTo>
                <a:lnTo>
                  <a:pt x="0" y="432"/>
                </a:lnTo>
                <a:close/>
              </a:path>
            </a:pathLst>
          </a:custGeom>
          <a:solidFill>
            <a:schemeClr val="hlink"/>
          </a:solidFill>
          <a:ln w="9525" cap="flat" cmpd="sng">
            <a:solidFill>
              <a:schemeClr val="tx2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8F8FCB92-BD31-EFF3-C394-F4B612529F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699" y="682620"/>
            <a:ext cx="731482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hlink"/>
                    </a:gs>
                    <a:gs pos="50000">
                      <a:schemeClr val="bg1"/>
                    </a:gs>
                    <a:gs pos="100000">
                      <a:schemeClr val="hlink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defPPr>
              <a:defRPr lang="en-US"/>
            </a:defPPr>
            <a:lvl1pPr eaLnBrk="0" hangingPunct="0">
              <a:defRPr sz="2800" b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defRPr>
            </a:lvl1pPr>
          </a:lstStyle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2. 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将投影面的平行线变换为投影面的垂直线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8FBCDBAD-D2C9-2C0F-DE66-CC715D6820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4233" y="1429921"/>
            <a:ext cx="6420157" cy="4616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91439" rIns="91439"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1pPr>
            <a:lvl2pPr marL="458788"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2pPr>
            <a:lvl3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3pPr>
            <a:lvl4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4pPr>
            <a:lvl5pPr marL="1827213"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5pPr>
            <a:lvl6pPr marL="2284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6pPr>
            <a:lvl7pPr marL="27416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7pPr>
            <a:lvl8pPr marL="31988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8pPr>
            <a:lvl9pPr marL="36560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9pPr>
          </a:lstStyle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关键点：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新轴垂直于能够反映实长的投影面。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46536874-0902-3256-F151-CDF561938E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2372" y="2666409"/>
            <a:ext cx="50641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9" rIns="91439"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1pPr>
            <a:lvl2pPr marL="458788"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2pPr>
            <a:lvl3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3pPr>
            <a:lvl4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4pPr>
            <a:lvl5pPr marL="1827213"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5pPr>
            <a:lvl6pPr marL="2284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6pPr>
            <a:lvl7pPr marL="27416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7pPr>
            <a:lvl8pPr marL="31988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8pPr>
            <a:lvl9pPr marL="36560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9pPr>
          </a:lstStyle>
          <a:p>
            <a:pPr eaLnBrk="1" hangingPunct="1"/>
            <a:r>
              <a:rPr lang="en-US" altLang="zh-CN" sz="1800" b="1" dirty="0">
                <a:solidFill>
                  <a:srgbClr val="FF0000"/>
                </a:solidFill>
              </a:rPr>
              <a:t>X</a:t>
            </a:r>
            <a:r>
              <a:rPr lang="en-US" altLang="zh-CN" sz="1800" b="1" baseline="-25000" dirty="0">
                <a:solidFill>
                  <a:srgbClr val="FF0000"/>
                </a:solidFill>
              </a:rPr>
              <a:t>1</a:t>
            </a:r>
            <a:endParaRPr lang="en-US" altLang="zh-CN" sz="1800" b="1" dirty="0"/>
          </a:p>
        </p:txBody>
      </p:sp>
      <p:sp>
        <p:nvSpPr>
          <p:cNvPr id="10" name="Freeform 19">
            <a:extLst>
              <a:ext uri="{FF2B5EF4-FFF2-40B4-BE49-F238E27FC236}">
                <a16:creationId xmlns:a16="http://schemas.microsoft.com/office/drawing/2014/main" id="{17C4C828-FC96-99AE-659F-F3CAA22ECB9F}"/>
              </a:ext>
            </a:extLst>
          </p:cNvPr>
          <p:cNvSpPr>
            <a:spLocks/>
          </p:cNvSpPr>
          <p:nvPr/>
        </p:nvSpPr>
        <p:spPr bwMode="auto">
          <a:xfrm>
            <a:off x="2283047" y="4780959"/>
            <a:ext cx="42863" cy="458788"/>
          </a:xfrm>
          <a:custGeom>
            <a:avLst/>
            <a:gdLst>
              <a:gd name="T0" fmla="*/ 0 w 1"/>
              <a:gd name="T1" fmla="*/ 1178 h 1178"/>
              <a:gd name="T2" fmla="*/ 0 w 1"/>
              <a:gd name="T3" fmla="*/ 0 h 1178"/>
              <a:gd name="T4" fmla="*/ 1 w 1"/>
              <a:gd name="T5" fmla="*/ 0 h 11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178">
                <a:moveTo>
                  <a:pt x="0" y="1178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1905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026" tIns="46231" rIns="91026" bIns="46231">
            <a:spAutoFit/>
          </a:bodyPr>
          <a:lstStyle/>
          <a:p>
            <a:endParaRPr lang="en-US"/>
          </a:p>
        </p:txBody>
      </p:sp>
      <p:sp>
        <p:nvSpPr>
          <p:cNvPr id="11" name="Freeform 20">
            <a:extLst>
              <a:ext uri="{FF2B5EF4-FFF2-40B4-BE49-F238E27FC236}">
                <a16:creationId xmlns:a16="http://schemas.microsoft.com/office/drawing/2014/main" id="{A257C913-5753-A33C-2F2B-97F1C72A6970}"/>
              </a:ext>
            </a:extLst>
          </p:cNvPr>
          <p:cNvSpPr>
            <a:spLocks/>
          </p:cNvSpPr>
          <p:nvPr/>
        </p:nvSpPr>
        <p:spPr bwMode="auto">
          <a:xfrm>
            <a:off x="3764185" y="5500097"/>
            <a:ext cx="1587" cy="427037"/>
          </a:xfrm>
          <a:custGeom>
            <a:avLst/>
            <a:gdLst>
              <a:gd name="T0" fmla="*/ 0 w 1"/>
              <a:gd name="T1" fmla="*/ 0 h 1177"/>
              <a:gd name="T2" fmla="*/ 0 w 1"/>
              <a:gd name="T3" fmla="*/ 1177 h 1177"/>
              <a:gd name="T4" fmla="*/ 1 w 1"/>
              <a:gd name="T5" fmla="*/ 1177 h 1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177">
                <a:moveTo>
                  <a:pt x="0" y="0"/>
                </a:moveTo>
                <a:lnTo>
                  <a:pt x="0" y="1177"/>
                </a:lnTo>
                <a:lnTo>
                  <a:pt x="1" y="1177"/>
                </a:lnTo>
              </a:path>
            </a:pathLst>
          </a:custGeom>
          <a:noFill/>
          <a:ln w="1905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026" tIns="46231" rIns="91026" bIns="46231">
            <a:spAutoFit/>
          </a:bodyPr>
          <a:lstStyle/>
          <a:p>
            <a:endParaRPr lang="en-US"/>
          </a:p>
        </p:txBody>
      </p:sp>
      <p:sp>
        <p:nvSpPr>
          <p:cNvPr id="12" name="Freeform 21">
            <a:extLst>
              <a:ext uri="{FF2B5EF4-FFF2-40B4-BE49-F238E27FC236}">
                <a16:creationId xmlns:a16="http://schemas.microsoft.com/office/drawing/2014/main" id="{7DE13160-36FD-A542-A4FE-EAB598B4EDCA}"/>
              </a:ext>
            </a:extLst>
          </p:cNvPr>
          <p:cNvSpPr>
            <a:spLocks/>
          </p:cNvSpPr>
          <p:nvPr/>
        </p:nvSpPr>
        <p:spPr bwMode="auto">
          <a:xfrm>
            <a:off x="2262410" y="5239747"/>
            <a:ext cx="1501775" cy="673100"/>
          </a:xfrm>
          <a:custGeom>
            <a:avLst/>
            <a:gdLst>
              <a:gd name="T0" fmla="*/ 3627 w 3627"/>
              <a:gd name="T1" fmla="*/ 2136 h 2136"/>
              <a:gd name="T2" fmla="*/ 0 w 3627"/>
              <a:gd name="T3" fmla="*/ 0 h 2136"/>
              <a:gd name="T4" fmla="*/ 1 w 3627"/>
              <a:gd name="T5" fmla="*/ 0 h 2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27" h="2136">
                <a:moveTo>
                  <a:pt x="3627" y="2136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026" tIns="46231" rIns="91026" bIns="46231">
            <a:spAutoFit/>
          </a:bodyPr>
          <a:lstStyle/>
          <a:p>
            <a:endParaRPr lang="en-US"/>
          </a:p>
        </p:txBody>
      </p:sp>
      <p:sp>
        <p:nvSpPr>
          <p:cNvPr id="13" name="Freeform 22">
            <a:extLst>
              <a:ext uri="{FF2B5EF4-FFF2-40B4-BE49-F238E27FC236}">
                <a16:creationId xmlns:a16="http://schemas.microsoft.com/office/drawing/2014/main" id="{0327F9EF-EDEE-EE5E-A001-573DC3CC3171}"/>
              </a:ext>
            </a:extLst>
          </p:cNvPr>
          <p:cNvSpPr>
            <a:spLocks/>
          </p:cNvSpPr>
          <p:nvPr/>
        </p:nvSpPr>
        <p:spPr bwMode="auto">
          <a:xfrm>
            <a:off x="2248122" y="4766672"/>
            <a:ext cx="1516063" cy="733425"/>
          </a:xfrm>
          <a:custGeom>
            <a:avLst/>
            <a:gdLst>
              <a:gd name="T0" fmla="*/ 3627 w 3627"/>
              <a:gd name="T1" fmla="*/ 2137 h 2137"/>
              <a:gd name="T2" fmla="*/ 0 w 3627"/>
              <a:gd name="T3" fmla="*/ 0 h 2137"/>
              <a:gd name="T4" fmla="*/ 1 w 3627"/>
              <a:gd name="T5" fmla="*/ 0 h 2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27" h="2137">
                <a:moveTo>
                  <a:pt x="3627" y="2137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026" tIns="46231" rIns="91026" bIns="46231">
            <a:spAutoFit/>
          </a:bodyPr>
          <a:lstStyle/>
          <a:p>
            <a:endParaRPr lang="en-US"/>
          </a:p>
        </p:txBody>
      </p:sp>
      <p:sp>
        <p:nvSpPr>
          <p:cNvPr id="14" name="Freeform 23">
            <a:extLst>
              <a:ext uri="{FF2B5EF4-FFF2-40B4-BE49-F238E27FC236}">
                <a16:creationId xmlns:a16="http://schemas.microsoft.com/office/drawing/2014/main" id="{F3076E0E-7F72-E924-4F8D-8D8AA04B7E52}"/>
              </a:ext>
            </a:extLst>
          </p:cNvPr>
          <p:cNvSpPr>
            <a:spLocks/>
          </p:cNvSpPr>
          <p:nvPr/>
        </p:nvSpPr>
        <p:spPr bwMode="auto">
          <a:xfrm>
            <a:off x="2276697" y="3806234"/>
            <a:ext cx="1004888" cy="1004888"/>
          </a:xfrm>
          <a:custGeom>
            <a:avLst/>
            <a:gdLst>
              <a:gd name="T0" fmla="*/ 0 w 2453"/>
              <a:gd name="T1" fmla="*/ 2728 h 2728"/>
              <a:gd name="T2" fmla="*/ 2452 w 2453"/>
              <a:gd name="T3" fmla="*/ 0 h 2728"/>
              <a:gd name="T4" fmla="*/ 2453 w 2453"/>
              <a:gd name="T5" fmla="*/ 0 h 2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53" h="2728">
                <a:moveTo>
                  <a:pt x="0" y="2728"/>
                </a:moveTo>
                <a:lnTo>
                  <a:pt x="2452" y="0"/>
                </a:lnTo>
                <a:lnTo>
                  <a:pt x="2453" y="0"/>
                </a:lnTo>
              </a:path>
            </a:pathLst>
          </a:custGeom>
          <a:noFill/>
          <a:ln w="571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026" tIns="46231" rIns="91026" bIns="46231">
            <a:spAutoFit/>
          </a:bodyPr>
          <a:lstStyle/>
          <a:p>
            <a:endParaRPr lang="en-US"/>
          </a:p>
        </p:txBody>
      </p:sp>
      <p:sp>
        <p:nvSpPr>
          <p:cNvPr id="15" name="Freeform 24">
            <a:extLst>
              <a:ext uri="{FF2B5EF4-FFF2-40B4-BE49-F238E27FC236}">
                <a16:creationId xmlns:a16="http://schemas.microsoft.com/office/drawing/2014/main" id="{0860B7CC-D7FD-0714-FDE4-AE563C6BBC0A}"/>
              </a:ext>
            </a:extLst>
          </p:cNvPr>
          <p:cNvSpPr>
            <a:spLocks/>
          </p:cNvSpPr>
          <p:nvPr/>
        </p:nvSpPr>
        <p:spPr bwMode="auto">
          <a:xfrm>
            <a:off x="3764185" y="5412784"/>
            <a:ext cx="903287" cy="514350"/>
          </a:xfrm>
          <a:custGeom>
            <a:avLst/>
            <a:gdLst>
              <a:gd name="T0" fmla="*/ 2499 w 2499"/>
              <a:gd name="T1" fmla="*/ 0 h 1418"/>
              <a:gd name="T2" fmla="*/ 0 w 2499"/>
              <a:gd name="T3" fmla="*/ 1418 h 1418"/>
              <a:gd name="T4" fmla="*/ 1 w 2499"/>
              <a:gd name="T5" fmla="*/ 1418 h 14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99" h="1418">
                <a:moveTo>
                  <a:pt x="2499" y="0"/>
                </a:moveTo>
                <a:lnTo>
                  <a:pt x="0" y="1418"/>
                </a:lnTo>
                <a:lnTo>
                  <a:pt x="1" y="1418"/>
                </a:lnTo>
              </a:path>
            </a:pathLst>
          </a:custGeom>
          <a:noFill/>
          <a:ln w="5715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026" tIns="46231" rIns="91026" bIns="46231">
            <a:spAutoFit/>
          </a:bodyPr>
          <a:lstStyle/>
          <a:p>
            <a:endParaRPr lang="en-US"/>
          </a:p>
        </p:txBody>
      </p:sp>
      <p:sp>
        <p:nvSpPr>
          <p:cNvPr id="16" name="Freeform 25">
            <a:extLst>
              <a:ext uri="{FF2B5EF4-FFF2-40B4-BE49-F238E27FC236}">
                <a16:creationId xmlns:a16="http://schemas.microsoft.com/office/drawing/2014/main" id="{CBE2A581-7D42-F8F0-0A8F-7E5BC0AA3E34}"/>
              </a:ext>
            </a:extLst>
          </p:cNvPr>
          <p:cNvSpPr>
            <a:spLocks/>
          </p:cNvSpPr>
          <p:nvPr/>
        </p:nvSpPr>
        <p:spPr bwMode="auto">
          <a:xfrm>
            <a:off x="3764185" y="4520609"/>
            <a:ext cx="903287" cy="979488"/>
          </a:xfrm>
          <a:custGeom>
            <a:avLst/>
            <a:gdLst>
              <a:gd name="T0" fmla="*/ 0 w 2500"/>
              <a:gd name="T1" fmla="*/ 2701 h 2701"/>
              <a:gd name="T2" fmla="*/ 2499 w 2500"/>
              <a:gd name="T3" fmla="*/ 0 h 2701"/>
              <a:gd name="T4" fmla="*/ 2500 w 2500"/>
              <a:gd name="T5" fmla="*/ 0 h 27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500" h="2701">
                <a:moveTo>
                  <a:pt x="0" y="2701"/>
                </a:moveTo>
                <a:lnTo>
                  <a:pt x="2499" y="0"/>
                </a:lnTo>
                <a:lnTo>
                  <a:pt x="2500" y="0"/>
                </a:lnTo>
              </a:path>
            </a:pathLst>
          </a:custGeom>
          <a:noFill/>
          <a:ln w="57150" cmpd="sng">
            <a:solidFill>
              <a:schemeClr val="accent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026" tIns="46231" rIns="91026" bIns="46231">
            <a:spAutoFit/>
          </a:bodyPr>
          <a:lstStyle/>
          <a:p>
            <a:endParaRPr lang="en-US"/>
          </a:p>
        </p:txBody>
      </p:sp>
      <p:sp>
        <p:nvSpPr>
          <p:cNvPr id="17" name="Freeform 26">
            <a:extLst>
              <a:ext uri="{FF2B5EF4-FFF2-40B4-BE49-F238E27FC236}">
                <a16:creationId xmlns:a16="http://schemas.microsoft.com/office/drawing/2014/main" id="{94285D1D-799C-5E2E-B8C9-CB6A6ADC2AAD}"/>
              </a:ext>
            </a:extLst>
          </p:cNvPr>
          <p:cNvSpPr>
            <a:spLocks/>
          </p:cNvSpPr>
          <p:nvPr/>
        </p:nvSpPr>
        <p:spPr bwMode="auto">
          <a:xfrm>
            <a:off x="4667472" y="4520609"/>
            <a:ext cx="3175" cy="892175"/>
          </a:xfrm>
          <a:custGeom>
            <a:avLst/>
            <a:gdLst>
              <a:gd name="T0" fmla="*/ 0 w 1"/>
              <a:gd name="T1" fmla="*/ 2460 h 2460"/>
              <a:gd name="T2" fmla="*/ 0 w 1"/>
              <a:gd name="T3" fmla="*/ 0 h 2460"/>
              <a:gd name="T4" fmla="*/ 1 w 1"/>
              <a:gd name="T5" fmla="*/ 0 h 24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460">
                <a:moveTo>
                  <a:pt x="0" y="2460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026" tIns="46231" rIns="91026" bIns="46231">
            <a:spAutoFit/>
          </a:bodyPr>
          <a:lstStyle/>
          <a:p>
            <a:endParaRPr lang="en-US"/>
          </a:p>
        </p:txBody>
      </p:sp>
      <p:sp>
        <p:nvSpPr>
          <p:cNvPr id="18" name="Freeform 27">
            <a:extLst>
              <a:ext uri="{FF2B5EF4-FFF2-40B4-BE49-F238E27FC236}">
                <a16:creationId xmlns:a16="http://schemas.microsoft.com/office/drawing/2014/main" id="{65D38939-636C-25C0-2F90-D6D139FAB350}"/>
              </a:ext>
            </a:extLst>
          </p:cNvPr>
          <p:cNvSpPr>
            <a:spLocks/>
          </p:cNvSpPr>
          <p:nvPr/>
        </p:nvSpPr>
        <p:spPr bwMode="auto">
          <a:xfrm>
            <a:off x="3237135" y="3836397"/>
            <a:ext cx="1430337" cy="684212"/>
          </a:xfrm>
          <a:custGeom>
            <a:avLst/>
            <a:gdLst>
              <a:gd name="T0" fmla="*/ 3674 w 3674"/>
              <a:gd name="T1" fmla="*/ 2164 h 2164"/>
              <a:gd name="T2" fmla="*/ 0 w 3674"/>
              <a:gd name="T3" fmla="*/ 0 h 2164"/>
              <a:gd name="T4" fmla="*/ 1 w 3674"/>
              <a:gd name="T5" fmla="*/ 0 h 2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74" h="2164">
                <a:moveTo>
                  <a:pt x="3674" y="2164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1905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026" tIns="46231" rIns="91026" bIns="46231">
            <a:spAutoFit/>
          </a:bodyPr>
          <a:lstStyle/>
          <a:p>
            <a:endParaRPr lang="en-US"/>
          </a:p>
        </p:txBody>
      </p:sp>
      <p:sp>
        <p:nvSpPr>
          <p:cNvPr id="19" name="Freeform 28">
            <a:extLst>
              <a:ext uri="{FF2B5EF4-FFF2-40B4-BE49-F238E27FC236}">
                <a16:creationId xmlns:a16="http://schemas.microsoft.com/office/drawing/2014/main" id="{AD399640-45E3-4DBE-F8CD-AEDFE17814F8}"/>
              </a:ext>
            </a:extLst>
          </p:cNvPr>
          <p:cNvSpPr>
            <a:spLocks/>
          </p:cNvSpPr>
          <p:nvPr/>
        </p:nvSpPr>
        <p:spPr bwMode="auto">
          <a:xfrm>
            <a:off x="3249835" y="4815884"/>
            <a:ext cx="1417637" cy="596900"/>
          </a:xfrm>
          <a:custGeom>
            <a:avLst/>
            <a:gdLst>
              <a:gd name="T0" fmla="*/ 3674 w 3674"/>
              <a:gd name="T1" fmla="*/ 2164 h 2164"/>
              <a:gd name="T2" fmla="*/ 0 w 3674"/>
              <a:gd name="T3" fmla="*/ 0 h 2164"/>
              <a:gd name="T4" fmla="*/ 1 w 3674"/>
              <a:gd name="T5" fmla="*/ 0 h 2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74" h="2164">
                <a:moveTo>
                  <a:pt x="3674" y="2164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026" tIns="46231" rIns="91026" bIns="46231">
            <a:spAutoFit/>
          </a:bodyPr>
          <a:lstStyle/>
          <a:p>
            <a:endParaRPr lang="en-US"/>
          </a:p>
        </p:txBody>
      </p:sp>
      <p:sp>
        <p:nvSpPr>
          <p:cNvPr id="20" name="Freeform 29">
            <a:extLst>
              <a:ext uri="{FF2B5EF4-FFF2-40B4-BE49-F238E27FC236}">
                <a16:creationId xmlns:a16="http://schemas.microsoft.com/office/drawing/2014/main" id="{51A51FA0-D9A5-90AA-B949-CA63712B6034}"/>
              </a:ext>
            </a:extLst>
          </p:cNvPr>
          <p:cNvSpPr>
            <a:spLocks/>
          </p:cNvSpPr>
          <p:nvPr/>
        </p:nvSpPr>
        <p:spPr bwMode="auto">
          <a:xfrm flipH="1">
            <a:off x="3210147" y="3777659"/>
            <a:ext cx="42863" cy="1038225"/>
          </a:xfrm>
          <a:custGeom>
            <a:avLst/>
            <a:gdLst>
              <a:gd name="T0" fmla="*/ 0 w 1"/>
              <a:gd name="T1" fmla="*/ 2460 h 2460"/>
              <a:gd name="T2" fmla="*/ 0 w 1"/>
              <a:gd name="T3" fmla="*/ 0 h 2460"/>
              <a:gd name="T4" fmla="*/ 1 w 1"/>
              <a:gd name="T5" fmla="*/ 0 h 24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460">
                <a:moveTo>
                  <a:pt x="0" y="2460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026" tIns="46231" rIns="91026" bIns="46231">
            <a:spAutoFit/>
          </a:bodyPr>
          <a:lstStyle/>
          <a:p>
            <a:endParaRPr lang="en-US"/>
          </a:p>
        </p:txBody>
      </p:sp>
      <p:grpSp>
        <p:nvGrpSpPr>
          <p:cNvPr id="21" name="Group 30">
            <a:extLst>
              <a:ext uri="{FF2B5EF4-FFF2-40B4-BE49-F238E27FC236}">
                <a16:creationId xmlns:a16="http://schemas.microsoft.com/office/drawing/2014/main" id="{D80A6AE0-6968-C34B-3E6A-E4E127B0BB01}"/>
              </a:ext>
            </a:extLst>
          </p:cNvPr>
          <p:cNvGrpSpPr>
            <a:grpSpLocks/>
          </p:cNvGrpSpPr>
          <p:nvPr/>
        </p:nvGrpSpPr>
        <p:grpSpPr bwMode="auto">
          <a:xfrm>
            <a:off x="1898872" y="2993434"/>
            <a:ext cx="3912469" cy="3198275"/>
            <a:chOff x="624" y="1813"/>
            <a:chExt cx="2163" cy="1762"/>
          </a:xfrm>
        </p:grpSpPr>
        <p:sp>
          <p:nvSpPr>
            <p:cNvPr id="22" name="Text Box 31">
              <a:extLst>
                <a:ext uri="{FF2B5EF4-FFF2-40B4-BE49-F238E27FC236}">
                  <a16:creationId xmlns:a16="http://schemas.microsoft.com/office/drawing/2014/main" id="{D4102FD8-72E9-40BF-4C2D-A7144A69D2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813"/>
              <a:ext cx="179" cy="3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026" tIns="46231" rIns="91026" bIns="46231">
              <a:spAutoFit/>
            </a:bodyPr>
            <a:lstStyle>
              <a:lvl1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1pPr>
              <a:lvl2pPr marL="458788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2pPr>
              <a:lvl3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3pPr>
              <a:lvl4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4pPr>
              <a:lvl5pPr marL="1827213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5pPr>
              <a:lvl6pPr marL="22844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6pPr>
              <a:lvl7pPr marL="27416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7pPr>
              <a:lvl8pPr marL="3198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8pPr>
              <a:lvl9pPr marL="36560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9pPr>
            </a:lstStyle>
            <a:p>
              <a:pPr eaLnBrk="1" hangingPunct="1"/>
              <a:endParaRPr lang="en-US" altLang="zh-CN" sz="1600" dirty="0">
                <a:solidFill>
                  <a:srgbClr val="FFFF00"/>
                </a:solidFill>
              </a:endParaRPr>
            </a:p>
            <a:p>
              <a:pPr eaLnBrk="1" hangingPunct="1"/>
              <a:r>
                <a:rPr lang="en-US" altLang="zh-CN" sz="1600" dirty="0">
                  <a:solidFill>
                    <a:srgbClr val="FFFF00"/>
                  </a:solidFill>
                  <a:latin typeface="楷体_GB2312" charset="0"/>
                  <a:ea typeface="楷体_GB2312" charset="0"/>
                </a:rPr>
                <a:t>V</a:t>
              </a:r>
            </a:p>
          </p:txBody>
        </p:sp>
        <p:sp>
          <p:nvSpPr>
            <p:cNvPr id="23" name="Text Box 32">
              <a:extLst>
                <a:ext uri="{FF2B5EF4-FFF2-40B4-BE49-F238E27FC236}">
                  <a16:creationId xmlns:a16="http://schemas.microsoft.com/office/drawing/2014/main" id="{D088481B-7142-9CA6-73E8-234CA6D4B5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067"/>
              <a:ext cx="195" cy="1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026" tIns="46231" rIns="91026" bIns="46231">
              <a:spAutoFit/>
            </a:bodyPr>
            <a:lstStyle>
              <a:lvl1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1pPr>
              <a:lvl2pPr marL="458788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2pPr>
              <a:lvl3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3pPr>
              <a:lvl4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4pPr>
              <a:lvl5pPr marL="1827213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5pPr>
              <a:lvl6pPr marL="22844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6pPr>
              <a:lvl7pPr marL="27416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7pPr>
              <a:lvl8pPr marL="3198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8pPr>
              <a:lvl9pPr marL="36560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9pPr>
            </a:lstStyle>
            <a:p>
              <a:pPr eaLnBrk="1" hangingPunct="1"/>
              <a:r>
                <a:rPr lang="en-US" altLang="zh-CN" sz="1600" dirty="0">
                  <a:latin typeface="楷体_GB2312" charset="0"/>
                  <a:ea typeface="楷体_GB2312" charset="0"/>
                </a:rPr>
                <a:t>H</a:t>
              </a:r>
            </a:p>
          </p:txBody>
        </p:sp>
        <p:sp>
          <p:nvSpPr>
            <p:cNvPr id="24" name="Text Box 33">
              <a:extLst>
                <a:ext uri="{FF2B5EF4-FFF2-40B4-BE49-F238E27FC236}">
                  <a16:creationId xmlns:a16="http://schemas.microsoft.com/office/drawing/2014/main" id="{1EC42671-C737-67B4-6073-77EF218B4D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831"/>
              <a:ext cx="194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026" tIns="46231" rIns="91026" bIns="46231">
              <a:spAutoFit/>
            </a:bodyPr>
            <a:lstStyle>
              <a:lvl1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1pPr>
              <a:lvl2pPr marL="458788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2pPr>
              <a:lvl3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3pPr>
              <a:lvl4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4pPr>
              <a:lvl5pPr marL="1827213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5pPr>
              <a:lvl6pPr marL="22844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6pPr>
              <a:lvl7pPr marL="27416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7pPr>
              <a:lvl8pPr marL="3198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8pPr>
              <a:lvl9pPr marL="36560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9pPr>
            </a:lstStyle>
            <a:p>
              <a:pPr eaLnBrk="1" hangingPunct="1"/>
              <a:r>
                <a:rPr lang="en-US" altLang="zh-CN" sz="1800" b="1" dirty="0">
                  <a:solidFill>
                    <a:schemeClr val="accent2"/>
                  </a:solidFill>
                </a:rPr>
                <a:t>X</a:t>
              </a:r>
            </a:p>
          </p:txBody>
        </p:sp>
        <p:sp>
          <p:nvSpPr>
            <p:cNvPr id="25" name="Text Box 34">
              <a:extLst>
                <a:ext uri="{FF2B5EF4-FFF2-40B4-BE49-F238E27FC236}">
                  <a16:creationId xmlns:a16="http://schemas.microsoft.com/office/drawing/2014/main" id="{6858AD32-19DE-7309-135E-3C4FD946FB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5" y="2977"/>
              <a:ext cx="188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026" tIns="46231" rIns="91026" bIns="46231">
              <a:spAutoFit/>
            </a:bodyPr>
            <a:lstStyle>
              <a:lvl1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1pPr>
              <a:lvl2pPr marL="458788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2pPr>
              <a:lvl3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3pPr>
              <a:lvl4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4pPr>
              <a:lvl5pPr marL="1827213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5pPr>
              <a:lvl6pPr marL="22844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6pPr>
              <a:lvl7pPr marL="27416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7pPr>
              <a:lvl8pPr marL="3198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8pPr>
              <a:lvl9pPr marL="36560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9pPr>
            </a:lstStyle>
            <a:p>
              <a:pPr eaLnBrk="1" hangingPunct="1"/>
              <a:r>
                <a:rPr lang="en-US" altLang="zh-CN" sz="2000" i="1" dirty="0">
                  <a:solidFill>
                    <a:srgbClr val="002060"/>
                  </a:solidFill>
                </a:rPr>
                <a:t>A</a:t>
              </a:r>
            </a:p>
          </p:txBody>
        </p:sp>
        <p:sp>
          <p:nvSpPr>
            <p:cNvPr id="26" name="Text Box 35">
              <a:extLst>
                <a:ext uri="{FF2B5EF4-FFF2-40B4-BE49-F238E27FC236}">
                  <a16:creationId xmlns:a16="http://schemas.microsoft.com/office/drawing/2014/main" id="{9829BA16-0B6D-A0B8-69FB-74D94236F7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6" y="2433"/>
              <a:ext cx="188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026" tIns="46231" rIns="91026" bIns="46231">
              <a:spAutoFit/>
            </a:bodyPr>
            <a:lstStyle>
              <a:lvl1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1pPr>
              <a:lvl2pPr marL="458788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2pPr>
              <a:lvl3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3pPr>
              <a:lvl4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4pPr>
              <a:lvl5pPr marL="1827213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5pPr>
              <a:lvl6pPr marL="22844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6pPr>
              <a:lvl7pPr marL="27416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7pPr>
              <a:lvl8pPr marL="3198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8pPr>
              <a:lvl9pPr marL="36560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9pPr>
            </a:lstStyle>
            <a:p>
              <a:pPr eaLnBrk="1" hangingPunct="1"/>
              <a:r>
                <a:rPr lang="en-US" altLang="zh-CN" sz="2000" i="1" dirty="0">
                  <a:solidFill>
                    <a:srgbClr val="002060"/>
                  </a:solidFill>
                </a:rPr>
                <a:t>B</a:t>
              </a:r>
            </a:p>
          </p:txBody>
        </p:sp>
        <p:sp>
          <p:nvSpPr>
            <p:cNvPr id="27" name="Text Box 36">
              <a:extLst>
                <a:ext uri="{FF2B5EF4-FFF2-40B4-BE49-F238E27FC236}">
                  <a16:creationId xmlns:a16="http://schemas.microsoft.com/office/drawing/2014/main" id="{553D4C61-BD0B-81ED-11AC-3F5E36E8F2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" y="2524"/>
              <a:ext cx="205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026" tIns="46231" rIns="91026" bIns="46231">
              <a:spAutoFit/>
            </a:bodyPr>
            <a:lstStyle>
              <a:lvl1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1pPr>
              <a:lvl2pPr marL="458788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2pPr>
              <a:lvl3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3pPr>
              <a:lvl4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4pPr>
              <a:lvl5pPr marL="1827213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5pPr>
              <a:lvl6pPr marL="22844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6pPr>
              <a:lvl7pPr marL="27416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7pPr>
              <a:lvl8pPr marL="3198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8pPr>
              <a:lvl9pPr marL="36560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9pPr>
            </a:lstStyle>
            <a:p>
              <a:pPr eaLnBrk="1" hangingPunct="1"/>
              <a:r>
                <a:rPr lang="en-US" altLang="zh-CN" sz="2000" i="1" dirty="0">
                  <a:solidFill>
                    <a:srgbClr val="FFFF00"/>
                  </a:solidFill>
                  <a:latin typeface="+mn-lt"/>
                </a:rPr>
                <a:t>a'</a:t>
              </a:r>
            </a:p>
          </p:txBody>
        </p:sp>
        <p:sp>
          <p:nvSpPr>
            <p:cNvPr id="28" name="Text Box 37">
              <a:extLst>
                <a:ext uri="{FF2B5EF4-FFF2-40B4-BE49-F238E27FC236}">
                  <a16:creationId xmlns:a16="http://schemas.microsoft.com/office/drawing/2014/main" id="{50BC0ED4-AED2-BD10-256D-99A87C4437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3" y="2016"/>
              <a:ext cx="205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026" tIns="46231" rIns="91026" bIns="46231">
              <a:spAutoFit/>
            </a:bodyPr>
            <a:lstStyle>
              <a:lvl1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1pPr>
              <a:lvl2pPr marL="458788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2pPr>
              <a:lvl3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3pPr>
              <a:lvl4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4pPr>
              <a:lvl5pPr marL="1827213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5pPr>
              <a:lvl6pPr marL="22844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6pPr>
              <a:lvl7pPr marL="27416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7pPr>
              <a:lvl8pPr marL="3198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8pPr>
              <a:lvl9pPr marL="36560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9pPr>
            </a:lstStyle>
            <a:p>
              <a:pPr eaLnBrk="1" hangingPunct="1"/>
              <a:r>
                <a:rPr lang="en-US" altLang="zh-CN" sz="2000" i="1" dirty="0">
                  <a:solidFill>
                    <a:srgbClr val="FFFF00"/>
                  </a:solidFill>
                  <a:latin typeface="+mn-lt"/>
                </a:rPr>
                <a:t>b'</a:t>
              </a:r>
            </a:p>
          </p:txBody>
        </p:sp>
        <p:sp>
          <p:nvSpPr>
            <p:cNvPr id="29" name="Text Box 38">
              <a:extLst>
                <a:ext uri="{FF2B5EF4-FFF2-40B4-BE49-F238E27FC236}">
                  <a16:creationId xmlns:a16="http://schemas.microsoft.com/office/drawing/2014/main" id="{D5FA9D69-8566-0ACE-B668-A340DFD6D9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2" y="3320"/>
              <a:ext cx="189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026" tIns="46231" rIns="91026" bIns="46231">
              <a:spAutoFit/>
            </a:bodyPr>
            <a:lstStyle>
              <a:lvl1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1pPr>
              <a:lvl2pPr marL="458788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2pPr>
              <a:lvl3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3pPr>
              <a:lvl4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4pPr>
              <a:lvl5pPr marL="1827213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5pPr>
              <a:lvl6pPr marL="22844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6pPr>
              <a:lvl7pPr marL="27416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7pPr>
              <a:lvl8pPr marL="3198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8pPr>
              <a:lvl9pPr marL="36560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9pPr>
            </a:lstStyle>
            <a:p>
              <a:pPr eaLnBrk="1" hangingPunct="1"/>
              <a:r>
                <a:rPr lang="en-US" altLang="zh-CN" i="1">
                  <a:latin typeface="+mn-lt"/>
                  <a:ea typeface="楷体_GB2312" charset="0"/>
                </a:rPr>
                <a:t>a</a:t>
              </a:r>
            </a:p>
          </p:txBody>
        </p:sp>
        <p:sp>
          <p:nvSpPr>
            <p:cNvPr id="30" name="Text Box 39">
              <a:extLst>
                <a:ext uri="{FF2B5EF4-FFF2-40B4-BE49-F238E27FC236}">
                  <a16:creationId xmlns:a16="http://schemas.microsoft.com/office/drawing/2014/main" id="{EC0215C8-10BE-E4DE-4706-437941C667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2" y="2969"/>
              <a:ext cx="189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026" tIns="46231" rIns="91026" bIns="46231">
              <a:spAutoFit/>
            </a:bodyPr>
            <a:lstStyle>
              <a:lvl1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1pPr>
              <a:lvl2pPr marL="458788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2pPr>
              <a:lvl3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3pPr>
              <a:lvl4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4pPr>
              <a:lvl5pPr marL="1827213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5pPr>
              <a:lvl6pPr marL="22844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6pPr>
              <a:lvl7pPr marL="27416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7pPr>
              <a:lvl8pPr marL="3198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8pPr>
              <a:lvl9pPr marL="36560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9pPr>
            </a:lstStyle>
            <a:p>
              <a:pPr eaLnBrk="1" hangingPunct="1"/>
              <a:r>
                <a:rPr lang="en-US" altLang="zh-CN" i="1" dirty="0">
                  <a:latin typeface="+mn-lt"/>
                  <a:ea typeface="楷体_GB2312" charset="0"/>
                </a:rPr>
                <a:t>b</a:t>
              </a:r>
            </a:p>
          </p:txBody>
        </p:sp>
      </p:grpSp>
      <p:grpSp>
        <p:nvGrpSpPr>
          <p:cNvPr id="31" name="Group 130">
            <a:extLst>
              <a:ext uri="{FF2B5EF4-FFF2-40B4-BE49-F238E27FC236}">
                <a16:creationId xmlns:a16="http://schemas.microsoft.com/office/drawing/2014/main" id="{BCA38724-8A1E-F7DD-A310-8D5C1AC04BA6}"/>
              </a:ext>
            </a:extLst>
          </p:cNvPr>
          <p:cNvGrpSpPr>
            <a:grpSpLocks/>
          </p:cNvGrpSpPr>
          <p:nvPr/>
        </p:nvGrpSpPr>
        <p:grpSpPr bwMode="auto">
          <a:xfrm>
            <a:off x="3059335" y="2229847"/>
            <a:ext cx="3179763" cy="2412999"/>
            <a:chOff x="781" y="1484"/>
            <a:chExt cx="2003" cy="1520"/>
          </a:xfrm>
        </p:grpSpPr>
        <p:sp>
          <p:nvSpPr>
            <p:cNvPr id="32" name="Freeform 42">
              <a:extLst>
                <a:ext uri="{FF2B5EF4-FFF2-40B4-BE49-F238E27FC236}">
                  <a16:creationId xmlns:a16="http://schemas.microsoft.com/office/drawing/2014/main" id="{587121EA-9D8B-8660-69B6-D64277DFA9B3}"/>
                </a:ext>
              </a:extLst>
            </p:cNvPr>
            <p:cNvSpPr>
              <a:spLocks/>
            </p:cNvSpPr>
            <p:nvPr/>
          </p:nvSpPr>
          <p:spPr bwMode="auto">
            <a:xfrm rot="254626">
              <a:off x="781" y="1488"/>
              <a:ext cx="841" cy="881"/>
            </a:xfrm>
            <a:custGeom>
              <a:avLst/>
              <a:gdLst>
                <a:gd name="T0" fmla="*/ 0 w 3112"/>
                <a:gd name="T1" fmla="*/ 0 h 4161"/>
                <a:gd name="T2" fmla="*/ 3111 w 3112"/>
                <a:gd name="T3" fmla="*/ 4161 h 4161"/>
                <a:gd name="T4" fmla="*/ 3112 w 3112"/>
                <a:gd name="T5" fmla="*/ 4161 h 4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12" h="4161">
                  <a:moveTo>
                    <a:pt x="0" y="0"/>
                  </a:moveTo>
                  <a:lnTo>
                    <a:pt x="3111" y="4161"/>
                  </a:lnTo>
                  <a:lnTo>
                    <a:pt x="3112" y="4161"/>
                  </a:lnTo>
                </a:path>
              </a:pathLst>
            </a:custGeom>
            <a:solidFill>
              <a:srgbClr val="FF9900"/>
            </a:solidFill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wrap="none" lIns="91439" rIns="91439">
              <a:spAutoFit/>
            </a:bodyPr>
            <a:lstStyle/>
            <a:p>
              <a:endParaRPr lang="en-US"/>
            </a:p>
          </p:txBody>
        </p:sp>
        <p:sp>
          <p:nvSpPr>
            <p:cNvPr id="33" name="Freeform 43">
              <a:extLst>
                <a:ext uri="{FF2B5EF4-FFF2-40B4-BE49-F238E27FC236}">
                  <a16:creationId xmlns:a16="http://schemas.microsoft.com/office/drawing/2014/main" id="{B344C604-6C25-F2EA-2D33-580BE94EFA3E}"/>
                </a:ext>
              </a:extLst>
            </p:cNvPr>
            <p:cNvSpPr>
              <a:spLocks/>
            </p:cNvSpPr>
            <p:nvPr/>
          </p:nvSpPr>
          <p:spPr bwMode="auto">
            <a:xfrm rot="254626">
              <a:off x="1839" y="1944"/>
              <a:ext cx="945" cy="1060"/>
            </a:xfrm>
            <a:custGeom>
              <a:avLst/>
              <a:gdLst>
                <a:gd name="T0" fmla="*/ 3498 w 3498"/>
                <a:gd name="T1" fmla="*/ 5004 h 5004"/>
                <a:gd name="T2" fmla="*/ 0 w 3498"/>
                <a:gd name="T3" fmla="*/ 0 h 5004"/>
                <a:gd name="T4" fmla="*/ 1 w 3498"/>
                <a:gd name="T5" fmla="*/ 0 h 50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98" h="5004">
                  <a:moveTo>
                    <a:pt x="3498" y="500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 cmpd="sng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1439" rIns="91439">
              <a:spAutoFit/>
            </a:bodyPr>
            <a:lstStyle/>
            <a:p>
              <a:endParaRPr lang="en-US"/>
            </a:p>
          </p:txBody>
        </p:sp>
        <p:sp>
          <p:nvSpPr>
            <p:cNvPr id="34" name="Freeform 44">
              <a:extLst>
                <a:ext uri="{FF2B5EF4-FFF2-40B4-BE49-F238E27FC236}">
                  <a16:creationId xmlns:a16="http://schemas.microsoft.com/office/drawing/2014/main" id="{FDE9424E-F059-4579-32BD-F13623AA412D}"/>
                </a:ext>
              </a:extLst>
            </p:cNvPr>
            <p:cNvSpPr>
              <a:spLocks/>
            </p:cNvSpPr>
            <p:nvPr/>
          </p:nvSpPr>
          <p:spPr bwMode="auto">
            <a:xfrm rot="254626">
              <a:off x="809" y="1484"/>
              <a:ext cx="1087" cy="390"/>
            </a:xfrm>
            <a:custGeom>
              <a:avLst/>
              <a:gdLst>
                <a:gd name="T0" fmla="*/ 4018 w 4018"/>
                <a:gd name="T1" fmla="*/ 1841 h 1841"/>
                <a:gd name="T2" fmla="*/ 0 w 4018"/>
                <a:gd name="T3" fmla="*/ 0 h 1841"/>
                <a:gd name="T4" fmla="*/ 1 w 4018"/>
                <a:gd name="T5" fmla="*/ 0 h 18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18" h="1841">
                  <a:moveTo>
                    <a:pt x="4018" y="184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 cmpd="sng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1439" rIns="91439">
              <a:spAutoFit/>
            </a:bodyPr>
            <a:lstStyle/>
            <a:p>
              <a:endParaRPr lang="en-US"/>
            </a:p>
          </p:txBody>
        </p:sp>
        <p:sp>
          <p:nvSpPr>
            <p:cNvPr id="35" name="Freeform 45">
              <a:extLst>
                <a:ext uri="{FF2B5EF4-FFF2-40B4-BE49-F238E27FC236}">
                  <a16:creationId xmlns:a16="http://schemas.microsoft.com/office/drawing/2014/main" id="{1C2F04B8-00A4-4F58-D939-7F8AAE6FDEDF}"/>
                </a:ext>
              </a:extLst>
            </p:cNvPr>
            <p:cNvSpPr>
              <a:spLocks/>
            </p:cNvSpPr>
            <p:nvPr/>
          </p:nvSpPr>
          <p:spPr bwMode="auto">
            <a:xfrm rot="254626">
              <a:off x="1575" y="2442"/>
              <a:ext cx="1200" cy="555"/>
            </a:xfrm>
            <a:custGeom>
              <a:avLst/>
              <a:gdLst>
                <a:gd name="T0" fmla="*/ 0 w 4441"/>
                <a:gd name="T1" fmla="*/ 0 h 2618"/>
                <a:gd name="T2" fmla="*/ 4440 w 4441"/>
                <a:gd name="T3" fmla="*/ 2618 h 2618"/>
                <a:gd name="T4" fmla="*/ 4441 w 4441"/>
                <a:gd name="T5" fmla="*/ 2618 h 2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41" h="2618">
                  <a:moveTo>
                    <a:pt x="0" y="0"/>
                  </a:moveTo>
                  <a:lnTo>
                    <a:pt x="4440" y="2618"/>
                  </a:lnTo>
                  <a:lnTo>
                    <a:pt x="4441" y="2618"/>
                  </a:lnTo>
                </a:path>
              </a:pathLst>
            </a:custGeom>
            <a:noFill/>
            <a:ln w="12700" cmpd="sng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1439" rIns="91439">
              <a:spAutoFit/>
            </a:bodyPr>
            <a:lstStyle/>
            <a:p>
              <a:endParaRPr lang="en-US"/>
            </a:p>
          </p:txBody>
        </p:sp>
        <p:sp>
          <p:nvSpPr>
            <p:cNvPr id="36" name="Text Box 46">
              <a:extLst>
                <a:ext uri="{FF2B5EF4-FFF2-40B4-BE49-F238E27FC236}">
                  <a16:creationId xmlns:a16="http://schemas.microsoft.com/office/drawing/2014/main" id="{29554208-ABDF-43DB-54FD-D968893589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54626">
              <a:off x="1705" y="1728"/>
              <a:ext cx="289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39" rIns="91439">
              <a:spAutoFit/>
            </a:bodyPr>
            <a:lstStyle>
              <a:lvl1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1pPr>
              <a:lvl2pPr marL="458788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2pPr>
              <a:lvl3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3pPr>
              <a:lvl4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4pPr>
              <a:lvl5pPr marL="1827213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5pPr>
              <a:lvl6pPr marL="22844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6pPr>
              <a:lvl7pPr marL="27416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7pPr>
              <a:lvl8pPr marL="3198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8pPr>
              <a:lvl9pPr marL="36560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9pPr>
            </a:lstStyle>
            <a:p>
              <a:pPr eaLnBrk="1" hangingPunct="1"/>
              <a:endParaRPr lang="en-US" altLang="zh-CN" sz="1600" b="1" dirty="0">
                <a:solidFill>
                  <a:srgbClr val="FF0000"/>
                </a:solidFill>
              </a:endParaRPr>
            </a:p>
            <a:p>
              <a:pPr eaLnBrk="1" hangingPunct="1"/>
              <a:r>
                <a:rPr lang="en-US" altLang="zh-CN" sz="1600" b="1" dirty="0">
                  <a:solidFill>
                    <a:srgbClr val="FF0000"/>
                  </a:solidFill>
                  <a:latin typeface="楷体_GB2312" charset="0"/>
                  <a:ea typeface="楷体_GB2312" charset="0"/>
                </a:rPr>
                <a:t>H</a:t>
              </a:r>
              <a:r>
                <a:rPr lang="en-US" altLang="zh-CN" sz="2000" b="1" baseline="-25000" dirty="0">
                  <a:solidFill>
                    <a:srgbClr val="FF0000"/>
                  </a:solidFill>
                  <a:latin typeface="楷体_GB2312" charset="0"/>
                  <a:ea typeface="楷体_GB2312" charset="0"/>
                </a:rPr>
                <a:t>1</a:t>
              </a:r>
              <a:endParaRPr lang="en-US" altLang="zh-CN" sz="2000" b="1" dirty="0">
                <a:solidFill>
                  <a:srgbClr val="FF0000"/>
                </a:solidFill>
                <a:latin typeface="楷体_GB2312" charset="0"/>
                <a:ea typeface="楷体_GB2312" charset="0"/>
              </a:endParaRPr>
            </a:p>
          </p:txBody>
        </p:sp>
      </p:grpSp>
      <p:grpSp>
        <p:nvGrpSpPr>
          <p:cNvPr id="37" name="Group 57">
            <a:extLst>
              <a:ext uri="{FF2B5EF4-FFF2-40B4-BE49-F238E27FC236}">
                <a16:creationId xmlns:a16="http://schemas.microsoft.com/office/drawing/2014/main" id="{AFFCB61C-C328-9089-9280-3D227243AC37}"/>
              </a:ext>
            </a:extLst>
          </p:cNvPr>
          <p:cNvGrpSpPr>
            <a:grpSpLocks/>
          </p:cNvGrpSpPr>
          <p:nvPr/>
        </p:nvGrpSpPr>
        <p:grpSpPr bwMode="auto">
          <a:xfrm>
            <a:off x="8439372" y="2377484"/>
            <a:ext cx="1098550" cy="1423988"/>
            <a:chOff x="4467" y="1635"/>
            <a:chExt cx="691" cy="713"/>
          </a:xfrm>
        </p:grpSpPr>
        <p:sp>
          <p:nvSpPr>
            <p:cNvPr id="38" name="Freeform 58">
              <a:extLst>
                <a:ext uri="{FF2B5EF4-FFF2-40B4-BE49-F238E27FC236}">
                  <a16:creationId xmlns:a16="http://schemas.microsoft.com/office/drawing/2014/main" id="{2B84705C-A92D-4C3C-597C-2DFC9536B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7" y="1635"/>
              <a:ext cx="691" cy="713"/>
            </a:xfrm>
            <a:custGeom>
              <a:avLst/>
              <a:gdLst>
                <a:gd name="T0" fmla="*/ 0 w 3452"/>
                <a:gd name="T1" fmla="*/ 0 h 3567"/>
                <a:gd name="T2" fmla="*/ 3451 w 3452"/>
                <a:gd name="T3" fmla="*/ 3567 h 3567"/>
                <a:gd name="T4" fmla="*/ 3452 w 3452"/>
                <a:gd name="T5" fmla="*/ 3567 h 35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52" h="3567">
                  <a:moveTo>
                    <a:pt x="0" y="0"/>
                  </a:moveTo>
                  <a:lnTo>
                    <a:pt x="3451" y="3567"/>
                  </a:lnTo>
                  <a:lnTo>
                    <a:pt x="3452" y="3567"/>
                  </a:lnTo>
                </a:path>
              </a:pathLst>
            </a:custGeom>
            <a:noFill/>
            <a:ln w="1270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59">
              <a:extLst>
                <a:ext uri="{FF2B5EF4-FFF2-40B4-BE49-F238E27FC236}">
                  <a16:creationId xmlns:a16="http://schemas.microsoft.com/office/drawing/2014/main" id="{A51A4E02-AA16-7FBC-BEE2-7A91F60139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4" y="1837"/>
              <a:ext cx="61" cy="65"/>
            </a:xfrm>
            <a:custGeom>
              <a:avLst/>
              <a:gdLst>
                <a:gd name="T0" fmla="*/ 0 w 306"/>
                <a:gd name="T1" fmla="*/ 0 h 328"/>
                <a:gd name="T2" fmla="*/ 305 w 306"/>
                <a:gd name="T3" fmla="*/ 328 h 328"/>
                <a:gd name="T4" fmla="*/ 306 w 306"/>
                <a:gd name="T5" fmla="*/ 328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6" h="328">
                  <a:moveTo>
                    <a:pt x="0" y="0"/>
                  </a:moveTo>
                  <a:lnTo>
                    <a:pt x="305" y="328"/>
                  </a:lnTo>
                  <a:lnTo>
                    <a:pt x="306" y="328"/>
                  </a:lnTo>
                </a:path>
              </a:pathLst>
            </a:custGeom>
            <a:noFill/>
            <a:ln w="1270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60">
              <a:extLst>
                <a:ext uri="{FF2B5EF4-FFF2-40B4-BE49-F238E27FC236}">
                  <a16:creationId xmlns:a16="http://schemas.microsoft.com/office/drawing/2014/main" id="{AEEE25BD-E8F0-7867-A232-6A15DDB5D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8" y="1902"/>
              <a:ext cx="57" cy="54"/>
            </a:xfrm>
            <a:custGeom>
              <a:avLst/>
              <a:gdLst>
                <a:gd name="T0" fmla="*/ 284 w 284"/>
                <a:gd name="T1" fmla="*/ 0 h 271"/>
                <a:gd name="T2" fmla="*/ 0 w 284"/>
                <a:gd name="T3" fmla="*/ 271 h 271"/>
                <a:gd name="T4" fmla="*/ 1 w 284"/>
                <a:gd name="T5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4" h="271">
                  <a:moveTo>
                    <a:pt x="284" y="0"/>
                  </a:moveTo>
                  <a:lnTo>
                    <a:pt x="0" y="271"/>
                  </a:lnTo>
                  <a:lnTo>
                    <a:pt x="1" y="271"/>
                  </a:lnTo>
                </a:path>
              </a:pathLst>
            </a:custGeom>
            <a:noFill/>
            <a:ln w="1270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" name="Line 61">
            <a:extLst>
              <a:ext uri="{FF2B5EF4-FFF2-40B4-BE49-F238E27FC236}">
                <a16:creationId xmlns:a16="http://schemas.microsoft.com/office/drawing/2014/main" id="{88F826EF-A077-95A1-8158-86F259A0AA4F}"/>
              </a:ext>
            </a:extLst>
          </p:cNvPr>
          <p:cNvSpPr>
            <a:spLocks noChangeShapeType="1"/>
          </p:cNvSpPr>
          <p:nvPr/>
        </p:nvSpPr>
        <p:spPr bwMode="auto">
          <a:xfrm rot="21480000" flipV="1">
            <a:off x="8163147" y="2090147"/>
            <a:ext cx="1492250" cy="1404937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2" name="Group 62">
            <a:extLst>
              <a:ext uri="{FF2B5EF4-FFF2-40B4-BE49-F238E27FC236}">
                <a16:creationId xmlns:a16="http://schemas.microsoft.com/office/drawing/2014/main" id="{B9EF8D5A-F5C3-62B7-E4B9-2EFA4264AD28}"/>
              </a:ext>
            </a:extLst>
          </p:cNvPr>
          <p:cNvGrpSpPr>
            <a:grpSpLocks/>
          </p:cNvGrpSpPr>
          <p:nvPr/>
        </p:nvGrpSpPr>
        <p:grpSpPr bwMode="auto">
          <a:xfrm>
            <a:off x="9209042" y="3414553"/>
            <a:ext cx="544700" cy="652103"/>
            <a:chOff x="4859" y="2058"/>
            <a:chExt cx="307" cy="347"/>
          </a:xfrm>
        </p:grpSpPr>
        <p:sp>
          <p:nvSpPr>
            <p:cNvPr id="43" name="Text Box 63">
              <a:extLst>
                <a:ext uri="{FF2B5EF4-FFF2-40B4-BE49-F238E27FC236}">
                  <a16:creationId xmlns:a16="http://schemas.microsoft.com/office/drawing/2014/main" id="{AC8A01F5-CD89-EFEE-D067-35E7EF9FE8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998041">
              <a:off x="4973" y="2211"/>
              <a:ext cx="196" cy="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46" tIns="45717" rIns="91446" bIns="45717">
              <a:spAutoFit/>
            </a:bodyPr>
            <a:lstStyle>
              <a:lvl1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1pPr>
              <a:lvl2pPr marL="458788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2pPr>
              <a:lvl3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3pPr>
              <a:lvl4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4pPr>
              <a:lvl5pPr marL="1827213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5pPr>
              <a:lvl6pPr marL="22844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6pPr>
              <a:lvl7pPr marL="27416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7pPr>
              <a:lvl8pPr marL="3198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8pPr>
              <a:lvl9pPr marL="36560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9pPr>
            </a:lstStyle>
            <a:p>
              <a:pPr eaLnBrk="1" hangingPunct="1"/>
              <a:r>
                <a:rPr lang="en-US" altLang="zh-CN" sz="1600" b="1" dirty="0">
                  <a:solidFill>
                    <a:srgbClr val="FF0000"/>
                  </a:solidFill>
                  <a:latin typeface="+mn-lt"/>
                </a:rPr>
                <a:t>X</a:t>
              </a:r>
              <a:r>
                <a:rPr lang="en-US" altLang="zh-CN" sz="1600" b="1" baseline="-25000" dirty="0">
                  <a:solidFill>
                    <a:srgbClr val="FF0000"/>
                  </a:solidFill>
                  <a:latin typeface="+mn-lt"/>
                </a:rPr>
                <a:t>1</a:t>
              </a:r>
              <a:endParaRPr lang="en-US" altLang="zh-CN" sz="1600" b="1" dirty="0">
                <a:solidFill>
                  <a:srgbClr val="FF0000"/>
                </a:solidFill>
                <a:latin typeface="+mn-lt"/>
              </a:endParaRPr>
            </a:p>
          </p:txBody>
        </p:sp>
        <p:sp>
          <p:nvSpPr>
            <p:cNvPr id="44" name="Text Box 64">
              <a:extLst>
                <a:ext uri="{FF2B5EF4-FFF2-40B4-BE49-F238E27FC236}">
                  <a16:creationId xmlns:a16="http://schemas.microsoft.com/office/drawing/2014/main" id="{D850D7A3-1B15-49E1-FA2D-DD471C5749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905865">
              <a:off x="4962" y="2064"/>
              <a:ext cx="204" cy="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46" tIns="45717" rIns="91446" bIns="45717">
              <a:spAutoFit/>
            </a:bodyPr>
            <a:lstStyle>
              <a:lvl1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1pPr>
              <a:lvl2pPr marL="458788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2pPr>
              <a:lvl3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3pPr>
              <a:lvl4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4pPr>
              <a:lvl5pPr marL="1827213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5pPr>
              <a:lvl6pPr marL="22844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6pPr>
              <a:lvl7pPr marL="27416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7pPr>
              <a:lvl8pPr marL="3198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8pPr>
              <a:lvl9pPr marL="36560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9pPr>
            </a:lstStyle>
            <a:p>
              <a:pPr eaLnBrk="1" hangingPunct="1"/>
              <a:r>
                <a:rPr lang="en-US" altLang="zh-CN" sz="1600" b="1" dirty="0">
                  <a:solidFill>
                    <a:srgbClr val="FF0000"/>
                  </a:solidFill>
                  <a:latin typeface="+mn-lt"/>
                  <a:ea typeface="楷体_GB2312" charset="0"/>
                </a:rPr>
                <a:t>H</a:t>
              </a:r>
              <a:r>
                <a:rPr lang="en-US" altLang="zh-CN" sz="1600" b="1" baseline="-25000" dirty="0">
                  <a:solidFill>
                    <a:srgbClr val="FF0000"/>
                  </a:solidFill>
                  <a:latin typeface="+mn-lt"/>
                  <a:ea typeface="楷体_GB2312" charset="0"/>
                </a:rPr>
                <a:t>1</a:t>
              </a:r>
              <a:endParaRPr lang="en-US" altLang="zh-CN" sz="1600" b="1" dirty="0">
                <a:solidFill>
                  <a:srgbClr val="FF0000"/>
                </a:solidFill>
                <a:latin typeface="+mn-lt"/>
                <a:ea typeface="楷体_GB2312" charset="0"/>
              </a:endParaRPr>
            </a:p>
          </p:txBody>
        </p:sp>
        <p:sp>
          <p:nvSpPr>
            <p:cNvPr id="45" name="Text Box 65">
              <a:extLst>
                <a:ext uri="{FF2B5EF4-FFF2-40B4-BE49-F238E27FC236}">
                  <a16:creationId xmlns:a16="http://schemas.microsoft.com/office/drawing/2014/main" id="{E687B0C9-1A26-DEC5-8859-02F806E8C0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919800">
              <a:off x="4873" y="2156"/>
              <a:ext cx="163" cy="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46" tIns="45717" rIns="91446" bIns="45717">
              <a:spAutoFit/>
            </a:bodyPr>
            <a:lstStyle>
              <a:lvl1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1pPr>
              <a:lvl2pPr marL="458788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2pPr>
              <a:lvl3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3pPr>
              <a:lvl4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4pPr>
              <a:lvl5pPr marL="1827213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5pPr>
              <a:lvl6pPr marL="22844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6pPr>
              <a:lvl7pPr marL="27416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7pPr>
              <a:lvl8pPr marL="3198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8pPr>
              <a:lvl9pPr marL="36560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9pPr>
            </a:lstStyle>
            <a:p>
              <a:pPr eaLnBrk="1" hangingPunct="1"/>
              <a:r>
                <a:rPr lang="en-US" altLang="zh-CN" sz="1600" b="1" dirty="0">
                  <a:solidFill>
                    <a:srgbClr val="FF0000"/>
                  </a:solidFill>
                  <a:latin typeface="+mn-lt"/>
                  <a:ea typeface="楷体_GB2312" charset="0"/>
                </a:rPr>
                <a:t>V</a:t>
              </a:r>
            </a:p>
          </p:txBody>
        </p:sp>
      </p:grpSp>
      <p:grpSp>
        <p:nvGrpSpPr>
          <p:cNvPr id="46" name="Group 66">
            <a:extLst>
              <a:ext uri="{FF2B5EF4-FFF2-40B4-BE49-F238E27FC236}">
                <a16:creationId xmlns:a16="http://schemas.microsoft.com/office/drawing/2014/main" id="{7D3043B4-5BCC-C984-EBE8-2DA4C14FA713}"/>
              </a:ext>
            </a:extLst>
          </p:cNvPr>
          <p:cNvGrpSpPr>
            <a:grpSpLocks/>
          </p:cNvGrpSpPr>
          <p:nvPr/>
        </p:nvGrpSpPr>
        <p:grpSpPr bwMode="auto">
          <a:xfrm>
            <a:off x="9055164" y="1634244"/>
            <a:ext cx="1124706" cy="448511"/>
            <a:chOff x="4424" y="1558"/>
            <a:chExt cx="488" cy="242"/>
          </a:xfrm>
        </p:grpSpPr>
        <p:sp>
          <p:nvSpPr>
            <p:cNvPr id="47" name="Freeform 67">
              <a:extLst>
                <a:ext uri="{FF2B5EF4-FFF2-40B4-BE49-F238E27FC236}">
                  <a16:creationId xmlns:a16="http://schemas.microsoft.com/office/drawing/2014/main" id="{3F5455C4-2E99-FE37-6441-F84C87F6EB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8" y="1749"/>
              <a:ext cx="46" cy="51"/>
            </a:xfrm>
            <a:custGeom>
              <a:avLst/>
              <a:gdLst>
                <a:gd name="T0" fmla="*/ 300 w 302"/>
                <a:gd name="T1" fmla="*/ 154 h 307"/>
                <a:gd name="T2" fmla="*/ 257 w 302"/>
                <a:gd name="T3" fmla="*/ 45 h 307"/>
                <a:gd name="T4" fmla="*/ 150 w 302"/>
                <a:gd name="T5" fmla="*/ 0 h 307"/>
                <a:gd name="T6" fmla="*/ 44 w 302"/>
                <a:gd name="T7" fmla="*/ 45 h 307"/>
                <a:gd name="T8" fmla="*/ 0 w 302"/>
                <a:gd name="T9" fmla="*/ 154 h 307"/>
                <a:gd name="T10" fmla="*/ 44 w 302"/>
                <a:gd name="T11" fmla="*/ 262 h 307"/>
                <a:gd name="T12" fmla="*/ 150 w 302"/>
                <a:gd name="T13" fmla="*/ 307 h 307"/>
                <a:gd name="T14" fmla="*/ 257 w 302"/>
                <a:gd name="T15" fmla="*/ 262 h 307"/>
                <a:gd name="T16" fmla="*/ 300 w 302"/>
                <a:gd name="T17" fmla="*/ 154 h 307"/>
                <a:gd name="T18" fmla="*/ 302 w 302"/>
                <a:gd name="T19" fmla="*/ 154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2" h="307">
                  <a:moveTo>
                    <a:pt x="300" y="154"/>
                  </a:moveTo>
                  <a:lnTo>
                    <a:pt x="257" y="45"/>
                  </a:lnTo>
                  <a:lnTo>
                    <a:pt x="150" y="0"/>
                  </a:lnTo>
                  <a:lnTo>
                    <a:pt x="44" y="45"/>
                  </a:lnTo>
                  <a:lnTo>
                    <a:pt x="0" y="154"/>
                  </a:lnTo>
                  <a:lnTo>
                    <a:pt x="44" y="262"/>
                  </a:lnTo>
                  <a:lnTo>
                    <a:pt x="150" y="307"/>
                  </a:lnTo>
                  <a:lnTo>
                    <a:pt x="257" y="262"/>
                  </a:lnTo>
                  <a:lnTo>
                    <a:pt x="300" y="154"/>
                  </a:lnTo>
                  <a:lnTo>
                    <a:pt x="302" y="154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39" rIns="91439">
              <a:spAutoFit/>
            </a:bodyPr>
            <a:lstStyle/>
            <a:p>
              <a:endParaRPr lang="en-US"/>
            </a:p>
          </p:txBody>
        </p:sp>
        <p:sp>
          <p:nvSpPr>
            <p:cNvPr id="48" name="Text Box 68">
              <a:extLst>
                <a:ext uri="{FF2B5EF4-FFF2-40B4-BE49-F238E27FC236}">
                  <a16:creationId xmlns:a16="http://schemas.microsoft.com/office/drawing/2014/main" id="{9DFEA6D2-81B1-24DB-0805-FDC2BA34E9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4" y="1558"/>
              <a:ext cx="488" cy="2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1439" rIns="91439">
              <a:spAutoFit/>
            </a:bodyPr>
            <a:lstStyle>
              <a:lvl1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1pPr>
              <a:lvl2pPr marL="458788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2pPr>
              <a:lvl3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3pPr>
              <a:lvl4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4pPr>
              <a:lvl5pPr marL="1827213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5pPr>
              <a:lvl6pPr marL="22844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6pPr>
              <a:lvl7pPr marL="27416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7pPr>
              <a:lvl8pPr marL="3198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8pPr>
              <a:lvl9pPr marL="36560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9pPr>
            </a:lstStyle>
            <a:p>
              <a:pPr eaLnBrk="1" hangingPunct="1"/>
              <a:r>
                <a:rPr lang="en-US" altLang="zh-CN" sz="2000" i="1" dirty="0">
                  <a:solidFill>
                    <a:srgbClr val="FF0000"/>
                  </a:solidFill>
                  <a:latin typeface="+mn-lt"/>
                  <a:ea typeface="楷体_GB2312" charset="0"/>
                </a:rPr>
                <a:t>a</a:t>
              </a:r>
              <a:r>
                <a:rPr lang="en-US" altLang="zh-CN" sz="2000" i="1" baseline="-25000" dirty="0">
                  <a:solidFill>
                    <a:srgbClr val="FF0000"/>
                  </a:solidFill>
                  <a:latin typeface="+mn-lt"/>
                  <a:ea typeface="楷体_GB2312" charset="0"/>
                </a:rPr>
                <a:t>1</a:t>
              </a:r>
              <a:r>
                <a:rPr lang="en-US" altLang="zh-CN" sz="1600" i="1" dirty="0">
                  <a:solidFill>
                    <a:srgbClr val="FF0000"/>
                  </a:solidFill>
                  <a:latin typeface="+mn-lt"/>
                  <a:ea typeface="楷体_GB2312" charset="0"/>
                </a:rPr>
                <a:t>(</a:t>
              </a:r>
              <a:r>
                <a:rPr lang="en-US" altLang="zh-CN" sz="2000" i="1" dirty="0">
                  <a:solidFill>
                    <a:srgbClr val="FF0000"/>
                  </a:solidFill>
                  <a:latin typeface="+mn-lt"/>
                  <a:ea typeface="楷体_GB2312" charset="0"/>
                </a:rPr>
                <a:t>b</a:t>
              </a:r>
              <a:r>
                <a:rPr lang="en-US" altLang="zh-CN" sz="2000" i="1" baseline="-25000" dirty="0">
                  <a:solidFill>
                    <a:srgbClr val="FF0000"/>
                  </a:solidFill>
                  <a:latin typeface="+mn-lt"/>
                  <a:ea typeface="楷体_GB2312" charset="0"/>
                </a:rPr>
                <a:t>1</a:t>
              </a:r>
              <a:r>
                <a:rPr lang="en-US" altLang="zh-CN" sz="1600" i="1" dirty="0">
                  <a:solidFill>
                    <a:srgbClr val="FF0000"/>
                  </a:solidFill>
                  <a:latin typeface="+mn-lt"/>
                  <a:ea typeface="楷体_GB2312" charset="0"/>
                </a:rPr>
                <a:t>)</a:t>
              </a:r>
            </a:p>
          </p:txBody>
        </p:sp>
      </p:grpSp>
      <p:grpSp>
        <p:nvGrpSpPr>
          <p:cNvPr id="49" name="Group 69">
            <a:extLst>
              <a:ext uri="{FF2B5EF4-FFF2-40B4-BE49-F238E27FC236}">
                <a16:creationId xmlns:a16="http://schemas.microsoft.com/office/drawing/2014/main" id="{1ED54598-2151-BCEF-4EAC-918E497696AC}"/>
              </a:ext>
            </a:extLst>
          </p:cNvPr>
          <p:cNvGrpSpPr>
            <a:grpSpLocks/>
          </p:cNvGrpSpPr>
          <p:nvPr/>
        </p:nvGrpSpPr>
        <p:grpSpPr bwMode="auto">
          <a:xfrm>
            <a:off x="6454943" y="3142929"/>
            <a:ext cx="2619428" cy="3399893"/>
            <a:chOff x="3315" y="2039"/>
            <a:chExt cx="1513" cy="1658"/>
          </a:xfrm>
        </p:grpSpPr>
        <p:sp>
          <p:nvSpPr>
            <p:cNvPr id="50" name="Line 70">
              <a:extLst>
                <a:ext uri="{FF2B5EF4-FFF2-40B4-BE49-F238E27FC236}">
                  <a16:creationId xmlns:a16="http://schemas.microsoft.com/office/drawing/2014/main" id="{4BCC74A8-808C-70D5-1348-55A2D0603B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70" y="2208"/>
              <a:ext cx="576" cy="4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519" tIns="45746" rIns="91519" bIns="45746">
              <a:spAutoFit/>
            </a:bodyPr>
            <a:lstStyle/>
            <a:p>
              <a:endParaRPr lang="en-US"/>
            </a:p>
          </p:txBody>
        </p:sp>
        <p:sp>
          <p:nvSpPr>
            <p:cNvPr id="51" name="Freeform 71">
              <a:extLst>
                <a:ext uri="{FF2B5EF4-FFF2-40B4-BE49-F238E27FC236}">
                  <a16:creationId xmlns:a16="http://schemas.microsoft.com/office/drawing/2014/main" id="{F9CE978F-9E3E-FF8A-9D48-ECE43C3DC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7" y="2926"/>
              <a:ext cx="1381" cy="1"/>
            </a:xfrm>
            <a:custGeom>
              <a:avLst/>
              <a:gdLst>
                <a:gd name="T0" fmla="*/ 0 w 6905"/>
                <a:gd name="T1" fmla="*/ 6903 w 6905"/>
                <a:gd name="T2" fmla="*/ 6905 w 690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6905">
                  <a:moveTo>
                    <a:pt x="0" y="0"/>
                  </a:moveTo>
                  <a:lnTo>
                    <a:pt x="6903" y="0"/>
                  </a:lnTo>
                  <a:lnTo>
                    <a:pt x="6905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1519" tIns="45746" rIns="91519" bIns="45746">
              <a:spAutoFit/>
            </a:bodyPr>
            <a:lstStyle/>
            <a:p>
              <a:endParaRPr lang="en-US"/>
            </a:p>
          </p:txBody>
        </p:sp>
        <p:sp>
          <p:nvSpPr>
            <p:cNvPr id="52" name="Freeform 72">
              <a:extLst>
                <a:ext uri="{FF2B5EF4-FFF2-40B4-BE49-F238E27FC236}">
                  <a16:creationId xmlns:a16="http://schemas.microsoft.com/office/drawing/2014/main" id="{AC810E2B-4589-EC28-1418-7196098758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0" y="3515"/>
              <a:ext cx="577" cy="1"/>
            </a:xfrm>
            <a:custGeom>
              <a:avLst/>
              <a:gdLst>
                <a:gd name="T0" fmla="*/ 2885 w 2885"/>
                <a:gd name="T1" fmla="*/ 0 w 2885"/>
                <a:gd name="T2" fmla="*/ 1 w 288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885">
                  <a:moveTo>
                    <a:pt x="2885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571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1519" tIns="45746" rIns="91519" bIns="45746">
              <a:spAutoFit/>
            </a:bodyPr>
            <a:lstStyle/>
            <a:p>
              <a:endParaRPr lang="en-US"/>
            </a:p>
          </p:txBody>
        </p:sp>
        <p:sp>
          <p:nvSpPr>
            <p:cNvPr id="53" name="Freeform 73">
              <a:extLst>
                <a:ext uri="{FF2B5EF4-FFF2-40B4-BE49-F238E27FC236}">
                  <a16:creationId xmlns:a16="http://schemas.microsoft.com/office/drawing/2014/main" id="{9BD13756-C308-2744-3EAA-51805168E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0" y="2691"/>
              <a:ext cx="1" cy="824"/>
            </a:xfrm>
            <a:custGeom>
              <a:avLst/>
              <a:gdLst>
                <a:gd name="T0" fmla="*/ 0 w 1"/>
                <a:gd name="T1" fmla="*/ 4121 h 4121"/>
                <a:gd name="T2" fmla="*/ 0 w 1"/>
                <a:gd name="T3" fmla="*/ 0 h 4121"/>
                <a:gd name="T4" fmla="*/ 1 w 1"/>
                <a:gd name="T5" fmla="*/ 0 h 4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121">
                  <a:moveTo>
                    <a:pt x="0" y="412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1519" tIns="45746" rIns="91519" bIns="45746">
              <a:spAutoFit/>
            </a:bodyPr>
            <a:lstStyle/>
            <a:p>
              <a:endParaRPr lang="en-US"/>
            </a:p>
          </p:txBody>
        </p:sp>
        <p:sp>
          <p:nvSpPr>
            <p:cNvPr id="54" name="Freeform 74">
              <a:extLst>
                <a:ext uri="{FF2B5EF4-FFF2-40B4-BE49-F238E27FC236}">
                  <a16:creationId xmlns:a16="http://schemas.microsoft.com/office/drawing/2014/main" id="{CD5DDA1D-7DD9-F7F4-0C04-96190ABB65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7" y="2200"/>
              <a:ext cx="1" cy="1315"/>
            </a:xfrm>
            <a:custGeom>
              <a:avLst/>
              <a:gdLst>
                <a:gd name="T0" fmla="*/ 0 w 1"/>
                <a:gd name="T1" fmla="*/ 6573 h 6573"/>
                <a:gd name="T2" fmla="*/ 0 w 1"/>
                <a:gd name="T3" fmla="*/ 0 h 6573"/>
                <a:gd name="T4" fmla="*/ 1 w 1"/>
                <a:gd name="T5" fmla="*/ 0 h 6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6573">
                  <a:moveTo>
                    <a:pt x="0" y="657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1519" tIns="45746" rIns="91519" bIns="45746">
              <a:spAutoFit/>
            </a:bodyPr>
            <a:lstStyle/>
            <a:p>
              <a:endParaRPr lang="en-US"/>
            </a:p>
          </p:txBody>
        </p:sp>
        <p:sp>
          <p:nvSpPr>
            <p:cNvPr id="55" name="Text Box 75">
              <a:extLst>
                <a:ext uri="{FF2B5EF4-FFF2-40B4-BE49-F238E27FC236}">
                  <a16:creationId xmlns:a16="http://schemas.microsoft.com/office/drawing/2014/main" id="{D177BC05-026D-2168-E3CA-D6C9C35E67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5" y="2826"/>
              <a:ext cx="176" cy="1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519" tIns="45746" rIns="91519" bIns="45746">
              <a:spAutoFit/>
            </a:bodyPr>
            <a:lstStyle>
              <a:lvl1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1pPr>
              <a:lvl2pPr marL="458788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2pPr>
              <a:lvl3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3pPr>
              <a:lvl4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4pPr>
              <a:lvl5pPr marL="1827213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5pPr>
              <a:lvl6pPr marL="22844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6pPr>
              <a:lvl7pPr marL="27416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7pPr>
              <a:lvl8pPr marL="3198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8pPr>
              <a:lvl9pPr marL="36560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9pPr>
            </a:lstStyle>
            <a:p>
              <a:pPr eaLnBrk="1" hangingPunct="1"/>
              <a:r>
                <a:rPr lang="en-US" altLang="zh-CN" sz="1800" dirty="0">
                  <a:latin typeface="+mn-lt"/>
                </a:rPr>
                <a:t>X</a:t>
              </a:r>
            </a:p>
          </p:txBody>
        </p:sp>
        <p:sp>
          <p:nvSpPr>
            <p:cNvPr id="56" name="Text Box 76">
              <a:extLst>
                <a:ext uri="{FF2B5EF4-FFF2-40B4-BE49-F238E27FC236}">
                  <a16:creationId xmlns:a16="http://schemas.microsoft.com/office/drawing/2014/main" id="{AF926AC2-17FD-3219-FEA1-A861B60ECC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1" y="2763"/>
              <a:ext cx="183" cy="1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519" tIns="45746" rIns="91519" bIns="45746">
              <a:spAutoFit/>
            </a:bodyPr>
            <a:lstStyle>
              <a:lvl1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1pPr>
              <a:lvl2pPr marL="458788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2pPr>
              <a:lvl3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3pPr>
              <a:lvl4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4pPr>
              <a:lvl5pPr marL="1827213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5pPr>
              <a:lvl6pPr marL="22844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6pPr>
              <a:lvl7pPr marL="27416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7pPr>
              <a:lvl8pPr marL="3198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8pPr>
              <a:lvl9pPr marL="36560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9pPr>
            </a:lstStyle>
            <a:p>
              <a:pPr eaLnBrk="1" hangingPunct="1"/>
              <a:r>
                <a:rPr lang="en-US" altLang="zh-CN" sz="1800" dirty="0">
                  <a:latin typeface="+mn-lt"/>
                  <a:ea typeface="楷体_GB2312" charset="0"/>
                </a:rPr>
                <a:t>V</a:t>
              </a:r>
            </a:p>
          </p:txBody>
        </p:sp>
        <p:sp>
          <p:nvSpPr>
            <p:cNvPr id="57" name="Text Box 77">
              <a:extLst>
                <a:ext uri="{FF2B5EF4-FFF2-40B4-BE49-F238E27FC236}">
                  <a16:creationId xmlns:a16="http://schemas.microsoft.com/office/drawing/2014/main" id="{5E579311-A464-1C3A-03B9-67AFDCF323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916"/>
              <a:ext cx="190" cy="1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519" tIns="45746" rIns="91519" bIns="45746">
              <a:spAutoFit/>
            </a:bodyPr>
            <a:lstStyle>
              <a:lvl1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1pPr>
              <a:lvl2pPr marL="458788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2pPr>
              <a:lvl3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3pPr>
              <a:lvl4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4pPr>
              <a:lvl5pPr marL="1827213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5pPr>
              <a:lvl6pPr marL="22844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6pPr>
              <a:lvl7pPr marL="27416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7pPr>
              <a:lvl8pPr marL="3198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8pPr>
              <a:lvl9pPr marL="36560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9pPr>
            </a:lstStyle>
            <a:p>
              <a:pPr eaLnBrk="1" hangingPunct="1"/>
              <a:r>
                <a:rPr lang="en-US" altLang="zh-CN" sz="1800">
                  <a:latin typeface="+mn-lt"/>
                  <a:ea typeface="楷体_GB2312" charset="0"/>
                </a:rPr>
                <a:t>H</a:t>
              </a:r>
            </a:p>
          </p:txBody>
        </p:sp>
        <p:sp>
          <p:nvSpPr>
            <p:cNvPr id="58" name="Text Box 78">
              <a:extLst>
                <a:ext uri="{FF2B5EF4-FFF2-40B4-BE49-F238E27FC236}">
                  <a16:creationId xmlns:a16="http://schemas.microsoft.com/office/drawing/2014/main" id="{CAA1BE04-4830-E350-D687-A5785638A2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6" y="3502"/>
              <a:ext cx="181" cy="1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519" tIns="45746" rIns="91519" bIns="45746">
              <a:spAutoFit/>
            </a:bodyPr>
            <a:lstStyle>
              <a:lvl1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1pPr>
              <a:lvl2pPr marL="458788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2pPr>
              <a:lvl3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3pPr>
              <a:lvl4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4pPr>
              <a:lvl5pPr marL="1827213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5pPr>
              <a:lvl6pPr marL="22844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6pPr>
              <a:lvl7pPr marL="27416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7pPr>
              <a:lvl8pPr marL="3198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8pPr>
              <a:lvl9pPr marL="36560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9pPr>
            </a:lstStyle>
            <a:p>
              <a:pPr eaLnBrk="1" hangingPunct="1"/>
              <a:r>
                <a:rPr lang="en-US" altLang="zh-CN" sz="2000" i="1" dirty="0">
                  <a:latin typeface="+mn-lt"/>
                </a:rPr>
                <a:t>a</a:t>
              </a:r>
            </a:p>
          </p:txBody>
        </p:sp>
        <p:sp>
          <p:nvSpPr>
            <p:cNvPr id="59" name="Text Box 79">
              <a:extLst>
                <a:ext uri="{FF2B5EF4-FFF2-40B4-BE49-F238E27FC236}">
                  <a16:creationId xmlns:a16="http://schemas.microsoft.com/office/drawing/2014/main" id="{F7D0F8A3-F6CB-AF22-467E-322570B6AE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5" y="3502"/>
              <a:ext cx="181" cy="1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519" tIns="45746" rIns="91519" bIns="45746">
              <a:spAutoFit/>
            </a:bodyPr>
            <a:lstStyle>
              <a:lvl1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1pPr>
              <a:lvl2pPr marL="458788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2pPr>
              <a:lvl3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3pPr>
              <a:lvl4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4pPr>
              <a:lvl5pPr marL="1827213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5pPr>
              <a:lvl6pPr marL="22844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6pPr>
              <a:lvl7pPr marL="27416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7pPr>
              <a:lvl8pPr marL="3198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8pPr>
              <a:lvl9pPr marL="36560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9pPr>
            </a:lstStyle>
            <a:p>
              <a:pPr eaLnBrk="1" hangingPunct="1"/>
              <a:r>
                <a:rPr lang="en-US" altLang="zh-CN" sz="2000" i="1" dirty="0">
                  <a:latin typeface="+mn-lt"/>
                </a:rPr>
                <a:t>b</a:t>
              </a:r>
            </a:p>
          </p:txBody>
        </p:sp>
        <p:sp>
          <p:nvSpPr>
            <p:cNvPr id="60" name="Text Box 80">
              <a:extLst>
                <a:ext uri="{FF2B5EF4-FFF2-40B4-BE49-F238E27FC236}">
                  <a16:creationId xmlns:a16="http://schemas.microsoft.com/office/drawing/2014/main" id="{49F5E7F6-F0E1-B4C2-510E-FD670266AD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3" y="2498"/>
              <a:ext cx="215" cy="1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519" tIns="45746" rIns="91519" bIns="45746">
              <a:spAutoFit/>
            </a:bodyPr>
            <a:lstStyle>
              <a:lvl1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1pPr>
              <a:lvl2pPr marL="458788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2pPr>
              <a:lvl3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3pPr>
              <a:lvl4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4pPr>
              <a:lvl5pPr marL="1827213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5pPr>
              <a:lvl6pPr marL="22844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6pPr>
              <a:lvl7pPr marL="27416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7pPr>
              <a:lvl8pPr marL="3198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8pPr>
              <a:lvl9pPr marL="36560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9pPr>
            </a:lstStyle>
            <a:p>
              <a:pPr eaLnBrk="1" hangingPunct="1"/>
              <a:r>
                <a:rPr lang="en-US" altLang="zh-CN" sz="2000" i="1" dirty="0">
                  <a:latin typeface="+mn-lt"/>
                </a:rPr>
                <a:t>a'</a:t>
              </a:r>
            </a:p>
          </p:txBody>
        </p:sp>
        <p:sp>
          <p:nvSpPr>
            <p:cNvPr id="61" name="Text Box 81">
              <a:extLst>
                <a:ext uri="{FF2B5EF4-FFF2-40B4-BE49-F238E27FC236}">
                  <a16:creationId xmlns:a16="http://schemas.microsoft.com/office/drawing/2014/main" id="{49379D98-5879-2997-A54E-E6E48274E9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2" y="2039"/>
              <a:ext cx="215" cy="1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519" tIns="45746" rIns="91519" bIns="45746">
              <a:spAutoFit/>
            </a:bodyPr>
            <a:lstStyle>
              <a:lvl1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1pPr>
              <a:lvl2pPr marL="458788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2pPr>
              <a:lvl3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3pPr>
              <a:lvl4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4pPr>
              <a:lvl5pPr marL="1827213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5pPr>
              <a:lvl6pPr marL="22844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6pPr>
              <a:lvl7pPr marL="27416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7pPr>
              <a:lvl8pPr marL="3198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8pPr>
              <a:lvl9pPr marL="36560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9pPr>
            </a:lstStyle>
            <a:p>
              <a:pPr eaLnBrk="1" hangingPunct="1"/>
              <a:r>
                <a:rPr lang="en-US" altLang="zh-CN" sz="2000" i="1" dirty="0">
                  <a:latin typeface="+mn-lt"/>
                </a:rPr>
                <a:t>b'</a:t>
              </a:r>
            </a:p>
          </p:txBody>
        </p:sp>
      </p:grpSp>
      <p:grpSp>
        <p:nvGrpSpPr>
          <p:cNvPr id="62" name="Group 138">
            <a:extLst>
              <a:ext uri="{FF2B5EF4-FFF2-40B4-BE49-F238E27FC236}">
                <a16:creationId xmlns:a16="http://schemas.microsoft.com/office/drawing/2014/main" id="{66E95BE3-5CED-4105-37AE-E367C322749D}"/>
              </a:ext>
            </a:extLst>
          </p:cNvPr>
          <p:cNvGrpSpPr>
            <a:grpSpLocks/>
          </p:cNvGrpSpPr>
          <p:nvPr/>
        </p:nvGrpSpPr>
        <p:grpSpPr bwMode="auto">
          <a:xfrm>
            <a:off x="7134447" y="2387009"/>
            <a:ext cx="2166938" cy="2932113"/>
            <a:chOff x="3464" y="1752"/>
            <a:chExt cx="1365" cy="1847"/>
          </a:xfrm>
        </p:grpSpPr>
        <p:sp>
          <p:nvSpPr>
            <p:cNvPr id="63" name="Line 83">
              <a:extLst>
                <a:ext uri="{FF2B5EF4-FFF2-40B4-BE49-F238E27FC236}">
                  <a16:creationId xmlns:a16="http://schemas.microsoft.com/office/drawing/2014/main" id="{8C4D9372-3707-E6D0-9BAB-8109720F73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4" y="3599"/>
              <a:ext cx="159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" name="Line 84">
              <a:extLst>
                <a:ext uri="{FF2B5EF4-FFF2-40B4-BE49-F238E27FC236}">
                  <a16:creationId xmlns:a16="http://schemas.microsoft.com/office/drawing/2014/main" id="{C45D2EC4-3B65-A303-C2D4-3929ACE5B0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0" y="3599"/>
              <a:ext cx="159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" name="Line 85">
              <a:extLst>
                <a:ext uri="{FF2B5EF4-FFF2-40B4-BE49-F238E27FC236}">
                  <a16:creationId xmlns:a16="http://schemas.microsoft.com/office/drawing/2014/main" id="{DB825B8C-C1EA-5FFA-5D4F-7B20B250AA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9" y="1752"/>
              <a:ext cx="90" cy="123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6" name="Group 48">
            <a:extLst>
              <a:ext uri="{FF2B5EF4-FFF2-40B4-BE49-F238E27FC236}">
                <a16:creationId xmlns:a16="http://schemas.microsoft.com/office/drawing/2014/main" id="{B4454F92-7621-7910-5002-F59EE4CF68E4}"/>
              </a:ext>
            </a:extLst>
          </p:cNvPr>
          <p:cNvGrpSpPr>
            <a:grpSpLocks/>
          </p:cNvGrpSpPr>
          <p:nvPr/>
        </p:nvGrpSpPr>
        <p:grpSpPr bwMode="auto">
          <a:xfrm>
            <a:off x="3278412" y="3017247"/>
            <a:ext cx="2647951" cy="1577975"/>
            <a:chOff x="2400" y="1296"/>
            <a:chExt cx="1668" cy="994"/>
          </a:xfrm>
        </p:grpSpPr>
        <p:sp>
          <p:nvSpPr>
            <p:cNvPr id="67" name="Freeform 49">
              <a:extLst>
                <a:ext uri="{FF2B5EF4-FFF2-40B4-BE49-F238E27FC236}">
                  <a16:creationId xmlns:a16="http://schemas.microsoft.com/office/drawing/2014/main" id="{54BB0466-E404-C842-775C-AD0F1B6CEE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5" y="1368"/>
              <a:ext cx="841" cy="496"/>
            </a:xfrm>
            <a:custGeom>
              <a:avLst/>
              <a:gdLst>
                <a:gd name="T0" fmla="*/ 0 w 3693"/>
                <a:gd name="T1" fmla="*/ 0 h 2175"/>
                <a:gd name="T2" fmla="*/ 3692 w 3693"/>
                <a:gd name="T3" fmla="*/ 2175 h 2175"/>
                <a:gd name="T4" fmla="*/ 3693 w 3693"/>
                <a:gd name="T5" fmla="*/ 2175 h 2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93" h="2175">
                  <a:moveTo>
                    <a:pt x="0" y="0"/>
                  </a:moveTo>
                  <a:lnTo>
                    <a:pt x="3692" y="2175"/>
                  </a:lnTo>
                  <a:lnTo>
                    <a:pt x="3693" y="2175"/>
                  </a:lnTo>
                </a:path>
              </a:pathLst>
            </a:custGeom>
            <a:noFill/>
            <a:ln w="19050" cmpd="sng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1439" rIns="91439">
              <a:spAutoFit/>
            </a:bodyPr>
            <a:lstStyle/>
            <a:p>
              <a:endParaRPr lang="en-US"/>
            </a:p>
          </p:txBody>
        </p:sp>
        <p:sp>
          <p:nvSpPr>
            <p:cNvPr id="68" name="Freeform 50">
              <a:extLst>
                <a:ext uri="{FF2B5EF4-FFF2-40B4-BE49-F238E27FC236}">
                  <a16:creationId xmlns:a16="http://schemas.microsoft.com/office/drawing/2014/main" id="{5FEA99B4-3C0E-A846-35FB-63CF3207BE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0" y="1368"/>
              <a:ext cx="385" cy="428"/>
            </a:xfrm>
            <a:custGeom>
              <a:avLst/>
              <a:gdLst>
                <a:gd name="T0" fmla="*/ 0 w 1690"/>
                <a:gd name="T1" fmla="*/ 1877 h 1877"/>
                <a:gd name="T2" fmla="*/ 1689 w 1690"/>
                <a:gd name="T3" fmla="*/ 0 h 1877"/>
                <a:gd name="T4" fmla="*/ 1690 w 1690"/>
                <a:gd name="T5" fmla="*/ 0 h 18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90" h="1877">
                  <a:moveTo>
                    <a:pt x="0" y="1877"/>
                  </a:moveTo>
                  <a:lnTo>
                    <a:pt x="1689" y="0"/>
                  </a:lnTo>
                  <a:lnTo>
                    <a:pt x="1690" y="0"/>
                  </a:lnTo>
                </a:path>
              </a:pathLst>
            </a:custGeom>
            <a:noFill/>
            <a:ln w="12700" cmpd="sng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1439" rIns="91439">
              <a:spAutoFit/>
            </a:bodyPr>
            <a:lstStyle/>
            <a:p>
              <a:endParaRPr lang="en-US"/>
            </a:p>
          </p:txBody>
        </p:sp>
        <p:sp>
          <p:nvSpPr>
            <p:cNvPr id="69" name="Freeform 51">
              <a:extLst>
                <a:ext uri="{FF2B5EF4-FFF2-40B4-BE49-F238E27FC236}">
                  <a16:creationId xmlns:a16="http://schemas.microsoft.com/office/drawing/2014/main" id="{4429E65C-6B38-2B20-AA34-D7BB57CE81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7" y="1864"/>
              <a:ext cx="389" cy="426"/>
            </a:xfrm>
            <a:custGeom>
              <a:avLst/>
              <a:gdLst>
                <a:gd name="T0" fmla="*/ 0 w 1708"/>
                <a:gd name="T1" fmla="*/ 1866 h 1866"/>
                <a:gd name="T2" fmla="*/ 1707 w 1708"/>
                <a:gd name="T3" fmla="*/ 0 h 1866"/>
                <a:gd name="T4" fmla="*/ 1708 w 1708"/>
                <a:gd name="T5" fmla="*/ 0 h 18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08" h="1866">
                  <a:moveTo>
                    <a:pt x="0" y="1866"/>
                  </a:moveTo>
                  <a:lnTo>
                    <a:pt x="1707" y="0"/>
                  </a:lnTo>
                  <a:lnTo>
                    <a:pt x="1708" y="0"/>
                  </a:lnTo>
                </a:path>
              </a:pathLst>
            </a:custGeom>
            <a:noFill/>
            <a:ln w="12700" cmpd="sng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1439" rIns="91439">
              <a:spAutoFit/>
            </a:bodyPr>
            <a:lstStyle/>
            <a:p>
              <a:endParaRPr lang="en-US"/>
            </a:p>
          </p:txBody>
        </p:sp>
        <p:sp>
          <p:nvSpPr>
            <p:cNvPr id="70" name="Freeform 52">
              <a:extLst>
                <a:ext uri="{FF2B5EF4-FFF2-40B4-BE49-F238E27FC236}">
                  <a16:creationId xmlns:a16="http://schemas.microsoft.com/office/drawing/2014/main" id="{CD408556-B2EF-1479-6624-B6E8136209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8" y="1296"/>
              <a:ext cx="64" cy="73"/>
            </a:xfrm>
            <a:custGeom>
              <a:avLst/>
              <a:gdLst>
                <a:gd name="T0" fmla="*/ 277 w 277"/>
                <a:gd name="T1" fmla="*/ 0 h 319"/>
                <a:gd name="T2" fmla="*/ 0 w 277"/>
                <a:gd name="T3" fmla="*/ 319 h 319"/>
                <a:gd name="T4" fmla="*/ 1 w 277"/>
                <a:gd name="T5" fmla="*/ 319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7" h="319">
                  <a:moveTo>
                    <a:pt x="277" y="0"/>
                  </a:moveTo>
                  <a:lnTo>
                    <a:pt x="0" y="319"/>
                  </a:lnTo>
                  <a:lnTo>
                    <a:pt x="1" y="319"/>
                  </a:lnTo>
                </a:path>
              </a:pathLst>
            </a:custGeom>
            <a:noFill/>
            <a:ln w="2857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1439" rIns="91439">
              <a:spAutoFit/>
            </a:bodyPr>
            <a:lstStyle/>
            <a:p>
              <a:endParaRPr lang="en-US"/>
            </a:p>
          </p:txBody>
        </p:sp>
        <p:sp>
          <p:nvSpPr>
            <p:cNvPr id="71" name="Freeform 53">
              <a:extLst>
                <a:ext uri="{FF2B5EF4-FFF2-40B4-BE49-F238E27FC236}">
                  <a16:creationId xmlns:a16="http://schemas.microsoft.com/office/drawing/2014/main" id="{4651745D-8C80-98D9-9970-BDCC51E247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8" y="1369"/>
              <a:ext cx="53" cy="71"/>
            </a:xfrm>
            <a:custGeom>
              <a:avLst/>
              <a:gdLst>
                <a:gd name="T0" fmla="*/ 0 w 231"/>
                <a:gd name="T1" fmla="*/ 0 h 311"/>
                <a:gd name="T2" fmla="*/ 230 w 231"/>
                <a:gd name="T3" fmla="*/ 311 h 311"/>
                <a:gd name="T4" fmla="*/ 231 w 231"/>
                <a:gd name="T5" fmla="*/ 311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1" h="311">
                  <a:moveTo>
                    <a:pt x="0" y="0"/>
                  </a:moveTo>
                  <a:lnTo>
                    <a:pt x="230" y="311"/>
                  </a:lnTo>
                  <a:lnTo>
                    <a:pt x="231" y="311"/>
                  </a:lnTo>
                </a:path>
              </a:pathLst>
            </a:custGeom>
            <a:noFill/>
            <a:ln w="2857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1439" rIns="91439">
              <a:spAutoFit/>
            </a:bodyPr>
            <a:lstStyle/>
            <a:p>
              <a:endParaRPr lang="en-US"/>
            </a:p>
          </p:txBody>
        </p:sp>
        <p:sp>
          <p:nvSpPr>
            <p:cNvPr id="72" name="Text Box 54">
              <a:extLst>
                <a:ext uri="{FF2B5EF4-FFF2-40B4-BE49-F238E27FC236}">
                  <a16:creationId xmlns:a16="http://schemas.microsoft.com/office/drawing/2014/main" id="{99A12343-4645-5316-8220-50594A56C3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681"/>
              <a:ext cx="569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39" rIns="91439">
              <a:spAutoFit/>
            </a:bodyPr>
            <a:lstStyle>
              <a:lvl1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1pPr>
              <a:lvl2pPr marL="458788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2pPr>
              <a:lvl3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3pPr>
              <a:lvl4pPr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4pPr>
              <a:lvl5pPr marL="1827213" algn="l" eaLnBrk="0" hangingPunct="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5pPr>
              <a:lvl6pPr marL="22844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6pPr>
              <a:lvl7pPr marL="27416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7pPr>
              <a:lvl8pPr marL="3198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8pPr>
              <a:lvl9pPr marL="3656013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-122"/>
                  <a:cs typeface="宋体" charset="-122"/>
                </a:defRPr>
              </a:lvl9pPr>
            </a:lstStyle>
            <a:p>
              <a:pPr eaLnBrk="1" hangingPunct="1"/>
              <a:endParaRPr lang="en-US" altLang="zh-CN" b="1" dirty="0">
                <a:solidFill>
                  <a:srgbClr val="FF0000"/>
                </a:solidFill>
              </a:endParaRPr>
            </a:p>
            <a:p>
              <a:pPr eaLnBrk="1" hangingPunct="1"/>
              <a:r>
                <a:rPr lang="en-US" altLang="zh-CN" b="1" dirty="0">
                  <a:solidFill>
                    <a:srgbClr val="FF0000"/>
                  </a:solidFill>
                </a:rPr>
                <a:t>     </a:t>
              </a:r>
              <a:r>
                <a:rPr lang="en-US" altLang="zh-CN" i="1" dirty="0">
                  <a:solidFill>
                    <a:srgbClr val="FF0000"/>
                  </a:solidFill>
                  <a:latin typeface="+mn-lt"/>
                </a:rPr>
                <a:t>a</a:t>
              </a:r>
              <a:r>
                <a:rPr lang="en-US" altLang="zh-CN" i="1" baseline="-25000" dirty="0">
                  <a:solidFill>
                    <a:srgbClr val="FF0000"/>
                  </a:solidFill>
                  <a:latin typeface="+mn-lt"/>
                </a:rPr>
                <a:t>1</a:t>
              </a:r>
              <a:r>
                <a:rPr lang="en-US" altLang="zh-CN" i="1" dirty="0">
                  <a:solidFill>
                    <a:srgbClr val="FF0000"/>
                  </a:solidFill>
                  <a:latin typeface="+mn-lt"/>
                </a:rPr>
                <a:t> </a:t>
              </a:r>
            </a:p>
          </p:txBody>
        </p:sp>
        <p:sp>
          <p:nvSpPr>
            <p:cNvPr id="73" name="Text Box 55">
              <a:extLst>
                <a:ext uri="{FF2B5EF4-FFF2-40B4-BE49-F238E27FC236}">
                  <a16:creationId xmlns:a16="http://schemas.microsoft.com/office/drawing/2014/main" id="{99CE892F-5F4D-C446-CF29-7A64886EFD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2" y="1934"/>
              <a:ext cx="54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i="1" dirty="0">
                  <a:solidFill>
                    <a:srgbClr val="FF0000"/>
                  </a:solidFill>
                </a:rPr>
                <a:t>   ’(b'</a:t>
              </a:r>
              <a:r>
                <a:rPr lang="en-US" altLang="zh-CN" sz="2000" i="1" baseline="-25000" dirty="0">
                  <a:solidFill>
                    <a:srgbClr val="FF0000"/>
                  </a:solidFill>
                </a:rPr>
                <a:t>1</a:t>
              </a:r>
              <a:r>
                <a:rPr lang="en-US" altLang="zh-CN" sz="2000" i="1" dirty="0">
                  <a:solidFill>
                    <a:srgbClr val="FF0000"/>
                  </a:solidFill>
                </a:rPr>
                <a:t>)</a:t>
              </a:r>
            </a:p>
          </p:txBody>
        </p:sp>
        <p:sp>
          <p:nvSpPr>
            <p:cNvPr id="74" name="Text Box 56">
              <a:extLst>
                <a:ext uri="{FF2B5EF4-FFF2-40B4-BE49-F238E27FC236}">
                  <a16:creationId xmlns:a16="http://schemas.microsoft.com/office/drawing/2014/main" id="{A5FD363F-8C40-005D-876A-6256DB4491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632"/>
              <a:ext cx="24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600">
                  <a:solidFill>
                    <a:srgbClr val="FF0000"/>
                  </a:solidFill>
                  <a:sym typeface="Symbol" charset="2"/>
                </a:rPr>
                <a:t></a:t>
              </a:r>
              <a:endParaRPr lang="en-US" altLang="zh-CN" sz="3600">
                <a:solidFill>
                  <a:srgbClr val="FF0000"/>
                </a:solidFill>
              </a:endParaRPr>
            </a:p>
          </p:txBody>
        </p:sp>
      </p:grpSp>
      <p:grpSp>
        <p:nvGrpSpPr>
          <p:cNvPr id="75" name="Group 137">
            <a:extLst>
              <a:ext uri="{FF2B5EF4-FFF2-40B4-BE49-F238E27FC236}">
                <a16:creationId xmlns:a16="http://schemas.microsoft.com/office/drawing/2014/main" id="{FC838284-9964-C906-5D08-CFF7EB7525B0}"/>
              </a:ext>
            </a:extLst>
          </p:cNvPr>
          <p:cNvGrpSpPr>
            <a:grpSpLocks/>
          </p:cNvGrpSpPr>
          <p:nvPr/>
        </p:nvGrpSpPr>
        <p:grpSpPr bwMode="auto">
          <a:xfrm>
            <a:off x="3133947" y="3453809"/>
            <a:ext cx="1524000" cy="1803400"/>
            <a:chOff x="936" y="2256"/>
            <a:chExt cx="960" cy="1136"/>
          </a:xfrm>
        </p:grpSpPr>
        <p:sp>
          <p:nvSpPr>
            <p:cNvPr id="76" name="Line 132">
              <a:extLst>
                <a:ext uri="{FF2B5EF4-FFF2-40B4-BE49-F238E27FC236}">
                  <a16:creationId xmlns:a16="http://schemas.microsoft.com/office/drawing/2014/main" id="{7FD579DB-FB4C-5030-BF8B-026806460F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40" y="2256"/>
              <a:ext cx="56" cy="96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7" name="Line 135">
              <a:extLst>
                <a:ext uri="{FF2B5EF4-FFF2-40B4-BE49-F238E27FC236}">
                  <a16:creationId xmlns:a16="http://schemas.microsoft.com/office/drawing/2014/main" id="{54B374AB-C6F4-0583-E924-E74FE15FDC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2" y="2680"/>
              <a:ext cx="56" cy="96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8" name="Line 136">
              <a:extLst>
                <a:ext uri="{FF2B5EF4-FFF2-40B4-BE49-F238E27FC236}">
                  <a16:creationId xmlns:a16="http://schemas.microsoft.com/office/drawing/2014/main" id="{E86A005B-C6F9-332E-A7C5-F7E256BBAD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36" y="3296"/>
              <a:ext cx="56" cy="96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8392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autoUpdateAnimBg="0"/>
      <p:bldP spid="9" grpId="0" autoUpdateAnimBg="0"/>
      <p:bldP spid="4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8A2C2F6-BA60-5A2C-3567-DD4ABD5DE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4BF24-3668-2C49-9A9B-FAD3398B4EE1}" type="datetime1">
              <a:rPr lang="en-US" smtClean="0"/>
              <a:t>10/9/25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80EEB73-BD3F-77A0-D727-906537585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F49C96-7BB2-8040-4AA0-F54A48309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30</a:t>
            </a:fld>
            <a:endParaRPr lang="en-US"/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E55B05AD-A624-5667-D4A1-3D144EC9012B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1165225"/>
            <a:ext cx="5970587" cy="5556250"/>
            <a:chOff x="936" y="396"/>
            <a:chExt cx="3761" cy="3500"/>
          </a:xfrm>
        </p:grpSpPr>
        <p:grpSp>
          <p:nvGrpSpPr>
            <p:cNvPr id="6" name="Group 4">
              <a:extLst>
                <a:ext uri="{FF2B5EF4-FFF2-40B4-BE49-F238E27FC236}">
                  <a16:creationId xmlns:a16="http://schemas.microsoft.com/office/drawing/2014/main" id="{FAD73D34-326A-A1A0-8202-C34FBEC708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6" y="396"/>
              <a:ext cx="3761" cy="3500"/>
              <a:chOff x="936" y="396"/>
              <a:chExt cx="3761" cy="3500"/>
            </a:xfrm>
          </p:grpSpPr>
          <p:sp>
            <p:nvSpPr>
              <p:cNvPr id="8" name="Freeform 5">
                <a:extLst>
                  <a:ext uri="{FF2B5EF4-FFF2-40B4-BE49-F238E27FC236}">
                    <a16:creationId xmlns:a16="http://schemas.microsoft.com/office/drawing/2014/main" id="{ADFB1738-A76E-2D0D-7F47-D3AFA4FFF1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6" y="396"/>
                <a:ext cx="1783" cy="2336"/>
              </a:xfrm>
              <a:custGeom>
                <a:avLst/>
                <a:gdLst>
                  <a:gd name="T0" fmla="*/ 1783 w 1783"/>
                  <a:gd name="T1" fmla="*/ 0 h 2336"/>
                  <a:gd name="T2" fmla="*/ 1782 w 1783"/>
                  <a:gd name="T3" fmla="*/ 1407 h 2336"/>
                  <a:gd name="T4" fmla="*/ 0 w 1783"/>
                  <a:gd name="T5" fmla="*/ 2336 h 2336"/>
                  <a:gd name="T6" fmla="*/ 0 w 1783"/>
                  <a:gd name="T7" fmla="*/ 934 h 2336"/>
                  <a:gd name="T8" fmla="*/ 1783 w 1783"/>
                  <a:gd name="T9" fmla="*/ 0 h 23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83" h="2336">
                    <a:moveTo>
                      <a:pt x="1783" y="0"/>
                    </a:moveTo>
                    <a:lnTo>
                      <a:pt x="1782" y="1407"/>
                    </a:lnTo>
                    <a:lnTo>
                      <a:pt x="0" y="2336"/>
                    </a:lnTo>
                    <a:lnTo>
                      <a:pt x="0" y="934"/>
                    </a:lnTo>
                    <a:lnTo>
                      <a:pt x="1783" y="0"/>
                    </a:lnTo>
                    <a:close/>
                  </a:path>
                </a:pathLst>
              </a:custGeom>
              <a:solidFill>
                <a:srgbClr val="00CC99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F59C85CF-4744-F73A-DDC3-60D10149BA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6" y="1800"/>
                <a:ext cx="3761" cy="2076"/>
              </a:xfrm>
              <a:custGeom>
                <a:avLst/>
                <a:gdLst>
                  <a:gd name="T0" fmla="*/ 1780 w 3761"/>
                  <a:gd name="T1" fmla="*/ 0 h 2076"/>
                  <a:gd name="T2" fmla="*/ 3761 w 3761"/>
                  <a:gd name="T3" fmla="*/ 1096 h 2076"/>
                  <a:gd name="T4" fmla="*/ 2178 w 3761"/>
                  <a:gd name="T5" fmla="*/ 2076 h 2076"/>
                  <a:gd name="T6" fmla="*/ 0 w 3761"/>
                  <a:gd name="T7" fmla="*/ 932 h 2076"/>
                  <a:gd name="T8" fmla="*/ 1780 w 3761"/>
                  <a:gd name="T9" fmla="*/ 0 h 20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61" h="2076">
                    <a:moveTo>
                      <a:pt x="1780" y="0"/>
                    </a:moveTo>
                    <a:lnTo>
                      <a:pt x="3761" y="1096"/>
                    </a:lnTo>
                    <a:lnTo>
                      <a:pt x="2178" y="2076"/>
                    </a:lnTo>
                    <a:lnTo>
                      <a:pt x="0" y="932"/>
                    </a:lnTo>
                    <a:lnTo>
                      <a:pt x="1780" y="0"/>
                    </a:lnTo>
                    <a:close/>
                  </a:path>
                </a:pathLst>
              </a:custGeom>
              <a:solidFill>
                <a:srgbClr val="00CC99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Text Box 7">
                <a:extLst>
                  <a:ext uri="{FF2B5EF4-FFF2-40B4-BE49-F238E27FC236}">
                    <a16:creationId xmlns:a16="http://schemas.microsoft.com/office/drawing/2014/main" id="{98A5C5B9-41E0-147A-4FA4-D335F77D57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9981877" flipH="1">
                <a:off x="936" y="2376"/>
                <a:ext cx="34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i="1"/>
                  <a:t>X</a:t>
                </a:r>
              </a:p>
            </p:txBody>
          </p:sp>
          <p:sp>
            <p:nvSpPr>
              <p:cNvPr id="11" name="Text Box 8">
                <a:extLst>
                  <a:ext uri="{FF2B5EF4-FFF2-40B4-BE49-F238E27FC236}">
                    <a16:creationId xmlns:a16="http://schemas.microsoft.com/office/drawing/2014/main" id="{1BDB9A3B-4B45-6FDC-BE9D-CFB0D04A1F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2999" y="3608"/>
                <a:ext cx="28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i="1"/>
                  <a:t>H</a:t>
                </a:r>
              </a:p>
            </p:txBody>
          </p:sp>
          <p:sp>
            <p:nvSpPr>
              <p:cNvPr id="12" name="Freeform 9">
                <a:extLst>
                  <a:ext uri="{FF2B5EF4-FFF2-40B4-BE49-F238E27FC236}">
                    <a16:creationId xmlns:a16="http://schemas.microsoft.com/office/drawing/2014/main" id="{8FDBD417-32D0-16B4-3DEE-BB03666C42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0" y="1804"/>
                <a:ext cx="176" cy="794"/>
              </a:xfrm>
              <a:custGeom>
                <a:avLst/>
                <a:gdLst>
                  <a:gd name="T0" fmla="*/ 176 w 176"/>
                  <a:gd name="T1" fmla="*/ 794 h 794"/>
                  <a:gd name="T2" fmla="*/ 0 w 176"/>
                  <a:gd name="T3" fmla="*/ 0 h 7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76" h="794">
                    <a:moveTo>
                      <a:pt x="176" y="794"/>
                    </a:moveTo>
                    <a:lnTo>
                      <a:pt x="0" y="0"/>
                    </a:lnTo>
                  </a:path>
                </a:pathLst>
              </a:custGeom>
              <a:noFill/>
              <a:ln w="76200" cmpd="sng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Text Box 10">
                <a:extLst>
                  <a:ext uri="{FF2B5EF4-FFF2-40B4-BE49-F238E27FC236}">
                    <a16:creationId xmlns:a16="http://schemas.microsoft.com/office/drawing/2014/main" id="{60232FE9-829E-B9A6-CEBB-D0D5B0F819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936" y="1644"/>
                <a:ext cx="4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i="1"/>
                  <a:t>a</a:t>
                </a:r>
                <a:r>
                  <a:rPr lang="en-US" altLang="zh-CN" i="1">
                    <a:sym typeface="Symbol" charset="2"/>
                  </a:rPr>
                  <a:t></a:t>
                </a:r>
                <a:endParaRPr lang="en-US" altLang="zh-CN" i="1"/>
              </a:p>
            </p:txBody>
          </p:sp>
          <p:sp>
            <p:nvSpPr>
              <p:cNvPr id="14" name="Text Box 11">
                <a:extLst>
                  <a:ext uri="{FF2B5EF4-FFF2-40B4-BE49-F238E27FC236}">
                    <a16:creationId xmlns:a16="http://schemas.microsoft.com/office/drawing/2014/main" id="{36A5E6AB-FAAE-42D8-B86D-56300A03C9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2723" y="2309"/>
                <a:ext cx="28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i="1"/>
                  <a:t>A</a:t>
                </a:r>
              </a:p>
            </p:txBody>
          </p:sp>
          <p:sp>
            <p:nvSpPr>
              <p:cNvPr id="15" name="Line 12">
                <a:extLst>
                  <a:ext uri="{FF2B5EF4-FFF2-40B4-BE49-F238E27FC236}">
                    <a16:creationId xmlns:a16="http://schemas.microsoft.com/office/drawing/2014/main" id="{EB959F5A-6013-F85C-DEA0-FB4B09D691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75" y="2597"/>
                <a:ext cx="0" cy="73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" name="Text Box 13">
                <a:extLst>
                  <a:ext uri="{FF2B5EF4-FFF2-40B4-BE49-F238E27FC236}">
                    <a16:creationId xmlns:a16="http://schemas.microsoft.com/office/drawing/2014/main" id="{955D048E-792C-4880-86A1-1A2F760ED3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2691" y="3248"/>
                <a:ext cx="45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i="1"/>
                  <a:t>a</a:t>
                </a:r>
              </a:p>
            </p:txBody>
          </p:sp>
          <p:sp>
            <p:nvSpPr>
              <p:cNvPr id="17" name="Freeform 14">
                <a:extLst>
                  <a:ext uri="{FF2B5EF4-FFF2-40B4-BE49-F238E27FC236}">
                    <a16:creationId xmlns:a16="http://schemas.microsoft.com/office/drawing/2014/main" id="{A0BFAD38-A7EA-EA39-28ED-EF37F4B441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2" y="2556"/>
                <a:ext cx="1503" cy="776"/>
              </a:xfrm>
              <a:custGeom>
                <a:avLst/>
                <a:gdLst>
                  <a:gd name="T0" fmla="*/ 0 w 1503"/>
                  <a:gd name="T1" fmla="*/ 0 h 776"/>
                  <a:gd name="T2" fmla="*/ 1503 w 1503"/>
                  <a:gd name="T3" fmla="*/ 776 h 7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503" h="776">
                    <a:moveTo>
                      <a:pt x="0" y="0"/>
                    </a:moveTo>
                    <a:lnTo>
                      <a:pt x="1503" y="776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Line 15">
                <a:extLst>
                  <a:ext uri="{FF2B5EF4-FFF2-40B4-BE49-F238E27FC236}">
                    <a16:creationId xmlns:a16="http://schemas.microsoft.com/office/drawing/2014/main" id="{04BFEBF9-F019-AB71-9E38-EA3F263F63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72" y="1814"/>
                <a:ext cx="1503" cy="78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Freeform 16">
                <a:extLst>
                  <a:ext uri="{FF2B5EF4-FFF2-40B4-BE49-F238E27FC236}">
                    <a16:creationId xmlns:a16="http://schemas.microsoft.com/office/drawing/2014/main" id="{C49425D2-E080-E1CC-1A9B-29596FBFA0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6" y="1812"/>
                <a:ext cx="1" cy="1248"/>
              </a:xfrm>
              <a:custGeom>
                <a:avLst/>
                <a:gdLst>
                  <a:gd name="T0" fmla="*/ 0 w 1"/>
                  <a:gd name="T1" fmla="*/ 0 h 1248"/>
                  <a:gd name="T2" fmla="*/ 0 w 1"/>
                  <a:gd name="T3" fmla="*/ 1248 h 1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248">
                    <a:moveTo>
                      <a:pt x="0" y="0"/>
                    </a:moveTo>
                    <a:lnTo>
                      <a:pt x="0" y="1248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Freeform 17">
                <a:extLst>
                  <a:ext uri="{FF2B5EF4-FFF2-40B4-BE49-F238E27FC236}">
                    <a16:creationId xmlns:a16="http://schemas.microsoft.com/office/drawing/2014/main" id="{2D364BA1-3DFB-348F-6D39-BDEEF56BA5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1" y="2454"/>
                <a:ext cx="1122" cy="590"/>
              </a:xfrm>
              <a:custGeom>
                <a:avLst/>
                <a:gdLst>
                  <a:gd name="T0" fmla="*/ 0 w 1122"/>
                  <a:gd name="T1" fmla="*/ 0 h 590"/>
                  <a:gd name="T2" fmla="*/ 1122 w 1122"/>
                  <a:gd name="T3" fmla="*/ 590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22" h="590">
                    <a:moveTo>
                      <a:pt x="0" y="0"/>
                    </a:moveTo>
                    <a:lnTo>
                      <a:pt x="1122" y="59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Freeform 18">
                <a:extLst>
                  <a:ext uri="{FF2B5EF4-FFF2-40B4-BE49-F238E27FC236}">
                    <a16:creationId xmlns:a16="http://schemas.microsoft.com/office/drawing/2014/main" id="{8CCCB28C-193B-C599-2806-E5C45BD9D3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4" y="1212"/>
                <a:ext cx="1" cy="1248"/>
              </a:xfrm>
              <a:custGeom>
                <a:avLst/>
                <a:gdLst>
                  <a:gd name="T0" fmla="*/ 0 w 1"/>
                  <a:gd name="T1" fmla="*/ 0 h 1248"/>
                  <a:gd name="T2" fmla="*/ 0 w 1"/>
                  <a:gd name="T3" fmla="*/ 1248 h 1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248">
                    <a:moveTo>
                      <a:pt x="0" y="0"/>
                    </a:moveTo>
                    <a:lnTo>
                      <a:pt x="0" y="1248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" name="Freeform 19">
                <a:extLst>
                  <a:ext uri="{FF2B5EF4-FFF2-40B4-BE49-F238E27FC236}">
                    <a16:creationId xmlns:a16="http://schemas.microsoft.com/office/drawing/2014/main" id="{2E290113-406F-1522-CECF-93E31A550A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2" y="1818"/>
                <a:ext cx="1" cy="738"/>
              </a:xfrm>
              <a:custGeom>
                <a:avLst/>
                <a:gdLst>
                  <a:gd name="T0" fmla="*/ 0 w 1"/>
                  <a:gd name="T1" fmla="*/ 738 h 738"/>
                  <a:gd name="T2" fmla="*/ 0 w 1"/>
                  <a:gd name="T3" fmla="*/ 0 h 7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738">
                    <a:moveTo>
                      <a:pt x="0" y="738"/>
                    </a:moveTo>
                    <a:lnTo>
                      <a:pt x="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" name="Freeform 20">
                <a:extLst>
                  <a:ext uri="{FF2B5EF4-FFF2-40B4-BE49-F238E27FC236}">
                    <a16:creationId xmlns:a16="http://schemas.microsoft.com/office/drawing/2014/main" id="{37CAFF88-69C6-D3A6-CDD0-E0F91D5237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4" y="1212"/>
                <a:ext cx="1128" cy="600"/>
              </a:xfrm>
              <a:custGeom>
                <a:avLst/>
                <a:gdLst>
                  <a:gd name="T0" fmla="*/ 0 w 1128"/>
                  <a:gd name="T1" fmla="*/ 0 h 600"/>
                  <a:gd name="T2" fmla="*/ 1128 w 1128"/>
                  <a:gd name="T3" fmla="*/ 600 h 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28" h="600">
                    <a:moveTo>
                      <a:pt x="0" y="0"/>
                    </a:moveTo>
                    <a:lnTo>
                      <a:pt x="1128" y="60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" name="Freeform 21">
                <a:extLst>
                  <a:ext uri="{FF2B5EF4-FFF2-40B4-BE49-F238E27FC236}">
                    <a16:creationId xmlns:a16="http://schemas.microsoft.com/office/drawing/2014/main" id="{90E57BAF-9426-D8C0-99FE-0A9018977C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5" y="1212"/>
                <a:ext cx="189" cy="615"/>
              </a:xfrm>
              <a:custGeom>
                <a:avLst/>
                <a:gdLst>
                  <a:gd name="T0" fmla="*/ 0 w 189"/>
                  <a:gd name="T1" fmla="*/ 615 h 615"/>
                  <a:gd name="T2" fmla="*/ 189 w 189"/>
                  <a:gd name="T3" fmla="*/ 0 h 6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89" h="615">
                    <a:moveTo>
                      <a:pt x="0" y="615"/>
                    </a:moveTo>
                    <a:lnTo>
                      <a:pt x="189" y="0"/>
                    </a:lnTo>
                  </a:path>
                </a:pathLst>
              </a:custGeom>
              <a:noFill/>
              <a:ln w="7620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Freeform 22">
                <a:extLst>
                  <a:ext uri="{FF2B5EF4-FFF2-40B4-BE49-F238E27FC236}">
                    <a16:creationId xmlns:a16="http://schemas.microsoft.com/office/drawing/2014/main" id="{9CF250F4-DF70-36CA-B4FF-FDDB0C624E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2" y="3038"/>
                <a:ext cx="192" cy="294"/>
              </a:xfrm>
              <a:custGeom>
                <a:avLst/>
                <a:gdLst>
                  <a:gd name="T0" fmla="*/ 0 w 192"/>
                  <a:gd name="T1" fmla="*/ 0 h 294"/>
                  <a:gd name="T2" fmla="*/ 192 w 192"/>
                  <a:gd name="T3" fmla="*/ 294 h 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92" h="294">
                    <a:moveTo>
                      <a:pt x="0" y="0"/>
                    </a:moveTo>
                    <a:lnTo>
                      <a:pt x="192" y="294"/>
                    </a:lnTo>
                  </a:path>
                </a:pathLst>
              </a:custGeom>
              <a:noFill/>
              <a:ln w="7620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Text Box 23">
                <a:extLst>
                  <a:ext uri="{FF2B5EF4-FFF2-40B4-BE49-F238E27FC236}">
                    <a16:creationId xmlns:a16="http://schemas.microsoft.com/office/drawing/2014/main" id="{2EC42588-9C25-229A-1916-90EA053BAA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1416" y="996"/>
                <a:ext cx="4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i="1"/>
                  <a:t> b </a:t>
                </a:r>
                <a:r>
                  <a:rPr lang="en-US" altLang="zh-CN" i="1">
                    <a:sym typeface="Symbol" charset="2"/>
                  </a:rPr>
                  <a:t></a:t>
                </a:r>
                <a:endParaRPr lang="en-US" altLang="zh-CN" i="1"/>
              </a:p>
            </p:txBody>
          </p:sp>
          <p:sp>
            <p:nvSpPr>
              <p:cNvPr id="27" name="Text Box 24">
                <a:extLst>
                  <a:ext uri="{FF2B5EF4-FFF2-40B4-BE49-F238E27FC236}">
                    <a16:creationId xmlns:a16="http://schemas.microsoft.com/office/drawing/2014/main" id="{DD2E186A-7051-C67A-4AEB-6A74A415FC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2377" y="2748"/>
                <a:ext cx="45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i="1"/>
                  <a:t>b</a:t>
                </a:r>
              </a:p>
            </p:txBody>
          </p:sp>
          <p:sp>
            <p:nvSpPr>
              <p:cNvPr id="28" name="Text Box 25">
                <a:extLst>
                  <a:ext uri="{FF2B5EF4-FFF2-40B4-BE49-F238E27FC236}">
                    <a16:creationId xmlns:a16="http://schemas.microsoft.com/office/drawing/2014/main" id="{55F69489-C295-D174-60FB-47C286D326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2534" y="1548"/>
                <a:ext cx="28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i="1"/>
                  <a:t>B</a:t>
                </a:r>
              </a:p>
            </p:txBody>
          </p:sp>
        </p:grpSp>
        <p:sp>
          <p:nvSpPr>
            <p:cNvPr id="7" name="Text Box 26">
              <a:extLst>
                <a:ext uri="{FF2B5EF4-FFF2-40B4-BE49-F238E27FC236}">
                  <a16:creationId xmlns:a16="http://schemas.microsoft.com/office/drawing/2014/main" id="{CBA5414A-2416-383B-5738-0EB4A2AB38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872917" flipH="1">
              <a:off x="2448" y="45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V</a:t>
              </a:r>
            </a:p>
          </p:txBody>
        </p:sp>
      </p:grpSp>
      <p:grpSp>
        <p:nvGrpSpPr>
          <p:cNvPr id="29" name="Group 27">
            <a:extLst>
              <a:ext uri="{FF2B5EF4-FFF2-40B4-BE49-F238E27FC236}">
                <a16:creationId xmlns:a16="http://schemas.microsoft.com/office/drawing/2014/main" id="{95866EB6-55F6-8356-FA57-A5E878E38BDB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1393825"/>
            <a:ext cx="1552575" cy="4403725"/>
            <a:chOff x="2784" y="288"/>
            <a:chExt cx="978" cy="2774"/>
          </a:xfrm>
        </p:grpSpPr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95E3E42F-744C-58C5-76CD-B983CF3DE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288"/>
              <a:ext cx="688" cy="2656"/>
            </a:xfrm>
            <a:custGeom>
              <a:avLst/>
              <a:gdLst>
                <a:gd name="T0" fmla="*/ 688 w 688"/>
                <a:gd name="T1" fmla="*/ 2656 h 2656"/>
                <a:gd name="T2" fmla="*/ 0 w 688"/>
                <a:gd name="T3" fmla="*/ 1736 h 2656"/>
                <a:gd name="T4" fmla="*/ 0 w 688"/>
                <a:gd name="T5" fmla="*/ 0 h 2656"/>
                <a:gd name="T6" fmla="*/ 688 w 688"/>
                <a:gd name="T7" fmla="*/ 928 h 2656"/>
                <a:gd name="T8" fmla="*/ 688 w 688"/>
                <a:gd name="T9" fmla="*/ 2656 h 26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8" h="2656">
                  <a:moveTo>
                    <a:pt x="688" y="2656"/>
                  </a:moveTo>
                  <a:lnTo>
                    <a:pt x="0" y="1736"/>
                  </a:lnTo>
                  <a:lnTo>
                    <a:pt x="0" y="0"/>
                  </a:lnTo>
                  <a:lnTo>
                    <a:pt x="688" y="928"/>
                  </a:lnTo>
                  <a:lnTo>
                    <a:pt x="688" y="2656"/>
                  </a:lnTo>
                  <a:close/>
                </a:path>
              </a:pathLst>
            </a:custGeom>
            <a:solidFill>
              <a:srgbClr val="FFFFCC"/>
            </a:solidFill>
            <a:ln w="19050" cap="flat" cmpd="sng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Text Box 29">
              <a:extLst>
                <a:ext uri="{FF2B5EF4-FFF2-40B4-BE49-F238E27FC236}">
                  <a16:creationId xmlns:a16="http://schemas.microsoft.com/office/drawing/2014/main" id="{3CFDFA8E-7431-CBC2-7FFB-02EEE97C7D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216" y="1152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V</a:t>
              </a:r>
              <a:r>
                <a:rPr lang="en-US" altLang="zh-CN" i="1" baseline="-25000"/>
                <a:t>1</a:t>
              </a:r>
              <a:endParaRPr lang="en-US" altLang="zh-CN" i="1"/>
            </a:p>
          </p:txBody>
        </p:sp>
        <p:sp>
          <p:nvSpPr>
            <p:cNvPr id="32" name="Text Box 30">
              <a:extLst>
                <a:ext uri="{FF2B5EF4-FFF2-40B4-BE49-F238E27FC236}">
                  <a16:creationId xmlns:a16="http://schemas.microsoft.com/office/drawing/2014/main" id="{22FE8272-6AB3-A222-AFBE-68F404EE87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187" y="2774"/>
              <a:ext cx="57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66CC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X</a:t>
              </a:r>
              <a:r>
                <a:rPr lang="en-US" altLang="zh-CN" i="1" baseline="-25000"/>
                <a:t>1</a:t>
              </a:r>
              <a:endParaRPr lang="en-US" altLang="zh-CN" i="1">
                <a:solidFill>
                  <a:srgbClr val="FF3300"/>
                </a:solidFill>
              </a:endParaRPr>
            </a:p>
          </p:txBody>
        </p:sp>
      </p:grpSp>
      <p:grpSp>
        <p:nvGrpSpPr>
          <p:cNvPr id="33" name="Group 31">
            <a:extLst>
              <a:ext uri="{FF2B5EF4-FFF2-40B4-BE49-F238E27FC236}">
                <a16:creationId xmlns:a16="http://schemas.microsoft.com/office/drawing/2014/main" id="{25DEF620-D8B4-6D1D-B3C6-A62D31176EAF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1698625"/>
            <a:ext cx="3073400" cy="1557337"/>
            <a:chOff x="857" y="1408"/>
            <a:chExt cx="1936" cy="981"/>
          </a:xfrm>
        </p:grpSpPr>
        <p:sp>
          <p:nvSpPr>
            <p:cNvPr id="34" name="Freeform 32">
              <a:extLst>
                <a:ext uri="{FF2B5EF4-FFF2-40B4-BE49-F238E27FC236}">
                  <a16:creationId xmlns:a16="http://schemas.microsoft.com/office/drawing/2014/main" id="{3BDE6654-F8A5-0C26-EAA5-C19DEF876EB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" y="1408"/>
              <a:ext cx="1936" cy="981"/>
            </a:xfrm>
            <a:custGeom>
              <a:avLst/>
              <a:gdLst>
                <a:gd name="T0" fmla="*/ 1720 w 2104"/>
                <a:gd name="T1" fmla="*/ 480 h 1024"/>
                <a:gd name="T2" fmla="*/ 2104 w 2104"/>
                <a:gd name="T3" fmla="*/ 0 h 1024"/>
                <a:gd name="T4" fmla="*/ 424 w 2104"/>
                <a:gd name="T5" fmla="*/ 512 h 1024"/>
                <a:gd name="T6" fmla="*/ 0 w 2104"/>
                <a:gd name="T7" fmla="*/ 1024 h 1024"/>
                <a:gd name="T8" fmla="*/ 1720 w 2104"/>
                <a:gd name="T9" fmla="*/ 480 h 10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4" h="1024">
                  <a:moveTo>
                    <a:pt x="1720" y="480"/>
                  </a:moveTo>
                  <a:lnTo>
                    <a:pt x="2104" y="0"/>
                  </a:lnTo>
                  <a:lnTo>
                    <a:pt x="424" y="512"/>
                  </a:lnTo>
                  <a:lnTo>
                    <a:pt x="0" y="1024"/>
                  </a:lnTo>
                  <a:lnTo>
                    <a:pt x="1720" y="480"/>
                  </a:lnTo>
                  <a:close/>
                </a:path>
              </a:pathLst>
            </a:custGeom>
            <a:solidFill>
              <a:srgbClr val="CCFFFF"/>
            </a:solidFill>
            <a:ln w="19050" cmpd="sng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Text Box 33">
              <a:extLst>
                <a:ext uri="{FF2B5EF4-FFF2-40B4-BE49-F238E27FC236}">
                  <a16:creationId xmlns:a16="http://schemas.microsoft.com/office/drawing/2014/main" id="{4A2513A3-28F3-F0DE-C8EC-5DBBE72355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542726" flipH="1">
              <a:off x="962" y="2064"/>
              <a:ext cx="35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H</a:t>
              </a:r>
              <a:r>
                <a:rPr lang="en-US" altLang="zh-CN" i="1" baseline="-25000"/>
                <a:t>1</a:t>
              </a:r>
              <a:endParaRPr lang="en-US" altLang="zh-CN" i="1"/>
            </a:p>
          </p:txBody>
        </p:sp>
      </p:grpSp>
      <p:grpSp>
        <p:nvGrpSpPr>
          <p:cNvPr id="36" name="Group 34">
            <a:extLst>
              <a:ext uri="{FF2B5EF4-FFF2-40B4-BE49-F238E27FC236}">
                <a16:creationId xmlns:a16="http://schemas.microsoft.com/office/drawing/2014/main" id="{9026EF46-52DC-E727-C9E4-167102C65860}"/>
              </a:ext>
            </a:extLst>
          </p:cNvPr>
          <p:cNvGrpSpPr>
            <a:grpSpLocks/>
          </p:cNvGrpSpPr>
          <p:nvPr/>
        </p:nvGrpSpPr>
        <p:grpSpPr bwMode="auto">
          <a:xfrm>
            <a:off x="5797550" y="2079625"/>
            <a:ext cx="2432050" cy="1346200"/>
            <a:chOff x="1396" y="1416"/>
            <a:chExt cx="1532" cy="848"/>
          </a:xfrm>
        </p:grpSpPr>
        <p:sp>
          <p:nvSpPr>
            <p:cNvPr id="37" name="Freeform 35">
              <a:extLst>
                <a:ext uri="{FF2B5EF4-FFF2-40B4-BE49-F238E27FC236}">
                  <a16:creationId xmlns:a16="http://schemas.microsoft.com/office/drawing/2014/main" id="{3C7A6E64-9B42-B337-9C77-50C8D74561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" y="1416"/>
              <a:ext cx="1272" cy="384"/>
            </a:xfrm>
            <a:custGeom>
              <a:avLst/>
              <a:gdLst>
                <a:gd name="T0" fmla="*/ 0 w 1272"/>
                <a:gd name="T1" fmla="*/ 384 h 384"/>
                <a:gd name="T2" fmla="*/ 1272 w 1272"/>
                <a:gd name="T3" fmla="*/ 0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72" h="384">
                  <a:moveTo>
                    <a:pt x="0" y="384"/>
                  </a:moveTo>
                  <a:lnTo>
                    <a:pt x="127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8" name="Group 36">
              <a:extLst>
                <a:ext uri="{FF2B5EF4-FFF2-40B4-BE49-F238E27FC236}">
                  <a16:creationId xmlns:a16="http://schemas.microsoft.com/office/drawing/2014/main" id="{5C640311-B149-4057-663B-293E368DFA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6" y="1416"/>
              <a:ext cx="1532" cy="848"/>
              <a:chOff x="1396" y="1416"/>
              <a:chExt cx="1532" cy="848"/>
            </a:xfrm>
          </p:grpSpPr>
          <p:sp>
            <p:nvSpPr>
              <p:cNvPr id="39" name="Text Box 37">
                <a:extLst>
                  <a:ext uri="{FF2B5EF4-FFF2-40B4-BE49-F238E27FC236}">
                    <a16:creationId xmlns:a16="http://schemas.microsoft.com/office/drawing/2014/main" id="{7F71A8D3-4BDD-B1F0-17B6-2B1FE7D0BC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1396" y="1464"/>
                <a:ext cx="71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i="1"/>
                  <a:t>a</a:t>
                </a:r>
                <a:r>
                  <a:rPr lang="en-US" altLang="zh-CN" i="1" baseline="-25000"/>
                  <a:t>2 </a:t>
                </a:r>
                <a:r>
                  <a:rPr lang="en-US" altLang="zh-CN" i="1"/>
                  <a:t>b</a:t>
                </a:r>
                <a:r>
                  <a:rPr lang="en-US" altLang="zh-CN" i="1" baseline="-25000"/>
                  <a:t>2</a:t>
                </a:r>
                <a:endParaRPr lang="en-US" altLang="zh-CN" i="1"/>
              </a:p>
            </p:txBody>
          </p:sp>
          <p:sp>
            <p:nvSpPr>
              <p:cNvPr id="40" name="Line 38">
                <a:extLst>
                  <a:ext uri="{FF2B5EF4-FFF2-40B4-BE49-F238E27FC236}">
                    <a16:creationId xmlns:a16="http://schemas.microsoft.com/office/drawing/2014/main" id="{62AA6393-295F-D372-5C6B-3E784870E2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812" y="1416"/>
                <a:ext cx="116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" name="Freeform 39">
                <a:extLst>
                  <a:ext uri="{FF2B5EF4-FFF2-40B4-BE49-F238E27FC236}">
                    <a16:creationId xmlns:a16="http://schemas.microsoft.com/office/drawing/2014/main" id="{69AFC943-1769-9506-6E40-A23FDAD875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6" y="1800"/>
                <a:ext cx="128" cy="464"/>
              </a:xfrm>
              <a:custGeom>
                <a:avLst/>
                <a:gdLst>
                  <a:gd name="T0" fmla="*/ 128 w 128"/>
                  <a:gd name="T1" fmla="*/ 464 h 464"/>
                  <a:gd name="T2" fmla="*/ 0 w 128"/>
                  <a:gd name="T3" fmla="*/ 0 h 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28" h="464">
                    <a:moveTo>
                      <a:pt x="128" y="464"/>
                    </a:moveTo>
                    <a:lnTo>
                      <a:pt x="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" name="Oval 40">
                <a:extLst>
                  <a:ext uri="{FF2B5EF4-FFF2-40B4-BE49-F238E27FC236}">
                    <a16:creationId xmlns:a16="http://schemas.microsoft.com/office/drawing/2014/main" id="{A908AC53-9508-5213-DCF1-E340275A07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1752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rgbClr val="CC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43" name="Group 41">
            <a:extLst>
              <a:ext uri="{FF2B5EF4-FFF2-40B4-BE49-F238E27FC236}">
                <a16:creationId xmlns:a16="http://schemas.microsoft.com/office/drawing/2014/main" id="{70A3F288-6559-E8C0-3F98-4F6BC12E3543}"/>
              </a:ext>
            </a:extLst>
          </p:cNvPr>
          <p:cNvGrpSpPr>
            <a:grpSpLocks/>
          </p:cNvGrpSpPr>
          <p:nvPr/>
        </p:nvGrpSpPr>
        <p:grpSpPr bwMode="auto">
          <a:xfrm>
            <a:off x="6200775" y="2460625"/>
            <a:ext cx="2895600" cy="3365500"/>
            <a:chOff x="1650" y="1656"/>
            <a:chExt cx="1824" cy="2120"/>
          </a:xfrm>
        </p:grpSpPr>
        <p:grpSp>
          <p:nvGrpSpPr>
            <p:cNvPr id="44" name="Group 42">
              <a:extLst>
                <a:ext uri="{FF2B5EF4-FFF2-40B4-BE49-F238E27FC236}">
                  <a16:creationId xmlns:a16="http://schemas.microsoft.com/office/drawing/2014/main" id="{373DD3DC-601A-24EF-FB14-0B677960BF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0" y="1656"/>
              <a:ext cx="1824" cy="2120"/>
              <a:chOff x="1650" y="1656"/>
              <a:chExt cx="1824" cy="2120"/>
            </a:xfrm>
          </p:grpSpPr>
          <p:grpSp>
            <p:nvGrpSpPr>
              <p:cNvPr id="46" name="Group 43">
                <a:extLst>
                  <a:ext uri="{FF2B5EF4-FFF2-40B4-BE49-F238E27FC236}">
                    <a16:creationId xmlns:a16="http://schemas.microsoft.com/office/drawing/2014/main" id="{682E48DF-E820-7681-FB67-1A7827040B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0" y="1846"/>
                <a:ext cx="1470" cy="1930"/>
                <a:chOff x="1794" y="1150"/>
                <a:chExt cx="1470" cy="1930"/>
              </a:xfrm>
            </p:grpSpPr>
            <p:sp>
              <p:nvSpPr>
                <p:cNvPr id="49" name="Line 44">
                  <a:extLst>
                    <a:ext uri="{FF2B5EF4-FFF2-40B4-BE49-F238E27FC236}">
                      <a16:creationId xmlns:a16="http://schemas.microsoft.com/office/drawing/2014/main" id="{18662549-DD35-18E9-61E9-2F6CC29528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088" y="1150"/>
                  <a:ext cx="176" cy="781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Freeform 45">
                  <a:extLst>
                    <a:ext uri="{FF2B5EF4-FFF2-40B4-BE49-F238E27FC236}">
                      <a16:creationId xmlns:a16="http://schemas.microsoft.com/office/drawing/2014/main" id="{A72BB3E9-C82A-B270-7AFA-99C9C8A10C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4" y="1150"/>
                  <a:ext cx="1294" cy="410"/>
                </a:xfrm>
                <a:custGeom>
                  <a:avLst/>
                  <a:gdLst>
                    <a:gd name="T0" fmla="*/ 0 w 1294"/>
                    <a:gd name="T1" fmla="*/ 410 h 410"/>
                    <a:gd name="T2" fmla="*/ 1294 w 1294"/>
                    <a:gd name="T3" fmla="*/ 0 h 4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294" h="410">
                      <a:moveTo>
                        <a:pt x="0" y="410"/>
                      </a:moveTo>
                      <a:lnTo>
                        <a:pt x="1294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Line 46">
                  <a:extLst>
                    <a:ext uri="{FF2B5EF4-FFF2-40B4-BE49-F238E27FC236}">
                      <a16:creationId xmlns:a16="http://schemas.microsoft.com/office/drawing/2014/main" id="{F2E15CAD-31CD-288E-74AB-0C5EC494E3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983" y="2666"/>
                  <a:ext cx="1281" cy="41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Line 47">
                  <a:extLst>
                    <a:ext uri="{FF2B5EF4-FFF2-40B4-BE49-F238E27FC236}">
                      <a16:creationId xmlns:a16="http://schemas.microsoft.com/office/drawing/2014/main" id="{D95BFB65-C6C9-7F89-AC31-47B54BA13A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983" y="1931"/>
                  <a:ext cx="1281" cy="41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Freeform 48">
                  <a:extLst>
                    <a:ext uri="{FF2B5EF4-FFF2-40B4-BE49-F238E27FC236}">
                      <a16:creationId xmlns:a16="http://schemas.microsoft.com/office/drawing/2014/main" id="{745AF391-2B35-36B7-FE23-9E392CB033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4" y="2394"/>
                  <a:ext cx="1284" cy="408"/>
                </a:xfrm>
                <a:custGeom>
                  <a:avLst/>
                  <a:gdLst>
                    <a:gd name="T0" fmla="*/ 0 w 1284"/>
                    <a:gd name="T1" fmla="*/ 408 h 408"/>
                    <a:gd name="T2" fmla="*/ 1284 w 1284"/>
                    <a:gd name="T3" fmla="*/ 0 h 4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284" h="408">
                      <a:moveTo>
                        <a:pt x="0" y="408"/>
                      </a:moveTo>
                      <a:lnTo>
                        <a:pt x="1284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Line 49">
                  <a:extLst>
                    <a:ext uri="{FF2B5EF4-FFF2-40B4-BE49-F238E27FC236}">
                      <a16:creationId xmlns:a16="http://schemas.microsoft.com/office/drawing/2014/main" id="{B20AAE2B-1496-96DD-BCAF-FE89BCF900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72" y="1152"/>
                  <a:ext cx="0" cy="124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7" name="Text Box 50">
                <a:extLst>
                  <a:ext uri="{FF2B5EF4-FFF2-40B4-BE49-F238E27FC236}">
                    <a16:creationId xmlns:a16="http://schemas.microsoft.com/office/drawing/2014/main" id="{FB8F66E4-1724-C6B5-ED00-3B31AF5206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3073" y="2424"/>
                <a:ext cx="40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i="1"/>
                  <a:t> a</a:t>
                </a:r>
                <a:r>
                  <a:rPr lang="en-US" altLang="zh-CN" i="1" baseline="-25000"/>
                  <a:t>1</a:t>
                </a:r>
                <a:r>
                  <a:rPr lang="en-US" altLang="zh-CN" i="1">
                    <a:sym typeface="Symbol" charset="2"/>
                  </a:rPr>
                  <a:t></a:t>
                </a:r>
                <a:endParaRPr lang="en-US" altLang="zh-CN" i="1"/>
              </a:p>
            </p:txBody>
          </p:sp>
          <p:sp>
            <p:nvSpPr>
              <p:cNvPr id="48" name="Text Box 51">
                <a:extLst>
                  <a:ext uri="{FF2B5EF4-FFF2-40B4-BE49-F238E27FC236}">
                    <a16:creationId xmlns:a16="http://schemas.microsoft.com/office/drawing/2014/main" id="{237F7828-E98E-26FD-DECE-18BCE51C59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2881" y="1656"/>
                <a:ext cx="40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i="1"/>
                  <a:t> b</a:t>
                </a:r>
                <a:r>
                  <a:rPr lang="en-US" altLang="zh-CN" i="1" baseline="-25000"/>
                  <a:t>1</a:t>
                </a:r>
                <a:r>
                  <a:rPr lang="en-US" altLang="zh-CN" i="1">
                    <a:sym typeface="Symbol" charset="2"/>
                  </a:rPr>
                  <a:t></a:t>
                </a:r>
                <a:endParaRPr lang="en-US" altLang="zh-CN" i="1"/>
              </a:p>
            </p:txBody>
          </p:sp>
        </p:grpSp>
        <p:sp>
          <p:nvSpPr>
            <p:cNvPr id="45" name="Line 52">
              <a:extLst>
                <a:ext uri="{FF2B5EF4-FFF2-40B4-BE49-F238E27FC236}">
                  <a16:creationId xmlns:a16="http://schemas.microsoft.com/office/drawing/2014/main" id="{12379F47-C4B0-1539-0D23-938DFD740A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2627"/>
              <a:ext cx="0" cy="7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5" name="Text Box 39">
            <a:extLst>
              <a:ext uri="{FF2B5EF4-FFF2-40B4-BE49-F238E27FC236}">
                <a16:creationId xmlns:a16="http://schemas.microsoft.com/office/drawing/2014/main" id="{915D95E6-7E34-56A3-206A-B04866FFD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463" y="515366"/>
            <a:ext cx="64043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defPPr>
              <a:defRPr lang="en-US"/>
            </a:defPPr>
            <a:lvl1pPr eaLnBrk="0" hangingPunct="0">
              <a:defRPr sz="2800" b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defRPr>
            </a:lvl1pPr>
          </a:lstStyle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3.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把一般位置直线变换成投影面垂直线</a:t>
            </a:r>
          </a:p>
        </p:txBody>
      </p:sp>
    </p:spTree>
    <p:extLst>
      <p:ext uri="{BB962C8B-B14F-4D97-AF65-F5344CB8AC3E}">
        <p14:creationId xmlns:p14="http://schemas.microsoft.com/office/powerpoint/2010/main" val="3310366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04C0DA4-CC9D-67BA-5927-CFCD8BC4B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F229A-7AA3-8249-A271-B3968DDC16E6}" type="datetime1">
              <a:rPr lang="en-US" smtClean="0"/>
              <a:t>10/9/25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D994F04-012C-F3B5-1351-FE2F59B56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0FD85D-ECB9-B549-5068-8BDB578A0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31</a:t>
            </a:fld>
            <a:endParaRPr lang="en-US"/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641A856C-0061-6913-A92F-5F8A82AC1381}"/>
              </a:ext>
            </a:extLst>
          </p:cNvPr>
          <p:cNvGrpSpPr>
            <a:grpSpLocks/>
          </p:cNvGrpSpPr>
          <p:nvPr/>
        </p:nvGrpSpPr>
        <p:grpSpPr bwMode="auto">
          <a:xfrm>
            <a:off x="7286965" y="4246415"/>
            <a:ext cx="525463" cy="990600"/>
            <a:chOff x="3552" y="2519"/>
            <a:chExt cx="331" cy="624"/>
          </a:xfrm>
        </p:grpSpPr>
        <p:sp>
          <p:nvSpPr>
            <p:cNvPr id="6" name="Freeform 3">
              <a:extLst>
                <a:ext uri="{FF2B5EF4-FFF2-40B4-BE49-F238E27FC236}">
                  <a16:creationId xmlns:a16="http://schemas.microsoft.com/office/drawing/2014/main" id="{73D490E1-DF7C-38C6-F2D8-0485C3F528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" y="2519"/>
              <a:ext cx="198" cy="392"/>
            </a:xfrm>
            <a:custGeom>
              <a:avLst/>
              <a:gdLst>
                <a:gd name="T0" fmla="*/ 0 w 198"/>
                <a:gd name="T1" fmla="*/ 0 h 392"/>
                <a:gd name="T2" fmla="*/ 198 w 198"/>
                <a:gd name="T3" fmla="*/ 392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8" h="392">
                  <a:moveTo>
                    <a:pt x="0" y="0"/>
                  </a:moveTo>
                  <a:lnTo>
                    <a:pt x="198" y="392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" name="Group 4">
              <a:extLst>
                <a:ext uri="{FF2B5EF4-FFF2-40B4-BE49-F238E27FC236}">
                  <a16:creationId xmlns:a16="http://schemas.microsoft.com/office/drawing/2014/main" id="{104DA715-FA89-8F39-48A0-EEF96E5C2B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63" y="2818"/>
              <a:ext cx="320" cy="325"/>
              <a:chOff x="3563" y="2818"/>
              <a:chExt cx="320" cy="325"/>
            </a:xfrm>
          </p:grpSpPr>
          <p:sp>
            <p:nvSpPr>
              <p:cNvPr id="8" name="Text Box 5">
                <a:extLst>
                  <a:ext uri="{FF2B5EF4-FFF2-40B4-BE49-F238E27FC236}">
                    <a16:creationId xmlns:a16="http://schemas.microsoft.com/office/drawing/2014/main" id="{25DE14C9-9ACF-7962-B2CE-97FE1418DE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3" y="2852"/>
                <a:ext cx="32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>
                    <a:solidFill>
                      <a:schemeClr val="accent2"/>
                    </a:solidFill>
                  </a:rPr>
                  <a:t>a</a:t>
                </a:r>
                <a:r>
                  <a:rPr lang="en-US" altLang="zh-CN" b="1" i="1" dirty="0">
                    <a:sym typeface="Symbol" charset="2"/>
                  </a:rPr>
                  <a:t></a:t>
                </a:r>
                <a:r>
                  <a:rPr lang="en-US" altLang="zh-CN" sz="2400" b="1" i="1" baseline="-25000" dirty="0">
                    <a:solidFill>
                      <a:schemeClr val="accent2"/>
                    </a:solidFill>
                  </a:rPr>
                  <a:t>1</a:t>
                </a:r>
              </a:p>
            </p:txBody>
          </p:sp>
          <p:sp>
            <p:nvSpPr>
              <p:cNvPr id="9" name="Text Box 6">
                <a:extLst>
                  <a:ext uri="{FF2B5EF4-FFF2-40B4-BE49-F238E27FC236}">
                    <a16:creationId xmlns:a16="http://schemas.microsoft.com/office/drawing/2014/main" id="{41BED1EE-0FFB-5873-588B-DEA00065B8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54" y="2818"/>
                <a:ext cx="197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0" hangingPunct="0"/>
                <a:r>
                  <a:rPr lang="en-US" altLang="zh-CN" sz="1000" b="1">
                    <a:solidFill>
                      <a:srgbClr val="FF66FF"/>
                    </a:solidFill>
                  </a:rPr>
                  <a:t>●</a:t>
                </a:r>
              </a:p>
            </p:txBody>
          </p:sp>
        </p:grpSp>
      </p:grpSp>
      <p:sp>
        <p:nvSpPr>
          <p:cNvPr id="10" name="Freeform 7">
            <a:extLst>
              <a:ext uri="{FF2B5EF4-FFF2-40B4-BE49-F238E27FC236}">
                <a16:creationId xmlns:a16="http://schemas.microsoft.com/office/drawing/2014/main" id="{7789C6AC-132A-1F1A-94A2-6DA4495B1E4D}"/>
              </a:ext>
            </a:extLst>
          </p:cNvPr>
          <p:cNvSpPr>
            <a:spLocks/>
          </p:cNvSpPr>
          <p:nvPr/>
        </p:nvSpPr>
        <p:spPr bwMode="auto">
          <a:xfrm>
            <a:off x="8672853" y="4916340"/>
            <a:ext cx="769937" cy="61912"/>
          </a:xfrm>
          <a:custGeom>
            <a:avLst/>
            <a:gdLst>
              <a:gd name="T0" fmla="*/ 0 w 485"/>
              <a:gd name="T1" fmla="*/ 0 h 39"/>
              <a:gd name="T2" fmla="*/ 485 w 485"/>
              <a:gd name="T3" fmla="*/ 39 h 3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85" h="39">
                <a:moveTo>
                  <a:pt x="0" y="0"/>
                </a:moveTo>
                <a:lnTo>
                  <a:pt x="485" y="39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" name="Group 8">
            <a:extLst>
              <a:ext uri="{FF2B5EF4-FFF2-40B4-BE49-F238E27FC236}">
                <a16:creationId xmlns:a16="http://schemas.microsoft.com/office/drawing/2014/main" id="{F8AC6CC1-A669-C89B-4A1F-648B100F469B}"/>
              </a:ext>
            </a:extLst>
          </p:cNvPr>
          <p:cNvGrpSpPr>
            <a:grpSpLocks/>
          </p:cNvGrpSpPr>
          <p:nvPr/>
        </p:nvGrpSpPr>
        <p:grpSpPr bwMode="auto">
          <a:xfrm>
            <a:off x="7291728" y="4249590"/>
            <a:ext cx="2144712" cy="714375"/>
            <a:chOff x="3555" y="2521"/>
            <a:chExt cx="1351" cy="450"/>
          </a:xfrm>
        </p:grpSpPr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C9601A0C-1C68-2E64-4F7F-4E97F4BD67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5" y="2521"/>
              <a:ext cx="105" cy="210"/>
            </a:xfrm>
            <a:custGeom>
              <a:avLst/>
              <a:gdLst>
                <a:gd name="T0" fmla="*/ 0 w 105"/>
                <a:gd name="T1" fmla="*/ 0 h 210"/>
                <a:gd name="T2" fmla="*/ 105 w 105"/>
                <a:gd name="T3" fmla="*/ 21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5" h="210">
                  <a:moveTo>
                    <a:pt x="0" y="0"/>
                  </a:moveTo>
                  <a:lnTo>
                    <a:pt x="105" y="210"/>
                  </a:lnTo>
                </a:path>
              </a:pathLst>
            </a:custGeom>
            <a:noFill/>
            <a:ln w="38100" cap="flat" cmpd="sng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CE872E28-2CA6-CC7A-3B9B-3933F3E2ED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1" y="2957"/>
              <a:ext cx="255" cy="14"/>
            </a:xfrm>
            <a:custGeom>
              <a:avLst/>
              <a:gdLst>
                <a:gd name="T0" fmla="*/ 0 w 255"/>
                <a:gd name="T1" fmla="*/ 0 h 14"/>
                <a:gd name="T2" fmla="*/ 255 w 255"/>
                <a:gd name="T3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5" h="14">
                  <a:moveTo>
                    <a:pt x="0" y="0"/>
                  </a:moveTo>
                  <a:lnTo>
                    <a:pt x="255" y="14"/>
                  </a:lnTo>
                </a:path>
              </a:pathLst>
            </a:custGeom>
            <a:noFill/>
            <a:ln w="38100" cap="flat" cmpd="sng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4" name="Group 11">
            <a:extLst>
              <a:ext uri="{FF2B5EF4-FFF2-40B4-BE49-F238E27FC236}">
                <a16:creationId xmlns:a16="http://schemas.microsoft.com/office/drawing/2014/main" id="{A10AAE04-5589-993D-A114-156443AF8992}"/>
              </a:ext>
            </a:extLst>
          </p:cNvPr>
          <p:cNvGrpSpPr>
            <a:grpSpLocks/>
          </p:cNvGrpSpPr>
          <p:nvPr/>
        </p:nvGrpSpPr>
        <p:grpSpPr bwMode="auto">
          <a:xfrm>
            <a:off x="8125165" y="3889227"/>
            <a:ext cx="860425" cy="1420813"/>
            <a:chOff x="4080" y="2294"/>
            <a:chExt cx="542" cy="895"/>
          </a:xfrm>
        </p:grpSpPr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BF1059D1-0D6C-5E20-DA20-769602E55E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0" y="2294"/>
              <a:ext cx="345" cy="677"/>
            </a:xfrm>
            <a:custGeom>
              <a:avLst/>
              <a:gdLst>
                <a:gd name="T0" fmla="*/ 0 w 345"/>
                <a:gd name="T1" fmla="*/ 0 h 677"/>
                <a:gd name="T2" fmla="*/ 345 w 345"/>
                <a:gd name="T3" fmla="*/ 677 h 6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45" h="677">
                  <a:moveTo>
                    <a:pt x="0" y="0"/>
                  </a:moveTo>
                  <a:lnTo>
                    <a:pt x="345" y="677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6" name="Group 13">
              <a:extLst>
                <a:ext uri="{FF2B5EF4-FFF2-40B4-BE49-F238E27FC236}">
                  <a16:creationId xmlns:a16="http://schemas.microsoft.com/office/drawing/2014/main" id="{2F80F416-1ADA-CF39-D614-82D0464F41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99" y="2862"/>
              <a:ext cx="323" cy="327"/>
              <a:chOff x="4299" y="2862"/>
              <a:chExt cx="323" cy="327"/>
            </a:xfrm>
          </p:grpSpPr>
          <p:sp>
            <p:nvSpPr>
              <p:cNvPr id="17" name="Text Box 14">
                <a:extLst>
                  <a:ext uri="{FF2B5EF4-FFF2-40B4-BE49-F238E27FC236}">
                    <a16:creationId xmlns:a16="http://schemas.microsoft.com/office/drawing/2014/main" id="{3C7B598D-25A6-ACC5-D8DD-7935A53BCC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99" y="2901"/>
                <a:ext cx="3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>
                    <a:solidFill>
                      <a:schemeClr val="accent2"/>
                    </a:solidFill>
                  </a:rPr>
                  <a:t>b</a:t>
                </a:r>
                <a:r>
                  <a:rPr lang="en-US" altLang="zh-CN" b="1" i="1" dirty="0">
                    <a:sym typeface="Symbol" charset="2"/>
                  </a:rPr>
                  <a:t></a:t>
                </a:r>
                <a:r>
                  <a:rPr lang="en-US" altLang="zh-CN" sz="2400" b="1" i="1" baseline="-20000" dirty="0">
                    <a:solidFill>
                      <a:schemeClr val="accent2"/>
                    </a:solidFill>
                  </a:rPr>
                  <a:t>1</a:t>
                </a:r>
              </a:p>
            </p:txBody>
          </p:sp>
          <p:sp>
            <p:nvSpPr>
              <p:cNvPr id="18" name="Text Box 15">
                <a:extLst>
                  <a:ext uri="{FF2B5EF4-FFF2-40B4-BE49-F238E27FC236}">
                    <a16:creationId xmlns:a16="http://schemas.microsoft.com/office/drawing/2014/main" id="{4235FD9A-F748-5498-1E31-AF1D3FF700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05" y="2862"/>
                <a:ext cx="197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0" hangingPunct="0"/>
                <a:r>
                  <a:rPr lang="en-US" altLang="zh-CN" sz="1000" b="1">
                    <a:solidFill>
                      <a:srgbClr val="FF66FF"/>
                    </a:solidFill>
                  </a:rPr>
                  <a:t>●</a:t>
                </a:r>
              </a:p>
            </p:txBody>
          </p:sp>
        </p:grpSp>
      </p:grpSp>
      <p:grpSp>
        <p:nvGrpSpPr>
          <p:cNvPr id="19" name="Group 16">
            <a:extLst>
              <a:ext uri="{FF2B5EF4-FFF2-40B4-BE49-F238E27FC236}">
                <a16:creationId xmlns:a16="http://schemas.microsoft.com/office/drawing/2014/main" id="{6656F3F3-5124-77D7-6F3F-9E0C34C49C8F}"/>
              </a:ext>
            </a:extLst>
          </p:cNvPr>
          <p:cNvGrpSpPr>
            <a:grpSpLocks/>
          </p:cNvGrpSpPr>
          <p:nvPr/>
        </p:nvGrpSpPr>
        <p:grpSpPr bwMode="auto">
          <a:xfrm>
            <a:off x="1648165" y="2457302"/>
            <a:ext cx="4970463" cy="3206750"/>
            <a:chOff x="37" y="1392"/>
            <a:chExt cx="3131" cy="2020"/>
          </a:xfrm>
        </p:grpSpPr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74B43E36-96A3-3B4F-CD2D-E9B76E8451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" y="2400"/>
              <a:ext cx="2880" cy="1008"/>
            </a:xfrm>
            <a:custGeom>
              <a:avLst/>
              <a:gdLst>
                <a:gd name="T0" fmla="*/ 1152 w 2880"/>
                <a:gd name="T1" fmla="*/ 0 h 1008"/>
                <a:gd name="T2" fmla="*/ 0 w 2880"/>
                <a:gd name="T3" fmla="*/ 432 h 1008"/>
                <a:gd name="T4" fmla="*/ 1488 w 2880"/>
                <a:gd name="T5" fmla="*/ 1008 h 1008"/>
                <a:gd name="T6" fmla="*/ 2880 w 2880"/>
                <a:gd name="T7" fmla="*/ 576 h 1008"/>
                <a:gd name="T8" fmla="*/ 1152 w 2880"/>
                <a:gd name="T9" fmla="*/ 0 h 10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80" h="1008">
                  <a:moveTo>
                    <a:pt x="1152" y="0"/>
                  </a:moveTo>
                  <a:lnTo>
                    <a:pt x="0" y="432"/>
                  </a:lnTo>
                  <a:lnTo>
                    <a:pt x="1488" y="1008"/>
                  </a:lnTo>
                  <a:lnTo>
                    <a:pt x="2880" y="576"/>
                  </a:lnTo>
                  <a:lnTo>
                    <a:pt x="1152" y="0"/>
                  </a:lnTo>
                  <a:close/>
                </a:path>
              </a:pathLst>
            </a:custGeom>
            <a:solidFill>
              <a:srgbClr val="99FFCC"/>
            </a:solidFill>
            <a:ln w="1905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383D3DBC-CBE0-E221-4EFD-1D00A3A61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" y="1392"/>
              <a:ext cx="1152" cy="1440"/>
            </a:xfrm>
            <a:custGeom>
              <a:avLst/>
              <a:gdLst>
                <a:gd name="T0" fmla="*/ 0 w 1152"/>
                <a:gd name="T1" fmla="*/ 384 h 1440"/>
                <a:gd name="T2" fmla="*/ 0 w 1152"/>
                <a:gd name="T3" fmla="*/ 1440 h 1440"/>
                <a:gd name="T4" fmla="*/ 1152 w 1152"/>
                <a:gd name="T5" fmla="*/ 1008 h 1440"/>
                <a:gd name="T6" fmla="*/ 1152 w 1152"/>
                <a:gd name="T7" fmla="*/ 0 h 1440"/>
                <a:gd name="T8" fmla="*/ 0 w 1152"/>
                <a:gd name="T9" fmla="*/ 384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2" h="1440">
                  <a:moveTo>
                    <a:pt x="0" y="384"/>
                  </a:moveTo>
                  <a:lnTo>
                    <a:pt x="0" y="1440"/>
                  </a:lnTo>
                  <a:lnTo>
                    <a:pt x="1152" y="1008"/>
                  </a:lnTo>
                  <a:lnTo>
                    <a:pt x="1152" y="0"/>
                  </a:lnTo>
                  <a:lnTo>
                    <a:pt x="0" y="384"/>
                  </a:lnTo>
                  <a:close/>
                </a:path>
              </a:pathLst>
            </a:custGeom>
            <a:solidFill>
              <a:srgbClr val="FFCCFF"/>
            </a:solidFill>
            <a:ln w="1905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6C190372-066C-E4B3-6457-6167E45A9A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" y="2095"/>
              <a:ext cx="5" cy="545"/>
            </a:xfrm>
            <a:custGeom>
              <a:avLst/>
              <a:gdLst>
                <a:gd name="T0" fmla="*/ 0 w 5"/>
                <a:gd name="T1" fmla="*/ 0 h 545"/>
                <a:gd name="T2" fmla="*/ 5 w 5"/>
                <a:gd name="T3" fmla="*/ 545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" h="545">
                  <a:moveTo>
                    <a:pt x="0" y="0"/>
                  </a:moveTo>
                  <a:lnTo>
                    <a:pt x="5" y="545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04A62444-3ACE-E209-799F-1405E66E9E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" y="2626"/>
              <a:ext cx="911" cy="314"/>
            </a:xfrm>
            <a:custGeom>
              <a:avLst/>
              <a:gdLst>
                <a:gd name="T0" fmla="*/ 0 w 911"/>
                <a:gd name="T1" fmla="*/ 0 h 314"/>
                <a:gd name="T2" fmla="*/ 911 w 911"/>
                <a:gd name="T3" fmla="*/ 314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11" h="314">
                  <a:moveTo>
                    <a:pt x="0" y="0"/>
                  </a:moveTo>
                  <a:lnTo>
                    <a:pt x="911" y="314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Text Box 21">
              <a:extLst>
                <a:ext uri="{FF2B5EF4-FFF2-40B4-BE49-F238E27FC236}">
                  <a16:creationId xmlns:a16="http://schemas.microsoft.com/office/drawing/2014/main" id="{5FEC8A90-5433-6F76-FA6F-F463E82798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1684"/>
              <a:ext cx="2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zh-CN" sz="2400" b="1">
                  <a:latin typeface="楷体_GB2312" charset="0"/>
                  <a:ea typeface="楷体_GB2312" charset="0"/>
                </a:rPr>
                <a:t>V</a:t>
              </a:r>
            </a:p>
          </p:txBody>
        </p:sp>
        <p:sp>
          <p:nvSpPr>
            <p:cNvPr id="25" name="Text Box 22">
              <a:extLst>
                <a:ext uri="{FF2B5EF4-FFF2-40B4-BE49-F238E27FC236}">
                  <a16:creationId xmlns:a16="http://schemas.microsoft.com/office/drawing/2014/main" id="{08957FC0-D91A-3368-1C9E-CD9A9D2456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8" y="3124"/>
              <a:ext cx="2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zh-CN" sz="2400" b="1">
                  <a:latin typeface="楷体_GB2312" charset="0"/>
                  <a:ea typeface="楷体_GB2312" charset="0"/>
                </a:rPr>
                <a:t>H</a:t>
              </a:r>
            </a:p>
          </p:txBody>
        </p:sp>
        <p:sp>
          <p:nvSpPr>
            <p:cNvPr id="26" name="Text Box 23">
              <a:extLst>
                <a:ext uri="{FF2B5EF4-FFF2-40B4-BE49-F238E27FC236}">
                  <a16:creationId xmlns:a16="http://schemas.microsoft.com/office/drawing/2014/main" id="{CA8E0B3A-98C6-6751-E905-4A5702A297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916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zh-CN" sz="2400" b="1"/>
                <a:t> a</a:t>
              </a:r>
              <a:r>
                <a:rPr lang="en-US" altLang="zh-CN" sz="2400" b="1">
                  <a:sym typeface="Symbol" charset="2"/>
                </a:rPr>
                <a:t></a:t>
              </a:r>
            </a:p>
          </p:txBody>
        </p:sp>
        <p:sp>
          <p:nvSpPr>
            <p:cNvPr id="27" name="Text Box 24">
              <a:extLst>
                <a:ext uri="{FF2B5EF4-FFF2-40B4-BE49-F238E27FC236}">
                  <a16:creationId xmlns:a16="http://schemas.microsoft.com/office/drawing/2014/main" id="{6654A484-F738-EC8E-DC5E-3E457851DE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0" y="2880"/>
              <a:ext cx="21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zh-CN" sz="2400" b="1" i="1" dirty="0"/>
                <a:t>a</a:t>
              </a:r>
            </a:p>
          </p:txBody>
        </p:sp>
        <p:sp>
          <p:nvSpPr>
            <p:cNvPr id="28" name="Text Box 25">
              <a:extLst>
                <a:ext uri="{FF2B5EF4-FFF2-40B4-BE49-F238E27FC236}">
                  <a16:creationId xmlns:a16="http://schemas.microsoft.com/office/drawing/2014/main" id="{38ADFD64-0190-3DA8-46C8-C2ADD8A47C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" y="2729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2400" b="1"/>
                <a:t>X</a:t>
              </a:r>
            </a:p>
          </p:txBody>
        </p:sp>
        <p:sp>
          <p:nvSpPr>
            <p:cNvPr id="29" name="Freeform 26">
              <a:extLst>
                <a:ext uri="{FF2B5EF4-FFF2-40B4-BE49-F238E27FC236}">
                  <a16:creationId xmlns:a16="http://schemas.microsoft.com/office/drawing/2014/main" id="{C6C7C08E-AAD2-D08E-8542-0BE68E9FE831}"/>
                </a:ext>
              </a:extLst>
            </p:cNvPr>
            <p:cNvSpPr>
              <a:spLocks/>
            </p:cNvSpPr>
            <p:nvPr/>
          </p:nvSpPr>
          <p:spPr bwMode="auto">
            <a:xfrm>
              <a:off x="988" y="1877"/>
              <a:ext cx="721" cy="240"/>
            </a:xfrm>
            <a:custGeom>
              <a:avLst/>
              <a:gdLst>
                <a:gd name="T0" fmla="*/ 721 w 721"/>
                <a:gd name="T1" fmla="*/ 240 h 240"/>
                <a:gd name="T2" fmla="*/ 0 w 721"/>
                <a:gd name="T3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1" h="240">
                  <a:moveTo>
                    <a:pt x="721" y="240"/>
                  </a:moveTo>
                  <a:lnTo>
                    <a:pt x="0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06FD5C6E-E12A-C5FB-CB28-59407BDA2B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56" y="1866"/>
              <a:ext cx="132" cy="229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FD1BFF61-3EB2-45EA-DB71-7B126619CCDE}"/>
                </a:ext>
              </a:extLst>
            </p:cNvPr>
            <p:cNvSpPr>
              <a:spLocks/>
            </p:cNvSpPr>
            <p:nvPr/>
          </p:nvSpPr>
          <p:spPr bwMode="auto">
            <a:xfrm>
              <a:off x="988" y="1866"/>
              <a:ext cx="1" cy="717"/>
            </a:xfrm>
            <a:custGeom>
              <a:avLst/>
              <a:gdLst>
                <a:gd name="T0" fmla="*/ 0 w 1"/>
                <a:gd name="T1" fmla="*/ 0 h 717"/>
                <a:gd name="T2" fmla="*/ 0 w 1"/>
                <a:gd name="T3" fmla="*/ 717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17">
                  <a:moveTo>
                    <a:pt x="0" y="0"/>
                  </a:moveTo>
                  <a:lnTo>
                    <a:pt x="0" y="717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Freeform 29">
              <a:extLst>
                <a:ext uri="{FF2B5EF4-FFF2-40B4-BE49-F238E27FC236}">
                  <a16:creationId xmlns:a16="http://schemas.microsoft.com/office/drawing/2014/main" id="{234C4023-1A75-3D3C-E8AF-C64B1ABB5663}"/>
                </a:ext>
              </a:extLst>
            </p:cNvPr>
            <p:cNvSpPr>
              <a:spLocks/>
            </p:cNvSpPr>
            <p:nvPr/>
          </p:nvSpPr>
          <p:spPr bwMode="auto">
            <a:xfrm>
              <a:off x="988" y="2569"/>
              <a:ext cx="700" cy="237"/>
            </a:xfrm>
            <a:custGeom>
              <a:avLst/>
              <a:gdLst>
                <a:gd name="T0" fmla="*/ 0 w 700"/>
                <a:gd name="T1" fmla="*/ 0 h 237"/>
                <a:gd name="T2" fmla="*/ 700 w 700"/>
                <a:gd name="T3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00" h="237">
                  <a:moveTo>
                    <a:pt x="0" y="0"/>
                  </a:moveTo>
                  <a:lnTo>
                    <a:pt x="700" y="237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Text Box 30">
              <a:extLst>
                <a:ext uri="{FF2B5EF4-FFF2-40B4-BE49-F238E27FC236}">
                  <a16:creationId xmlns:a16="http://schemas.microsoft.com/office/drawing/2014/main" id="{97CEBA4A-8689-D110-2943-F544A3CA63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9" y="2045"/>
              <a:ext cx="22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FF3300"/>
                  </a:solidFill>
                </a:rPr>
                <a:t>B</a:t>
              </a:r>
              <a:endParaRPr lang="en-US" altLang="zh-CN" sz="2000">
                <a:solidFill>
                  <a:srgbClr val="FF3300"/>
                </a:solidFill>
              </a:endParaRPr>
            </a:p>
          </p:txBody>
        </p:sp>
        <p:sp>
          <p:nvSpPr>
            <p:cNvPr id="34" name="Text Box 31">
              <a:extLst>
                <a:ext uri="{FF2B5EF4-FFF2-40B4-BE49-F238E27FC236}">
                  <a16:creationId xmlns:a16="http://schemas.microsoft.com/office/drawing/2014/main" id="{9E6C5EF1-54E3-603A-D310-0976037FB9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9" y="1632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2400" b="1"/>
                <a:t> b</a:t>
              </a:r>
              <a:r>
                <a:rPr lang="en-US" altLang="zh-CN" sz="2400" b="1">
                  <a:sym typeface="Symbol" charset="2"/>
                </a:rPr>
                <a:t></a:t>
              </a:r>
            </a:p>
          </p:txBody>
        </p:sp>
        <p:sp>
          <p:nvSpPr>
            <p:cNvPr id="35" name="Line 32">
              <a:extLst>
                <a:ext uri="{FF2B5EF4-FFF2-40B4-BE49-F238E27FC236}">
                  <a16:creationId xmlns:a16="http://schemas.microsoft.com/office/drawing/2014/main" id="{0883007B-68AA-FFED-338E-AABD479FFC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88" y="2095"/>
              <a:ext cx="88" cy="32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Text Box 33">
              <a:extLst>
                <a:ext uri="{FF2B5EF4-FFF2-40B4-BE49-F238E27FC236}">
                  <a16:creationId xmlns:a16="http://schemas.microsoft.com/office/drawing/2014/main" id="{A5A2E830-33ED-DAB6-D9CE-CB10B25DC0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9" y="2553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/>
                <a:t>b</a:t>
              </a:r>
            </a:p>
          </p:txBody>
        </p:sp>
        <p:sp>
          <p:nvSpPr>
            <p:cNvPr id="37" name="Text Box 34">
              <a:extLst>
                <a:ext uri="{FF2B5EF4-FFF2-40B4-BE49-F238E27FC236}">
                  <a16:creationId xmlns:a16="http://schemas.microsoft.com/office/drawing/2014/main" id="{D3D0C0B9-E646-65C3-729F-ACEF37796A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200"/>
              <a:ext cx="2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zh-CN" sz="2000" b="1">
                  <a:solidFill>
                    <a:srgbClr val="FF3300"/>
                  </a:solidFill>
                </a:rPr>
                <a:t>A</a:t>
              </a:r>
              <a:endParaRPr lang="en-US" altLang="zh-CN" sz="2000">
                <a:solidFill>
                  <a:srgbClr val="FF3300"/>
                </a:solidFill>
              </a:endParaRPr>
            </a:p>
          </p:txBody>
        </p:sp>
        <p:sp>
          <p:nvSpPr>
            <p:cNvPr id="38" name="Line 35">
              <a:extLst>
                <a:ext uri="{FF2B5EF4-FFF2-40B4-BE49-F238E27FC236}">
                  <a16:creationId xmlns:a16="http://schemas.microsoft.com/office/drawing/2014/main" id="{C004C941-7AFE-101A-1889-AB24754D4E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8" y="2790"/>
              <a:ext cx="88" cy="159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Line 36">
              <a:extLst>
                <a:ext uri="{FF2B5EF4-FFF2-40B4-BE49-F238E27FC236}">
                  <a16:creationId xmlns:a16="http://schemas.microsoft.com/office/drawing/2014/main" id="{AF7034C8-1EC2-86C7-05EA-FB61187B54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422"/>
              <a:ext cx="0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Line 37">
              <a:extLst>
                <a:ext uri="{FF2B5EF4-FFF2-40B4-BE49-F238E27FC236}">
                  <a16:creationId xmlns:a16="http://schemas.microsoft.com/office/drawing/2014/main" id="{D594DDBB-DFAB-51AF-96A4-917A6E8357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56" y="2095"/>
              <a:ext cx="920" cy="3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Line 38">
              <a:extLst>
                <a:ext uri="{FF2B5EF4-FFF2-40B4-BE49-F238E27FC236}">
                  <a16:creationId xmlns:a16="http://schemas.microsoft.com/office/drawing/2014/main" id="{AA0A5971-30CB-DEA3-1BC6-A058E90AB2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8" y="2125"/>
              <a:ext cx="1" cy="6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2" name="Text Box 40">
            <a:extLst>
              <a:ext uri="{FF2B5EF4-FFF2-40B4-BE49-F238E27FC236}">
                <a16:creationId xmlns:a16="http://schemas.microsoft.com/office/drawing/2014/main" id="{71309D66-341C-2564-6EED-129F244C4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9555" y="586010"/>
            <a:ext cx="29654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0" hangingPunct="0"/>
            <a:r>
              <a:rPr lang="zh-CN" altLang="en-US" sz="2400" b="1" dirty="0">
                <a:solidFill>
                  <a:srgbClr val="C00000"/>
                </a:solidFill>
                <a:latin typeface="+mn-ea"/>
              </a:rPr>
              <a:t>空间分析：</a:t>
            </a:r>
            <a:endParaRPr lang="zh-CN" altLang="en-US" sz="3200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43" name="Freeform 41">
            <a:extLst>
              <a:ext uri="{FF2B5EF4-FFF2-40B4-BE49-F238E27FC236}">
                <a16:creationId xmlns:a16="http://schemas.microsoft.com/office/drawing/2014/main" id="{8F958D79-583B-2A36-6A47-A0E85FFBE30C}"/>
              </a:ext>
            </a:extLst>
          </p:cNvPr>
          <p:cNvSpPr>
            <a:spLocks/>
          </p:cNvSpPr>
          <p:nvPr/>
        </p:nvSpPr>
        <p:spPr bwMode="auto">
          <a:xfrm>
            <a:off x="7601290" y="4844902"/>
            <a:ext cx="1047750" cy="71438"/>
          </a:xfrm>
          <a:custGeom>
            <a:avLst/>
            <a:gdLst>
              <a:gd name="T0" fmla="*/ 0 w 660"/>
              <a:gd name="T1" fmla="*/ 0 h 45"/>
              <a:gd name="T2" fmla="*/ 660 w 660"/>
              <a:gd name="T3" fmla="*/ 45 h 4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60" h="45">
                <a:moveTo>
                  <a:pt x="0" y="0"/>
                </a:moveTo>
                <a:lnTo>
                  <a:pt x="660" y="45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" name="Line 42">
            <a:extLst>
              <a:ext uri="{FF2B5EF4-FFF2-40B4-BE49-F238E27FC236}">
                <a16:creationId xmlns:a16="http://schemas.microsoft.com/office/drawing/2014/main" id="{78D43643-403B-D4C4-B4F1-AD010B4FBF23}"/>
              </a:ext>
            </a:extLst>
          </p:cNvPr>
          <p:cNvSpPr>
            <a:spLocks noChangeShapeType="1"/>
          </p:cNvSpPr>
          <p:nvPr/>
        </p:nvSpPr>
        <p:spPr bwMode="auto">
          <a:xfrm>
            <a:off x="6905965" y="3554265"/>
            <a:ext cx="16002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" name="Line 43">
            <a:extLst>
              <a:ext uri="{FF2B5EF4-FFF2-40B4-BE49-F238E27FC236}">
                <a16:creationId xmlns:a16="http://schemas.microsoft.com/office/drawing/2014/main" id="{9A650DEC-1E2F-7112-9C19-B846746407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86965" y="2716065"/>
            <a:ext cx="838200" cy="533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" name="Line 44">
            <a:extLst>
              <a:ext uri="{FF2B5EF4-FFF2-40B4-BE49-F238E27FC236}">
                <a16:creationId xmlns:a16="http://schemas.microsoft.com/office/drawing/2014/main" id="{72CBAE66-59E9-299E-661B-E73D46E755E0}"/>
              </a:ext>
            </a:extLst>
          </p:cNvPr>
          <p:cNvSpPr>
            <a:spLocks noChangeShapeType="1"/>
          </p:cNvSpPr>
          <p:nvPr/>
        </p:nvSpPr>
        <p:spPr bwMode="auto">
          <a:xfrm>
            <a:off x="7286965" y="3249465"/>
            <a:ext cx="0" cy="990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" name="Line 45">
            <a:extLst>
              <a:ext uri="{FF2B5EF4-FFF2-40B4-BE49-F238E27FC236}">
                <a16:creationId xmlns:a16="http://schemas.microsoft.com/office/drawing/2014/main" id="{2AD73411-E279-F12B-AAF9-4C0529B1E59D}"/>
              </a:ext>
            </a:extLst>
          </p:cNvPr>
          <p:cNvSpPr>
            <a:spLocks noChangeShapeType="1"/>
          </p:cNvSpPr>
          <p:nvPr/>
        </p:nvSpPr>
        <p:spPr bwMode="auto">
          <a:xfrm>
            <a:off x="8125165" y="2716065"/>
            <a:ext cx="0" cy="11430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" name="Line 46">
            <a:extLst>
              <a:ext uri="{FF2B5EF4-FFF2-40B4-BE49-F238E27FC236}">
                <a16:creationId xmlns:a16="http://schemas.microsoft.com/office/drawing/2014/main" id="{26C57D56-7C16-D83E-0360-F2553FB2D44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86965" y="3859065"/>
            <a:ext cx="838200" cy="381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" name="Text Box 47">
            <a:extLst>
              <a:ext uri="{FF2B5EF4-FFF2-40B4-BE49-F238E27FC236}">
                <a16:creationId xmlns:a16="http://schemas.microsoft.com/office/drawing/2014/main" id="{2573BD10-FC9C-5BC7-9DEB-9967BBE06A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4390" y="2942433"/>
            <a:ext cx="4235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 b="1" i="1" dirty="0"/>
              <a:t>a</a:t>
            </a:r>
            <a:r>
              <a:rPr lang="en-US" altLang="zh-CN" sz="2400" b="1" i="1" dirty="0">
                <a:sym typeface="Symbol" charset="2"/>
              </a:rPr>
              <a:t></a:t>
            </a:r>
          </a:p>
        </p:txBody>
      </p:sp>
      <p:sp>
        <p:nvSpPr>
          <p:cNvPr id="50" name="Text Box 48">
            <a:extLst>
              <a:ext uri="{FF2B5EF4-FFF2-40B4-BE49-F238E27FC236}">
                <a16:creationId xmlns:a16="http://schemas.microsoft.com/office/drawing/2014/main" id="{C7CA84D1-7828-DF48-74BF-2E266C26FE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1653" y="2411265"/>
            <a:ext cx="506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 b="1" i="1" dirty="0"/>
              <a:t> b</a:t>
            </a:r>
            <a:r>
              <a:rPr lang="en-US" altLang="zh-CN" sz="2400" b="1" i="1" dirty="0">
                <a:sym typeface="Symbol" charset="2"/>
              </a:rPr>
              <a:t></a:t>
            </a:r>
          </a:p>
        </p:txBody>
      </p:sp>
      <p:sp>
        <p:nvSpPr>
          <p:cNvPr id="51" name="Text Box 49">
            <a:extLst>
              <a:ext uri="{FF2B5EF4-FFF2-40B4-BE49-F238E27FC236}">
                <a16:creationId xmlns:a16="http://schemas.microsoft.com/office/drawing/2014/main" id="{91B4228C-3E1B-FEED-9521-7889256CAA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2490" y="4085433"/>
            <a:ext cx="3465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 b="1" i="1" dirty="0"/>
              <a:t>a</a:t>
            </a:r>
          </a:p>
        </p:txBody>
      </p:sp>
      <p:sp>
        <p:nvSpPr>
          <p:cNvPr id="52" name="Text Box 50">
            <a:extLst>
              <a:ext uri="{FF2B5EF4-FFF2-40B4-BE49-F238E27FC236}">
                <a16:creationId xmlns:a16="http://schemas.microsoft.com/office/drawing/2014/main" id="{DA8984E2-D328-213A-D512-B358C19E7A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4528" y="3630465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 b="1" i="1" dirty="0"/>
              <a:t>b</a:t>
            </a:r>
          </a:p>
        </p:txBody>
      </p:sp>
      <p:sp>
        <p:nvSpPr>
          <p:cNvPr id="53" name="Text Box 51">
            <a:extLst>
              <a:ext uri="{FF2B5EF4-FFF2-40B4-BE49-F238E27FC236}">
                <a16:creationId xmlns:a16="http://schemas.microsoft.com/office/drawing/2014/main" id="{8E2E2D51-C682-4DAF-43DB-A533D29E0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7665" y="3355827"/>
            <a:ext cx="368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000" b="1" dirty="0"/>
              <a:t>X</a:t>
            </a:r>
          </a:p>
        </p:txBody>
      </p:sp>
      <p:sp>
        <p:nvSpPr>
          <p:cNvPr id="54" name="Text Box 52">
            <a:extLst>
              <a:ext uri="{FF2B5EF4-FFF2-40B4-BE49-F238E27FC236}">
                <a16:creationId xmlns:a16="http://schemas.microsoft.com/office/drawing/2014/main" id="{E02EBE1C-9DC8-BA59-A950-DB9804E93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8803" y="3203427"/>
            <a:ext cx="3127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000" b="1">
                <a:latin typeface="楷体_GB2312" charset="0"/>
                <a:ea typeface="楷体_GB2312" charset="0"/>
              </a:rPr>
              <a:t>V</a:t>
            </a:r>
          </a:p>
        </p:txBody>
      </p:sp>
      <p:sp>
        <p:nvSpPr>
          <p:cNvPr id="55" name="Text Box 53">
            <a:extLst>
              <a:ext uri="{FF2B5EF4-FFF2-40B4-BE49-F238E27FC236}">
                <a16:creationId xmlns:a16="http://schemas.microsoft.com/office/drawing/2014/main" id="{5CE6AB07-C6DB-D7C9-3A49-695EE84061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3253" y="3538390"/>
            <a:ext cx="3127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000" b="1">
                <a:latin typeface="楷体_GB2312" charset="0"/>
                <a:ea typeface="楷体_GB2312" charset="0"/>
              </a:rPr>
              <a:t>H</a:t>
            </a:r>
          </a:p>
        </p:txBody>
      </p:sp>
      <p:grpSp>
        <p:nvGrpSpPr>
          <p:cNvPr id="56" name="Group 54">
            <a:extLst>
              <a:ext uri="{FF2B5EF4-FFF2-40B4-BE49-F238E27FC236}">
                <a16:creationId xmlns:a16="http://schemas.microsoft.com/office/drawing/2014/main" id="{4495FDFA-F4AA-70C7-78F6-CB34EAAE3C52}"/>
              </a:ext>
            </a:extLst>
          </p:cNvPr>
          <p:cNvGrpSpPr>
            <a:grpSpLocks/>
          </p:cNvGrpSpPr>
          <p:nvPr/>
        </p:nvGrpSpPr>
        <p:grpSpPr bwMode="auto">
          <a:xfrm>
            <a:off x="6677365" y="4011465"/>
            <a:ext cx="2043113" cy="1112837"/>
            <a:chOff x="3168" y="2371"/>
            <a:chExt cx="1287" cy="701"/>
          </a:xfrm>
        </p:grpSpPr>
        <p:sp>
          <p:nvSpPr>
            <p:cNvPr id="57" name="Freeform 55">
              <a:extLst>
                <a:ext uri="{FF2B5EF4-FFF2-40B4-BE49-F238E27FC236}">
                  <a16:creationId xmlns:a16="http://schemas.microsoft.com/office/drawing/2014/main" id="{F736860A-7B52-EF4F-B76E-B0AFB39A31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0" y="2371"/>
              <a:ext cx="1095" cy="499"/>
            </a:xfrm>
            <a:custGeom>
              <a:avLst/>
              <a:gdLst>
                <a:gd name="T0" fmla="*/ 0 w 1095"/>
                <a:gd name="T1" fmla="*/ 499 h 499"/>
                <a:gd name="T2" fmla="*/ 1095 w 1095"/>
                <a:gd name="T3" fmla="*/ 0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95" h="499">
                  <a:moveTo>
                    <a:pt x="0" y="499"/>
                  </a:moveTo>
                  <a:lnTo>
                    <a:pt x="1095" y="0"/>
                  </a:lnTo>
                </a:path>
              </a:pathLst>
            </a:cu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Text Box 56">
              <a:extLst>
                <a:ext uri="{FF2B5EF4-FFF2-40B4-BE49-F238E27FC236}">
                  <a16:creationId xmlns:a16="http://schemas.microsoft.com/office/drawing/2014/main" id="{A5994B97-594D-307E-6447-9701F5158C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793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2000" b="1"/>
                <a:t>X</a:t>
              </a:r>
              <a:r>
                <a:rPr lang="en-US" altLang="zh-CN" sz="2000" b="1" baseline="-25000"/>
                <a:t>1</a:t>
              </a:r>
              <a:endParaRPr lang="en-US" altLang="zh-CN" sz="2000" b="1"/>
            </a:p>
          </p:txBody>
        </p:sp>
        <p:sp>
          <p:nvSpPr>
            <p:cNvPr id="59" name="Text Box 57">
              <a:extLst>
                <a:ext uri="{FF2B5EF4-FFF2-40B4-BE49-F238E27FC236}">
                  <a16:creationId xmlns:a16="http://schemas.microsoft.com/office/drawing/2014/main" id="{E24D9F45-0294-AE3B-9F01-96F4D8F1F5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3" y="2582"/>
              <a:ext cx="24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2000" b="1" dirty="0">
                  <a:latin typeface="楷体_GB2312" charset="0"/>
                  <a:ea typeface="楷体_GB2312" charset="0"/>
                </a:rPr>
                <a:t>H</a:t>
              </a:r>
            </a:p>
          </p:txBody>
        </p:sp>
        <p:sp>
          <p:nvSpPr>
            <p:cNvPr id="60" name="Text Box 58">
              <a:extLst>
                <a:ext uri="{FF2B5EF4-FFF2-40B4-BE49-F238E27FC236}">
                  <a16:creationId xmlns:a16="http://schemas.microsoft.com/office/drawing/2014/main" id="{C1DB13F0-6E45-EA05-9ACB-4BFFAB01C5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4" y="2822"/>
              <a:ext cx="24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2000" b="1">
                  <a:latin typeface="楷体_GB2312" charset="0"/>
                  <a:ea typeface="楷体_GB2312" charset="0"/>
                </a:rPr>
                <a:t>V</a:t>
              </a:r>
              <a:r>
                <a:rPr lang="en-US" altLang="zh-CN" sz="2000" b="1" baseline="-25000"/>
                <a:t>1</a:t>
              </a:r>
              <a:endParaRPr lang="en-US" altLang="zh-CN" sz="2000" b="1"/>
            </a:p>
          </p:txBody>
        </p:sp>
      </p:grpSp>
      <p:grpSp>
        <p:nvGrpSpPr>
          <p:cNvPr id="61" name="Group 59">
            <a:extLst>
              <a:ext uri="{FF2B5EF4-FFF2-40B4-BE49-F238E27FC236}">
                <a16:creationId xmlns:a16="http://schemas.microsoft.com/office/drawing/2014/main" id="{9B2506E6-828D-D38F-1B18-81EA8DCB1C59}"/>
              </a:ext>
            </a:extLst>
          </p:cNvPr>
          <p:cNvGrpSpPr>
            <a:grpSpLocks/>
          </p:cNvGrpSpPr>
          <p:nvPr/>
        </p:nvGrpSpPr>
        <p:grpSpPr bwMode="auto">
          <a:xfrm rot="259479">
            <a:off x="8601448" y="4497515"/>
            <a:ext cx="838205" cy="1693863"/>
            <a:chOff x="4691" y="2486"/>
            <a:chExt cx="528" cy="1067"/>
          </a:xfrm>
        </p:grpSpPr>
        <p:sp>
          <p:nvSpPr>
            <p:cNvPr id="62" name="Line 60">
              <a:extLst>
                <a:ext uri="{FF2B5EF4-FFF2-40B4-BE49-F238E27FC236}">
                  <a16:creationId xmlns:a16="http://schemas.microsoft.com/office/drawing/2014/main" id="{E839B8EF-8F4A-3336-C994-91E08E456F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2486"/>
              <a:ext cx="0" cy="86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Text Box 61">
              <a:extLst>
                <a:ext uri="{FF2B5EF4-FFF2-40B4-BE49-F238E27FC236}">
                  <a16:creationId xmlns:a16="http://schemas.microsoft.com/office/drawing/2014/main" id="{E267993E-6539-73A6-AE62-75AF8D489F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1" y="3119"/>
              <a:ext cx="28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2000" b="1" dirty="0">
                  <a:solidFill>
                    <a:srgbClr val="FF9300"/>
                  </a:solidFill>
                  <a:latin typeface="楷体_GB2312" charset="0"/>
                  <a:ea typeface="楷体_GB2312" charset="0"/>
                </a:rPr>
                <a:t>V</a:t>
              </a:r>
              <a:r>
                <a:rPr lang="en-US" altLang="zh-CN" sz="2000" b="1" baseline="-25000" dirty="0">
                  <a:solidFill>
                    <a:srgbClr val="FF9300"/>
                  </a:solidFill>
                  <a:latin typeface="楷体_GB2312" charset="0"/>
                  <a:ea typeface="楷体_GB2312" charset="0"/>
                </a:rPr>
                <a:t>1</a:t>
              </a:r>
            </a:p>
          </p:txBody>
        </p:sp>
        <p:sp>
          <p:nvSpPr>
            <p:cNvPr id="64" name="Text Box 62">
              <a:extLst>
                <a:ext uri="{FF2B5EF4-FFF2-40B4-BE49-F238E27FC236}">
                  <a16:creationId xmlns:a16="http://schemas.microsoft.com/office/drawing/2014/main" id="{041DCFF3-C228-BEA2-E66D-43D6339098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6" y="3108"/>
              <a:ext cx="29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楷体_GB2312" charset="0"/>
                  <a:ea typeface="楷体_GB2312" charset="0"/>
                </a:rPr>
                <a:t>H</a:t>
              </a:r>
              <a:r>
                <a:rPr lang="en-US" altLang="zh-CN" sz="2000" b="1" baseline="-25000" dirty="0">
                  <a:solidFill>
                    <a:srgbClr val="FF0000"/>
                  </a:solidFill>
                  <a:latin typeface="楷体_GB2312" charset="0"/>
                  <a:ea typeface="楷体_GB2312" charset="0"/>
                </a:rPr>
                <a:t>2</a:t>
              </a:r>
              <a:endParaRPr lang="en-US" altLang="zh-CN" sz="2000" b="1" dirty="0">
                <a:solidFill>
                  <a:srgbClr val="FF0000"/>
                </a:solidFill>
                <a:latin typeface="楷体_GB2312" charset="0"/>
                <a:ea typeface="楷体_GB2312" charset="0"/>
              </a:endParaRPr>
            </a:p>
          </p:txBody>
        </p:sp>
        <p:sp>
          <p:nvSpPr>
            <p:cNvPr id="65" name="Text Box 63">
              <a:extLst>
                <a:ext uri="{FF2B5EF4-FFF2-40B4-BE49-F238E27FC236}">
                  <a16:creationId xmlns:a16="http://schemas.microsoft.com/office/drawing/2014/main" id="{BC6115C6-5948-8486-A63E-D3CE741F1A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0" y="3301"/>
              <a:ext cx="26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</a:rPr>
                <a:t>X</a:t>
              </a:r>
              <a:r>
                <a:rPr lang="en-US" altLang="zh-CN" sz="2000" b="1" baseline="-25000" dirty="0">
                  <a:solidFill>
                    <a:srgbClr val="FF0000"/>
                  </a:solidFill>
                </a:rPr>
                <a:t>2</a:t>
              </a:r>
              <a:endParaRPr lang="en-US" altLang="zh-CN" sz="20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66" name="Text Box 64">
            <a:extLst>
              <a:ext uri="{FF2B5EF4-FFF2-40B4-BE49-F238E27FC236}">
                <a16:creationId xmlns:a16="http://schemas.microsoft.com/office/drawing/2014/main" id="{A35CADB6-6381-895C-6D57-F351C6718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6540" y="2249488"/>
            <a:ext cx="11079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作图：</a:t>
            </a:r>
            <a:endParaRPr lang="zh-CN" altLang="en-US" sz="2400" dirty="0">
              <a:solidFill>
                <a:srgbClr val="FF0000"/>
              </a:solidFill>
              <a:latin typeface="+mn-ea"/>
            </a:endParaRPr>
          </a:p>
        </p:txBody>
      </p:sp>
      <p:grpSp>
        <p:nvGrpSpPr>
          <p:cNvPr id="67" name="Group 65">
            <a:extLst>
              <a:ext uri="{FF2B5EF4-FFF2-40B4-BE49-F238E27FC236}">
                <a16:creationId xmlns:a16="http://schemas.microsoft.com/office/drawing/2014/main" id="{3A2CA674-410A-249C-39BD-F312DBD1D411}"/>
              </a:ext>
            </a:extLst>
          </p:cNvPr>
          <p:cNvGrpSpPr>
            <a:grpSpLocks/>
          </p:cNvGrpSpPr>
          <p:nvPr/>
        </p:nvGrpSpPr>
        <p:grpSpPr bwMode="auto">
          <a:xfrm>
            <a:off x="4667593" y="2138213"/>
            <a:ext cx="1219200" cy="3463925"/>
            <a:chOff x="1920" y="1200"/>
            <a:chExt cx="768" cy="2182"/>
          </a:xfrm>
        </p:grpSpPr>
        <p:sp>
          <p:nvSpPr>
            <p:cNvPr id="68" name="Freeform 66">
              <a:extLst>
                <a:ext uri="{FF2B5EF4-FFF2-40B4-BE49-F238E27FC236}">
                  <a16:creationId xmlns:a16="http://schemas.microsoft.com/office/drawing/2014/main" id="{70C2966C-1285-7119-2BAD-7CA52CDAA3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0" y="1200"/>
              <a:ext cx="624" cy="1968"/>
            </a:xfrm>
            <a:custGeom>
              <a:avLst/>
              <a:gdLst>
                <a:gd name="T0" fmla="*/ 0 w 624"/>
                <a:gd name="T1" fmla="*/ 0 h 1968"/>
                <a:gd name="T2" fmla="*/ 0 w 624"/>
                <a:gd name="T3" fmla="*/ 1344 h 1968"/>
                <a:gd name="T4" fmla="*/ 624 w 624"/>
                <a:gd name="T5" fmla="*/ 1968 h 1968"/>
                <a:gd name="T6" fmla="*/ 624 w 624"/>
                <a:gd name="T7" fmla="*/ 576 h 1968"/>
                <a:gd name="T8" fmla="*/ 0 w 624"/>
                <a:gd name="T9" fmla="*/ 0 h 19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4" h="1968">
                  <a:moveTo>
                    <a:pt x="0" y="0"/>
                  </a:moveTo>
                  <a:lnTo>
                    <a:pt x="0" y="1344"/>
                  </a:lnTo>
                  <a:lnTo>
                    <a:pt x="624" y="1968"/>
                  </a:lnTo>
                  <a:lnTo>
                    <a:pt x="624" y="5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66"/>
            </a:solidFill>
            <a:ln w="1905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" name="Text Box 67">
              <a:extLst>
                <a:ext uri="{FF2B5EF4-FFF2-40B4-BE49-F238E27FC236}">
                  <a16:creationId xmlns:a16="http://schemas.microsoft.com/office/drawing/2014/main" id="{F9784257-F1CD-03FF-6F15-C12A01B0DB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4" y="3132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2000" b="1"/>
                <a:t>X</a:t>
              </a:r>
              <a:r>
                <a:rPr lang="en-US" altLang="zh-CN" sz="2000" b="1" baseline="-20000"/>
                <a:t>1</a:t>
              </a:r>
              <a:endParaRPr lang="en-US" altLang="zh-CN" sz="2000" b="1"/>
            </a:p>
          </p:txBody>
        </p:sp>
        <p:sp>
          <p:nvSpPr>
            <p:cNvPr id="70" name="Text Box 68">
              <a:extLst>
                <a:ext uri="{FF2B5EF4-FFF2-40B4-BE49-F238E27FC236}">
                  <a16:creationId xmlns:a16="http://schemas.microsoft.com/office/drawing/2014/main" id="{5A8BC49B-7C97-F2B9-7904-DC501526E7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8" y="1661"/>
              <a:ext cx="31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zh-CN" sz="2400" b="1" dirty="0">
                  <a:solidFill>
                    <a:srgbClr val="FFC000"/>
                  </a:solidFill>
                  <a:latin typeface="楷体_GB2312" charset="0"/>
                  <a:ea typeface="楷体_GB2312" charset="0"/>
                </a:rPr>
                <a:t>V</a:t>
              </a:r>
              <a:r>
                <a:rPr lang="en-US" altLang="zh-CN" sz="1600" b="1" dirty="0">
                  <a:solidFill>
                    <a:srgbClr val="FFC000"/>
                  </a:solidFill>
                  <a:latin typeface="楷体_GB2312" charset="0"/>
                  <a:ea typeface="楷体_GB2312" charset="0"/>
                </a:rPr>
                <a:t>1</a:t>
              </a:r>
            </a:p>
          </p:txBody>
        </p:sp>
      </p:grpSp>
      <p:grpSp>
        <p:nvGrpSpPr>
          <p:cNvPr id="71" name="Group 79">
            <a:extLst>
              <a:ext uri="{FF2B5EF4-FFF2-40B4-BE49-F238E27FC236}">
                <a16:creationId xmlns:a16="http://schemas.microsoft.com/office/drawing/2014/main" id="{F711B433-2C39-E03C-6C26-502A2563A1D1}"/>
              </a:ext>
            </a:extLst>
          </p:cNvPr>
          <p:cNvGrpSpPr>
            <a:grpSpLocks/>
          </p:cNvGrpSpPr>
          <p:nvPr/>
        </p:nvGrpSpPr>
        <p:grpSpPr bwMode="auto">
          <a:xfrm>
            <a:off x="3305511" y="2108050"/>
            <a:ext cx="2160587" cy="1158876"/>
            <a:chOff x="1059" y="1189"/>
            <a:chExt cx="1361" cy="730"/>
          </a:xfrm>
        </p:grpSpPr>
        <p:sp>
          <p:nvSpPr>
            <p:cNvPr id="72" name="Text Box 80">
              <a:extLst>
                <a:ext uri="{FF2B5EF4-FFF2-40B4-BE49-F238E27FC236}">
                  <a16:creationId xmlns:a16="http://schemas.microsoft.com/office/drawing/2014/main" id="{8BEBAD42-0CE7-5E55-EA73-5249271E77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189"/>
              <a:ext cx="26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2000" b="1" dirty="0">
                  <a:solidFill>
                    <a:srgbClr val="FF0000"/>
                  </a:solidFill>
                </a:rPr>
                <a:t>X</a:t>
              </a:r>
              <a:r>
                <a:rPr lang="en-US" altLang="zh-CN" sz="2000" b="1" baseline="-20000" dirty="0">
                  <a:solidFill>
                    <a:srgbClr val="FF0000"/>
                  </a:solidFill>
                </a:rPr>
                <a:t>2</a:t>
              </a:r>
              <a:endParaRPr lang="en-US" altLang="zh-CN" sz="2000" b="1" dirty="0">
                <a:solidFill>
                  <a:srgbClr val="FF0000"/>
                </a:solidFill>
              </a:endParaRPr>
            </a:p>
          </p:txBody>
        </p:sp>
        <p:sp>
          <p:nvSpPr>
            <p:cNvPr id="73" name="Freeform 81">
              <a:extLst>
                <a:ext uri="{FF2B5EF4-FFF2-40B4-BE49-F238E27FC236}">
                  <a16:creationId xmlns:a16="http://schemas.microsoft.com/office/drawing/2014/main" id="{5BE6103E-70AE-B247-4C71-9F7C5AA6EB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" y="1397"/>
              <a:ext cx="1073" cy="480"/>
            </a:xfrm>
            <a:custGeom>
              <a:avLst/>
              <a:gdLst>
                <a:gd name="T0" fmla="*/ 1073 w 1073"/>
                <a:gd name="T1" fmla="*/ 0 h 480"/>
                <a:gd name="T2" fmla="*/ 226 w 1073"/>
                <a:gd name="T3" fmla="*/ 0 h 480"/>
                <a:gd name="T4" fmla="*/ 0 w 1073"/>
                <a:gd name="T5" fmla="*/ 480 h 480"/>
                <a:gd name="T6" fmla="*/ 819 w 1073"/>
                <a:gd name="T7" fmla="*/ 480 h 480"/>
                <a:gd name="T8" fmla="*/ 1073 w 1073"/>
                <a:gd name="T9" fmla="*/ 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3" h="480">
                  <a:moveTo>
                    <a:pt x="1073" y="0"/>
                  </a:moveTo>
                  <a:lnTo>
                    <a:pt x="226" y="0"/>
                  </a:lnTo>
                  <a:lnTo>
                    <a:pt x="0" y="480"/>
                  </a:lnTo>
                  <a:lnTo>
                    <a:pt x="819" y="480"/>
                  </a:lnTo>
                  <a:lnTo>
                    <a:pt x="1073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" name="Text Box 82">
              <a:extLst>
                <a:ext uri="{FF2B5EF4-FFF2-40B4-BE49-F238E27FC236}">
                  <a16:creationId xmlns:a16="http://schemas.microsoft.com/office/drawing/2014/main" id="{98734BE9-884E-E95E-7B71-D9942F2A0B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1669"/>
              <a:ext cx="25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66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zh-CN" sz="2000" b="1">
                  <a:latin typeface="楷体_GB2312" charset="0"/>
                  <a:ea typeface="楷体_GB2312" charset="0"/>
                </a:rPr>
                <a:t>H</a:t>
              </a:r>
              <a:r>
                <a:rPr lang="en-US" altLang="zh-CN" sz="1400" b="1">
                  <a:latin typeface="楷体_GB2312" charset="0"/>
                  <a:ea typeface="楷体_GB2312" charset="0"/>
                </a:rPr>
                <a:t>2</a:t>
              </a:r>
              <a:endParaRPr lang="en-US" altLang="zh-CN" sz="2400" b="1">
                <a:latin typeface="楷体_GB2312" charset="0"/>
                <a:ea typeface="楷体_GB2312" charset="0"/>
              </a:endParaRPr>
            </a:p>
          </p:txBody>
        </p:sp>
      </p:grpSp>
      <p:sp>
        <p:nvSpPr>
          <p:cNvPr id="75" name="Text Box 83">
            <a:extLst>
              <a:ext uri="{FF2B5EF4-FFF2-40B4-BE49-F238E27FC236}">
                <a16:creationId xmlns:a16="http://schemas.microsoft.com/office/drawing/2014/main" id="{4B191CE6-3946-8743-9142-BAA4015E5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9499" y="1477738"/>
            <a:ext cx="63401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zh-CN" altLang="en-US" sz="2400" b="1" dirty="0">
                <a:latin typeface="+mn-ea"/>
              </a:rPr>
              <a:t>二次换面把投影面平行线变成投影面垂直线。</a:t>
            </a:r>
          </a:p>
        </p:txBody>
      </p:sp>
      <p:sp>
        <p:nvSpPr>
          <p:cNvPr id="76" name="Text Box 84">
            <a:extLst>
              <a:ext uri="{FF2B5EF4-FFF2-40B4-BE49-F238E27FC236}">
                <a16:creationId xmlns:a16="http://schemas.microsoft.com/office/drawing/2014/main" id="{EE30101A-A26B-728C-C1CF-FF25EF57B1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6640" y="5591176"/>
            <a:ext cx="20281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sz="2400" b="1">
                <a:solidFill>
                  <a:schemeClr val="tx2"/>
                </a:solidFill>
                <a:latin typeface="+mn-ea"/>
              </a:rPr>
              <a:t>X</a:t>
            </a:r>
            <a:r>
              <a:rPr lang="en-US" altLang="zh-CN" sz="2400" b="1" baseline="-25000">
                <a:solidFill>
                  <a:schemeClr val="tx2"/>
                </a:solidFill>
                <a:latin typeface="+mn-ea"/>
              </a:rPr>
              <a:t>2</a:t>
            </a:r>
            <a:r>
              <a:rPr lang="zh-CN" altLang="en-US" sz="2400" b="1">
                <a:solidFill>
                  <a:schemeClr val="tx2"/>
                </a:solidFill>
                <a:latin typeface="+mn-ea"/>
              </a:rPr>
              <a:t>轴的位置？</a:t>
            </a:r>
          </a:p>
        </p:txBody>
      </p:sp>
      <p:grpSp>
        <p:nvGrpSpPr>
          <p:cNvPr id="77" name="Group 85">
            <a:extLst>
              <a:ext uri="{FF2B5EF4-FFF2-40B4-BE49-F238E27FC236}">
                <a16:creationId xmlns:a16="http://schemas.microsoft.com/office/drawing/2014/main" id="{1473FB01-679B-A6E7-8E0B-8B7441B187DC}"/>
              </a:ext>
            </a:extLst>
          </p:cNvPr>
          <p:cNvGrpSpPr>
            <a:grpSpLocks/>
          </p:cNvGrpSpPr>
          <p:nvPr/>
        </p:nvGrpSpPr>
        <p:grpSpPr bwMode="auto">
          <a:xfrm>
            <a:off x="3801534" y="2500617"/>
            <a:ext cx="1516933" cy="1598159"/>
            <a:chOff x="1411" y="1404"/>
            <a:chExt cx="904" cy="1015"/>
          </a:xfrm>
        </p:grpSpPr>
        <p:sp>
          <p:nvSpPr>
            <p:cNvPr id="78" name="Line 86">
              <a:extLst>
                <a:ext uri="{FF2B5EF4-FFF2-40B4-BE49-F238E27FC236}">
                  <a16:creationId xmlns:a16="http://schemas.microsoft.com/office/drawing/2014/main" id="{A1F3028D-14C6-A2B8-ECF9-FF6E6316BC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96" y="1633"/>
              <a:ext cx="409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" name="Freeform 87">
              <a:extLst>
                <a:ext uri="{FF2B5EF4-FFF2-40B4-BE49-F238E27FC236}">
                  <a16:creationId xmlns:a16="http://schemas.microsoft.com/office/drawing/2014/main" id="{BE3B3075-52D1-13DE-FEB6-99C94D19CD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1" y="1738"/>
              <a:ext cx="181" cy="681"/>
            </a:xfrm>
            <a:custGeom>
              <a:avLst/>
              <a:gdLst>
                <a:gd name="T0" fmla="*/ 201 w 201"/>
                <a:gd name="T1" fmla="*/ 655 h 655"/>
                <a:gd name="T2" fmla="*/ 0 w 201"/>
                <a:gd name="T3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1" h="655">
                  <a:moveTo>
                    <a:pt x="201" y="655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" name="Freeform 88">
              <a:extLst>
                <a:ext uri="{FF2B5EF4-FFF2-40B4-BE49-F238E27FC236}">
                  <a16:creationId xmlns:a16="http://schemas.microsoft.com/office/drawing/2014/main" id="{9EB71ED7-0A2E-1C0A-1A48-F51100EE06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5" y="1637"/>
              <a:ext cx="198" cy="650"/>
            </a:xfrm>
            <a:custGeom>
              <a:avLst/>
              <a:gdLst>
                <a:gd name="T0" fmla="*/ 198 w 198"/>
                <a:gd name="T1" fmla="*/ 650 h 650"/>
                <a:gd name="T2" fmla="*/ 0 w 198"/>
                <a:gd name="T3" fmla="*/ 0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8" h="650">
                  <a:moveTo>
                    <a:pt x="198" y="65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" name="Text Box 89">
              <a:extLst>
                <a:ext uri="{FF2B5EF4-FFF2-40B4-BE49-F238E27FC236}">
                  <a16:creationId xmlns:a16="http://schemas.microsoft.com/office/drawing/2014/main" id="{19C6820B-CE56-767B-667D-F540C2DC1F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5" y="1650"/>
              <a:ext cx="18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1400" dirty="0">
                  <a:solidFill>
                    <a:srgbClr val="FF0000"/>
                  </a:solidFill>
                  <a:sym typeface="Wingdings" charset="2"/>
                </a:rPr>
                <a:t></a:t>
              </a:r>
              <a:endParaRPr lang="en-US" altLang="zh-CN" sz="2400" dirty="0">
                <a:solidFill>
                  <a:srgbClr val="FF0000"/>
                </a:solidFill>
              </a:endParaRPr>
            </a:p>
          </p:txBody>
        </p:sp>
        <p:sp>
          <p:nvSpPr>
            <p:cNvPr id="82" name="Text Box 90">
              <a:extLst>
                <a:ext uri="{FF2B5EF4-FFF2-40B4-BE49-F238E27FC236}">
                  <a16:creationId xmlns:a16="http://schemas.microsoft.com/office/drawing/2014/main" id="{0D44B311-4444-43FF-BB92-32B2E7B071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1" y="1404"/>
              <a:ext cx="504" cy="2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2400" b="1" i="1" dirty="0">
                  <a:solidFill>
                    <a:srgbClr val="FF3300"/>
                  </a:solidFill>
                </a:rPr>
                <a:t>a</a:t>
              </a:r>
              <a:r>
                <a:rPr lang="en-US" altLang="zh-CN" sz="2400" b="1" i="1" baseline="-20000" dirty="0">
                  <a:solidFill>
                    <a:srgbClr val="FF3300"/>
                  </a:solidFill>
                </a:rPr>
                <a:t>2(</a:t>
              </a:r>
              <a:r>
                <a:rPr lang="en-US" altLang="zh-CN" sz="2400" b="1" i="1" dirty="0">
                  <a:solidFill>
                    <a:srgbClr val="FF3300"/>
                  </a:solidFill>
                  <a:sym typeface="Symbol" charset="2"/>
                </a:rPr>
                <a:t>b</a:t>
              </a:r>
              <a:r>
                <a:rPr lang="en-US" altLang="zh-CN" sz="2400" b="1" i="1" baseline="-20000" dirty="0">
                  <a:solidFill>
                    <a:srgbClr val="FF3300"/>
                  </a:solidFill>
                  <a:sym typeface="Symbol" charset="2"/>
                </a:rPr>
                <a:t>2)</a:t>
              </a:r>
              <a:endParaRPr lang="en-US" altLang="zh-CN" sz="2400" b="1" i="1" dirty="0">
                <a:solidFill>
                  <a:srgbClr val="FF3300"/>
                </a:solidFill>
              </a:endParaRPr>
            </a:p>
          </p:txBody>
        </p:sp>
        <p:sp>
          <p:nvSpPr>
            <p:cNvPr id="83" name="Text Box 91">
              <a:extLst>
                <a:ext uri="{FF2B5EF4-FFF2-40B4-BE49-F238E27FC236}">
                  <a16:creationId xmlns:a16="http://schemas.microsoft.com/office/drawing/2014/main" id="{469099AF-3C53-C3E5-5486-D3983D6BE7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5" y="1466"/>
              <a:ext cx="34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CN" sz="2400" b="1" i="1" dirty="0">
                  <a:solidFill>
                    <a:srgbClr val="FF0000"/>
                  </a:solidFill>
                </a:rPr>
                <a:t>a</a:t>
              </a:r>
              <a:r>
                <a:rPr lang="en-US" altLang="zh-CN" sz="2400" b="1" i="1" baseline="-20000" dirty="0">
                  <a:solidFill>
                    <a:srgbClr val="FF0000"/>
                  </a:solidFill>
                </a:rPr>
                <a:t>x2</a:t>
              </a:r>
            </a:p>
          </p:txBody>
        </p:sp>
      </p:grpSp>
      <p:grpSp>
        <p:nvGrpSpPr>
          <p:cNvPr id="84" name="Group 92">
            <a:extLst>
              <a:ext uri="{FF2B5EF4-FFF2-40B4-BE49-F238E27FC236}">
                <a16:creationId xmlns:a16="http://schemas.microsoft.com/office/drawing/2014/main" id="{F622B70C-335C-5C1B-21FB-6D7285C2EBD1}"/>
              </a:ext>
            </a:extLst>
          </p:cNvPr>
          <p:cNvGrpSpPr>
            <a:grpSpLocks/>
          </p:cNvGrpSpPr>
          <p:nvPr/>
        </p:nvGrpSpPr>
        <p:grpSpPr bwMode="auto">
          <a:xfrm>
            <a:off x="9120528" y="4816327"/>
            <a:ext cx="846137" cy="504825"/>
            <a:chOff x="4992" y="3119"/>
            <a:chExt cx="533" cy="318"/>
          </a:xfrm>
        </p:grpSpPr>
        <p:sp>
          <p:nvSpPr>
            <p:cNvPr id="85" name="Text Box 93">
              <a:extLst>
                <a:ext uri="{FF2B5EF4-FFF2-40B4-BE49-F238E27FC236}">
                  <a16:creationId xmlns:a16="http://schemas.microsoft.com/office/drawing/2014/main" id="{47463B35-744D-FFC5-309E-3D13171166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2" y="3149"/>
              <a:ext cx="5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>
                  <a:solidFill>
                    <a:srgbClr val="FF0000"/>
                  </a:solidFill>
                </a:rPr>
                <a:t>a</a:t>
              </a:r>
              <a:r>
                <a:rPr lang="en-US" altLang="zh-CN" sz="2400" b="1" i="1" baseline="-20000" dirty="0">
                  <a:solidFill>
                    <a:srgbClr val="FF0000"/>
                  </a:solidFill>
                </a:rPr>
                <a:t>2(</a:t>
              </a:r>
              <a:r>
                <a:rPr lang="en-US" altLang="zh-CN" sz="2400" b="1" i="1" dirty="0">
                  <a:solidFill>
                    <a:srgbClr val="FF0000"/>
                  </a:solidFill>
                  <a:sym typeface="Symbol" charset="2"/>
                </a:rPr>
                <a:t>b</a:t>
              </a:r>
              <a:r>
                <a:rPr lang="en-US" altLang="zh-CN" sz="2400" b="1" i="1" baseline="-20000" dirty="0">
                  <a:solidFill>
                    <a:srgbClr val="FF0000"/>
                  </a:solidFill>
                  <a:sym typeface="Symbol" charset="2"/>
                </a:rPr>
                <a:t>2)</a:t>
              </a:r>
            </a:p>
          </p:txBody>
        </p:sp>
        <p:sp>
          <p:nvSpPr>
            <p:cNvPr id="86" name="Text Box 94">
              <a:extLst>
                <a:ext uri="{FF2B5EF4-FFF2-40B4-BE49-F238E27FC236}">
                  <a16:creationId xmlns:a16="http://schemas.microsoft.com/office/drawing/2014/main" id="{3E438E36-9B9B-ADA5-F983-289EB83E07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3119"/>
              <a:ext cx="20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400" b="1">
                  <a:solidFill>
                    <a:srgbClr val="FF00FF"/>
                  </a:solidFill>
                  <a:sym typeface="Wingdings" charset="2"/>
                </a:rPr>
                <a:t></a:t>
              </a:r>
              <a:endParaRPr lang="en-US" altLang="zh-CN" sz="2400" b="1">
                <a:solidFill>
                  <a:srgbClr val="FF00FF"/>
                </a:solidFill>
                <a:sym typeface="Wingdings" charset="2"/>
              </a:endParaRPr>
            </a:p>
          </p:txBody>
        </p:sp>
      </p:grpSp>
      <p:grpSp>
        <p:nvGrpSpPr>
          <p:cNvPr id="87" name="Group 95">
            <a:extLst>
              <a:ext uri="{FF2B5EF4-FFF2-40B4-BE49-F238E27FC236}">
                <a16:creationId xmlns:a16="http://schemas.microsoft.com/office/drawing/2014/main" id="{9CB5E568-1A78-D1EB-BB52-7E90004F073E}"/>
              </a:ext>
            </a:extLst>
          </p:cNvPr>
          <p:cNvGrpSpPr>
            <a:grpSpLocks/>
          </p:cNvGrpSpPr>
          <p:nvPr/>
        </p:nvGrpSpPr>
        <p:grpSpPr bwMode="auto">
          <a:xfrm>
            <a:off x="8874465" y="4708377"/>
            <a:ext cx="222250" cy="274638"/>
            <a:chOff x="4552" y="2810"/>
            <a:chExt cx="140" cy="173"/>
          </a:xfrm>
        </p:grpSpPr>
        <p:sp>
          <p:nvSpPr>
            <p:cNvPr id="88" name="Freeform 96">
              <a:extLst>
                <a:ext uri="{FF2B5EF4-FFF2-40B4-BE49-F238E27FC236}">
                  <a16:creationId xmlns:a16="http://schemas.microsoft.com/office/drawing/2014/main" id="{81118A01-1CB2-B31E-7E7E-539A7059D6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0" y="2875"/>
              <a:ext cx="86" cy="72"/>
            </a:xfrm>
            <a:custGeom>
              <a:avLst/>
              <a:gdLst>
                <a:gd name="T0" fmla="*/ 0 w 86"/>
                <a:gd name="T1" fmla="*/ 72 h 72"/>
                <a:gd name="T2" fmla="*/ 9 w 86"/>
                <a:gd name="T3" fmla="*/ 39 h 72"/>
                <a:gd name="T4" fmla="*/ 33 w 86"/>
                <a:gd name="T5" fmla="*/ 10 h 72"/>
                <a:gd name="T6" fmla="*/ 86 w 86"/>
                <a:gd name="T7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" h="72">
                  <a:moveTo>
                    <a:pt x="0" y="72"/>
                  </a:moveTo>
                  <a:cubicBezTo>
                    <a:pt x="1" y="67"/>
                    <a:pt x="4" y="49"/>
                    <a:pt x="9" y="39"/>
                  </a:cubicBezTo>
                  <a:cubicBezTo>
                    <a:pt x="14" y="29"/>
                    <a:pt x="20" y="17"/>
                    <a:pt x="33" y="10"/>
                  </a:cubicBezTo>
                  <a:cubicBezTo>
                    <a:pt x="46" y="3"/>
                    <a:pt x="67" y="2"/>
                    <a:pt x="86" y="0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" name="Text Box 97">
              <a:extLst>
                <a:ext uri="{FF2B5EF4-FFF2-40B4-BE49-F238E27FC236}">
                  <a16:creationId xmlns:a16="http://schemas.microsoft.com/office/drawing/2014/main" id="{7EA3BB41-8A2A-D8D9-E0F7-68FD8669D4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2" y="2810"/>
              <a:ext cx="14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1200" b="1"/>
                <a:t>.</a:t>
              </a:r>
            </a:p>
          </p:txBody>
        </p:sp>
      </p:grpSp>
      <p:sp>
        <p:nvSpPr>
          <p:cNvPr id="90" name="Text Box 98">
            <a:extLst>
              <a:ext uri="{FF2B5EF4-FFF2-40B4-BE49-F238E27FC236}">
                <a16:creationId xmlns:a16="http://schemas.microsoft.com/office/drawing/2014/main" id="{12028E1D-68DA-7872-240C-3D7FC5E879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4528" y="6083152"/>
            <a:ext cx="23971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与</a:t>
            </a:r>
            <a:r>
              <a:rPr lang="en-US" altLang="zh-CN" sz="2000" b="1" i="1" dirty="0">
                <a:solidFill>
                  <a:srgbClr val="FF0000"/>
                </a:solidFill>
              </a:rPr>
              <a:t>a</a:t>
            </a:r>
            <a:r>
              <a:rPr lang="en-US" altLang="zh-CN" sz="1600" b="1" i="1" dirty="0">
                <a:solidFill>
                  <a:srgbClr val="FF0000"/>
                </a:solidFill>
                <a:sym typeface="Symbol" charset="2"/>
              </a:rPr>
              <a:t></a:t>
            </a:r>
            <a:r>
              <a:rPr lang="en-US" altLang="zh-CN" sz="2000" b="1" i="1" baseline="-25000" dirty="0">
                <a:solidFill>
                  <a:srgbClr val="FF0000"/>
                </a:solidFill>
              </a:rPr>
              <a:t>1</a:t>
            </a:r>
            <a:r>
              <a:rPr lang="en-US" altLang="zh-CN" sz="2000" b="1" i="1" dirty="0">
                <a:solidFill>
                  <a:srgbClr val="FF0000"/>
                </a:solidFill>
              </a:rPr>
              <a:t>b</a:t>
            </a:r>
            <a:r>
              <a:rPr lang="en-US" altLang="zh-CN" sz="1600" b="1" i="1" dirty="0">
                <a:solidFill>
                  <a:srgbClr val="FF0000"/>
                </a:solidFill>
                <a:sym typeface="Symbol" charset="2"/>
              </a:rPr>
              <a:t></a:t>
            </a:r>
            <a:r>
              <a:rPr lang="en-US" altLang="zh-CN" sz="2000" b="1" i="1" baseline="-25000" dirty="0">
                <a:solidFill>
                  <a:srgbClr val="FF0000"/>
                </a:solidFill>
              </a:rPr>
              <a:t>1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垂直</a:t>
            </a:r>
          </a:p>
        </p:txBody>
      </p:sp>
      <p:sp>
        <p:nvSpPr>
          <p:cNvPr id="91" name="Text Box 99">
            <a:extLst>
              <a:ext uri="{FF2B5EF4-FFF2-40B4-BE49-F238E27FC236}">
                <a16:creationId xmlns:a16="http://schemas.microsoft.com/office/drawing/2014/main" id="{99CA7E13-E494-1DD2-625E-A5DDD7ED4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1745" y="1045180"/>
            <a:ext cx="51090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+mn-ea"/>
              </a:rPr>
              <a:t>一次换面把直线变成投影面平行线；</a:t>
            </a:r>
          </a:p>
        </p:txBody>
      </p:sp>
      <p:grpSp>
        <p:nvGrpSpPr>
          <p:cNvPr id="92" name="Group 69">
            <a:extLst>
              <a:ext uri="{FF2B5EF4-FFF2-40B4-BE49-F238E27FC236}">
                <a16:creationId xmlns:a16="http://schemas.microsoft.com/office/drawing/2014/main" id="{BCD55633-56DA-07DF-4F26-CE4B038CB9B7}"/>
              </a:ext>
            </a:extLst>
          </p:cNvPr>
          <p:cNvGrpSpPr>
            <a:grpSpLocks/>
          </p:cNvGrpSpPr>
          <p:nvPr/>
        </p:nvGrpSpPr>
        <p:grpSpPr bwMode="auto">
          <a:xfrm>
            <a:off x="4286592" y="3119288"/>
            <a:ext cx="1350962" cy="1782763"/>
            <a:chOff x="1689" y="1818"/>
            <a:chExt cx="851" cy="1123"/>
          </a:xfrm>
        </p:grpSpPr>
        <p:sp>
          <p:nvSpPr>
            <p:cNvPr id="93" name="Text Box 70">
              <a:extLst>
                <a:ext uri="{FF2B5EF4-FFF2-40B4-BE49-F238E27FC236}">
                  <a16:creationId xmlns:a16="http://schemas.microsoft.com/office/drawing/2014/main" id="{52DD706E-985C-5C9C-ED09-22826CD5AB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0" y="2145"/>
              <a:ext cx="32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zh-CN" sz="2400" b="1" i="1" dirty="0">
                  <a:solidFill>
                    <a:srgbClr val="FF9300"/>
                  </a:solidFill>
                </a:rPr>
                <a:t>a</a:t>
              </a:r>
              <a:r>
                <a:rPr lang="en-US" altLang="zh-CN" b="1" i="1" dirty="0">
                  <a:solidFill>
                    <a:srgbClr val="FF9300"/>
                  </a:solidFill>
                  <a:sym typeface="Symbol" charset="2"/>
                </a:rPr>
                <a:t></a:t>
              </a:r>
              <a:r>
                <a:rPr lang="en-US" altLang="zh-CN" sz="2400" b="1" i="1" baseline="-25000" dirty="0">
                  <a:solidFill>
                    <a:srgbClr val="FF9300"/>
                  </a:solidFill>
                </a:rPr>
                <a:t>1</a:t>
              </a:r>
            </a:p>
          </p:txBody>
        </p:sp>
        <p:sp>
          <p:nvSpPr>
            <p:cNvPr id="94" name="Text Box 71">
              <a:extLst>
                <a:ext uri="{FF2B5EF4-FFF2-40B4-BE49-F238E27FC236}">
                  <a16:creationId xmlns:a16="http://schemas.microsoft.com/office/drawing/2014/main" id="{CD52D6BB-4C03-F183-9F71-BD8705A043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3" y="1818"/>
              <a:ext cx="3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2400" b="1" i="1" dirty="0">
                  <a:solidFill>
                    <a:srgbClr val="FF9300"/>
                  </a:solidFill>
                </a:rPr>
                <a:t>b</a:t>
              </a:r>
              <a:r>
                <a:rPr lang="en-US" altLang="zh-CN" b="1" i="1" dirty="0">
                  <a:solidFill>
                    <a:srgbClr val="FF9300"/>
                  </a:solidFill>
                  <a:sym typeface="Symbol" charset="2"/>
                </a:rPr>
                <a:t></a:t>
              </a:r>
              <a:r>
                <a:rPr lang="en-US" altLang="zh-CN" sz="2400" b="1" i="1" baseline="-20000" dirty="0">
                  <a:solidFill>
                    <a:srgbClr val="FF9300"/>
                  </a:solidFill>
                </a:rPr>
                <a:t>1</a:t>
              </a:r>
            </a:p>
          </p:txBody>
        </p:sp>
        <p:sp>
          <p:nvSpPr>
            <p:cNvPr id="95" name="Line 72">
              <a:extLst>
                <a:ext uri="{FF2B5EF4-FFF2-40B4-BE49-F238E27FC236}">
                  <a16:creationId xmlns:a16="http://schemas.microsoft.com/office/drawing/2014/main" id="{A419DCFE-62B2-E077-0D70-DD34BFDE87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2306"/>
              <a:ext cx="432" cy="1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6" name="Freeform 73">
              <a:extLst>
                <a:ext uri="{FF2B5EF4-FFF2-40B4-BE49-F238E27FC236}">
                  <a16:creationId xmlns:a16="http://schemas.microsoft.com/office/drawing/2014/main" id="{40460B95-3E24-154F-494E-FBC25F2D9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4" y="2004"/>
              <a:ext cx="424" cy="113"/>
            </a:xfrm>
            <a:custGeom>
              <a:avLst/>
              <a:gdLst>
                <a:gd name="T0" fmla="*/ 0 w 424"/>
                <a:gd name="T1" fmla="*/ 113 h 113"/>
                <a:gd name="T2" fmla="*/ 424 w 424"/>
                <a:gd name="T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24" h="113">
                  <a:moveTo>
                    <a:pt x="0" y="113"/>
                  </a:moveTo>
                  <a:lnTo>
                    <a:pt x="424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" name="Freeform 74">
              <a:extLst>
                <a:ext uri="{FF2B5EF4-FFF2-40B4-BE49-F238E27FC236}">
                  <a16:creationId xmlns:a16="http://schemas.microsoft.com/office/drawing/2014/main" id="{A6A80E1B-4C1D-D0CC-4B46-0221F4977A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9" y="2710"/>
              <a:ext cx="415" cy="96"/>
            </a:xfrm>
            <a:custGeom>
              <a:avLst/>
              <a:gdLst>
                <a:gd name="T0" fmla="*/ 0 w 415"/>
                <a:gd name="T1" fmla="*/ 96 h 96"/>
                <a:gd name="T2" fmla="*/ 415 w 415"/>
                <a:gd name="T3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15" h="96">
                  <a:moveTo>
                    <a:pt x="0" y="96"/>
                  </a:moveTo>
                  <a:lnTo>
                    <a:pt x="415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8" name="Freeform 75">
              <a:extLst>
                <a:ext uri="{FF2B5EF4-FFF2-40B4-BE49-F238E27FC236}">
                  <a16:creationId xmlns:a16="http://schemas.microsoft.com/office/drawing/2014/main" id="{85F3BE3E-3C4F-B4FF-F80D-CEC89DAF5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6" y="2837"/>
              <a:ext cx="441" cy="104"/>
            </a:xfrm>
            <a:custGeom>
              <a:avLst/>
              <a:gdLst>
                <a:gd name="T0" fmla="*/ 0 w 441"/>
                <a:gd name="T1" fmla="*/ 104 h 104"/>
                <a:gd name="T2" fmla="*/ 441 w 441"/>
                <a:gd name="T3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1" h="104">
                  <a:moveTo>
                    <a:pt x="0" y="104"/>
                  </a:moveTo>
                  <a:lnTo>
                    <a:pt x="441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9" name="Freeform 76">
              <a:extLst>
                <a:ext uri="{FF2B5EF4-FFF2-40B4-BE49-F238E27FC236}">
                  <a16:creationId xmlns:a16="http://schemas.microsoft.com/office/drawing/2014/main" id="{8EE7CEE4-1FDC-AEC3-662B-271B08D465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7" y="2301"/>
              <a:ext cx="1" cy="536"/>
            </a:xfrm>
            <a:custGeom>
              <a:avLst/>
              <a:gdLst>
                <a:gd name="T0" fmla="*/ 0 w 1"/>
                <a:gd name="T1" fmla="*/ 536 h 536"/>
                <a:gd name="T2" fmla="*/ 0 w 1"/>
                <a:gd name="T3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536">
                  <a:moveTo>
                    <a:pt x="0" y="536"/>
                  </a:moveTo>
                  <a:lnTo>
                    <a:pt x="0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" name="Freeform 77">
              <a:extLst>
                <a:ext uri="{FF2B5EF4-FFF2-40B4-BE49-F238E27FC236}">
                  <a16:creationId xmlns:a16="http://schemas.microsoft.com/office/drawing/2014/main" id="{DFDB32F9-6F6F-F8CD-4357-166A26B2DB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4" y="2019"/>
              <a:ext cx="1" cy="691"/>
            </a:xfrm>
            <a:custGeom>
              <a:avLst/>
              <a:gdLst>
                <a:gd name="T0" fmla="*/ 0 w 1"/>
                <a:gd name="T1" fmla="*/ 0 h 691"/>
                <a:gd name="T2" fmla="*/ 0 w 1"/>
                <a:gd name="T3" fmla="*/ 691 h 6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691">
                  <a:moveTo>
                    <a:pt x="0" y="0"/>
                  </a:moveTo>
                  <a:lnTo>
                    <a:pt x="0" y="691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1" name="Line 78">
              <a:extLst>
                <a:ext uri="{FF2B5EF4-FFF2-40B4-BE49-F238E27FC236}">
                  <a16:creationId xmlns:a16="http://schemas.microsoft.com/office/drawing/2014/main" id="{4E004D91-9B4F-37A0-4C32-8E727F4396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990"/>
              <a:ext cx="108" cy="316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2" name="Group 103">
            <a:extLst>
              <a:ext uri="{FF2B5EF4-FFF2-40B4-BE49-F238E27FC236}">
                <a16:creationId xmlns:a16="http://schemas.microsoft.com/office/drawing/2014/main" id="{5D2F22AA-4A2F-D199-23C8-38A316F41FAA}"/>
              </a:ext>
            </a:extLst>
          </p:cNvPr>
          <p:cNvGrpSpPr>
            <a:grpSpLocks/>
          </p:cNvGrpSpPr>
          <p:nvPr/>
        </p:nvGrpSpPr>
        <p:grpSpPr bwMode="auto">
          <a:xfrm>
            <a:off x="4378665" y="4806802"/>
            <a:ext cx="825500" cy="735013"/>
            <a:chOff x="1720" y="2872"/>
            <a:chExt cx="520" cy="463"/>
          </a:xfrm>
        </p:grpSpPr>
        <p:sp>
          <p:nvSpPr>
            <p:cNvPr id="103" name="Line 100">
              <a:extLst>
                <a:ext uri="{FF2B5EF4-FFF2-40B4-BE49-F238E27FC236}">
                  <a16:creationId xmlns:a16="http://schemas.microsoft.com/office/drawing/2014/main" id="{67611A4E-6D13-E54A-614F-F7DFC7E012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0" y="2872"/>
              <a:ext cx="272" cy="24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04" name="Line 101">
              <a:extLst>
                <a:ext uri="{FF2B5EF4-FFF2-40B4-BE49-F238E27FC236}">
                  <a16:creationId xmlns:a16="http://schemas.microsoft.com/office/drawing/2014/main" id="{646D4C4A-0377-D774-18F5-E11C815573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00" y="2880"/>
              <a:ext cx="240" cy="240"/>
            </a:xfrm>
            <a:prstGeom prst="line">
              <a:avLst/>
            </a:prstGeom>
            <a:noFill/>
            <a:ln w="12700">
              <a:pattFill prst="trellis">
                <a:fgClr>
                  <a:srgbClr val="FF3300"/>
                </a:fgClr>
                <a:bgClr>
                  <a:srgbClr val="FFFF00"/>
                </a:bgClr>
              </a:patt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05" name="Text Box 102">
              <a:extLst>
                <a:ext uri="{FF2B5EF4-FFF2-40B4-BE49-F238E27FC236}">
                  <a16:creationId xmlns:a16="http://schemas.microsoft.com/office/drawing/2014/main" id="{6F52E809-FFEC-4E3D-FC2B-5943F9ADA7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4" y="3104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pattFill prst="trellis">
                    <a:fgClr>
                      <a:srgbClr val="FF3300"/>
                    </a:fgClr>
                    <a:bgClr>
                      <a:srgbClr val="FFFF00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FF0000"/>
                  </a:solidFill>
                </a:rPr>
                <a:t>//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1895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42" grpId="0" autoUpdateAnimBg="0"/>
      <p:bldP spid="43" grpId="0" animBg="1"/>
      <p:bldP spid="66" grpId="0" autoUpdateAnimBg="0"/>
      <p:bldP spid="75" grpId="0" autoUpdateAnimBg="0"/>
      <p:bldP spid="76" grpId="0" autoUpdateAnimBg="0"/>
      <p:bldP spid="90" grpId="0" autoUpdateAnimBg="0"/>
      <p:bldP spid="91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59EF6B6-3C65-01DB-4395-43F36EB75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8CA8F-C49C-F740-97F4-4BF463929F72}" type="datetime1">
              <a:rPr lang="en-US" smtClean="0"/>
              <a:t>10/9/25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0F6AFF6-FDFF-6FF3-17ED-9D0A0D6F7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D0A756-BA18-10E5-D2BB-FB04C056C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32</a:t>
            </a:fld>
            <a:endParaRPr lang="en-US"/>
          </a:p>
        </p:txBody>
      </p:sp>
      <p:grpSp>
        <p:nvGrpSpPr>
          <p:cNvPr id="5" name="Group 55">
            <a:extLst>
              <a:ext uri="{FF2B5EF4-FFF2-40B4-BE49-F238E27FC236}">
                <a16:creationId xmlns:a16="http://schemas.microsoft.com/office/drawing/2014/main" id="{0A2DCCCE-D276-1290-A716-E84E9187A75B}"/>
              </a:ext>
            </a:extLst>
          </p:cNvPr>
          <p:cNvGrpSpPr>
            <a:grpSpLocks/>
          </p:cNvGrpSpPr>
          <p:nvPr/>
        </p:nvGrpSpPr>
        <p:grpSpPr bwMode="auto">
          <a:xfrm>
            <a:off x="4386077" y="3542894"/>
            <a:ext cx="3095625" cy="2663825"/>
            <a:chOff x="3330" y="1764"/>
            <a:chExt cx="1950" cy="1678"/>
          </a:xfrm>
        </p:grpSpPr>
        <p:sp>
          <p:nvSpPr>
            <p:cNvPr id="6" name="Line 56">
              <a:extLst>
                <a:ext uri="{FF2B5EF4-FFF2-40B4-BE49-F238E27FC236}">
                  <a16:creationId xmlns:a16="http://schemas.microsoft.com/office/drawing/2014/main" id="{870FD14A-82D5-9B27-3D17-C58FF6085A5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4012" y="1529"/>
              <a:ext cx="760" cy="17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Line 57">
              <a:extLst>
                <a:ext uri="{FF2B5EF4-FFF2-40B4-BE49-F238E27FC236}">
                  <a16:creationId xmlns:a16="http://schemas.microsoft.com/office/drawing/2014/main" id="{6F20C1E5-AD9D-7604-C0A1-9D21558CAD4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3997" y="2448"/>
              <a:ext cx="597" cy="13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Text Box 58">
              <a:extLst>
                <a:ext uri="{FF2B5EF4-FFF2-40B4-BE49-F238E27FC236}">
                  <a16:creationId xmlns:a16="http://schemas.microsoft.com/office/drawing/2014/main" id="{3B26DA76-5058-BEA3-955A-3A3160C97D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0" y="2814"/>
              <a:ext cx="51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2000" i="1"/>
                <a:t>a</a:t>
              </a:r>
              <a:r>
                <a:rPr lang="en-US" altLang="zh-CN" sz="2000" i="1" baseline="-25000"/>
                <a:t>1</a:t>
              </a:r>
              <a:r>
                <a:rPr lang="en-US" altLang="zh-CN" sz="2000" i="1">
                  <a:sym typeface="Symbol" charset="2"/>
                </a:rPr>
                <a:t></a:t>
              </a:r>
              <a:endParaRPr lang="en-US" altLang="zh-CN" sz="2000" i="1"/>
            </a:p>
          </p:txBody>
        </p:sp>
        <p:sp>
          <p:nvSpPr>
            <p:cNvPr id="9" name="Text Box 59">
              <a:extLst>
                <a:ext uri="{FF2B5EF4-FFF2-40B4-BE49-F238E27FC236}">
                  <a16:creationId xmlns:a16="http://schemas.microsoft.com/office/drawing/2014/main" id="{CC78B596-3A08-2D78-290E-EA8A813F1B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4" y="1764"/>
              <a:ext cx="51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endParaRPr lang="en-US" altLang="en-US" sz="2000" i="1"/>
            </a:p>
          </p:txBody>
        </p:sp>
        <p:sp>
          <p:nvSpPr>
            <p:cNvPr id="10" name="Freeform 60">
              <a:extLst>
                <a:ext uri="{FF2B5EF4-FFF2-40B4-BE49-F238E27FC236}">
                  <a16:creationId xmlns:a16="http://schemas.microsoft.com/office/drawing/2014/main" id="{93B39A97-9582-11DD-419F-B9612CCC36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6" y="2042"/>
              <a:ext cx="96" cy="806"/>
            </a:xfrm>
            <a:custGeom>
              <a:avLst/>
              <a:gdLst>
                <a:gd name="T0" fmla="*/ 0 w 96"/>
                <a:gd name="T1" fmla="*/ 0 h 806"/>
                <a:gd name="T2" fmla="*/ 96 w 96"/>
                <a:gd name="T3" fmla="*/ 806 h 8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6" h="806">
                  <a:moveTo>
                    <a:pt x="0" y="0"/>
                  </a:moveTo>
                  <a:lnTo>
                    <a:pt x="96" y="806"/>
                  </a:lnTo>
                </a:path>
              </a:pathLst>
            </a:custGeom>
            <a:noFill/>
            <a:ln w="57150" cmpd="sng">
              <a:solidFill>
                <a:schemeClr val="accent2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61">
              <a:extLst>
                <a:ext uri="{FF2B5EF4-FFF2-40B4-BE49-F238E27FC236}">
                  <a16:creationId xmlns:a16="http://schemas.microsoft.com/office/drawing/2014/main" id="{92FEF6E8-3D2E-C862-1F15-52946E5C36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0" y="2400"/>
              <a:ext cx="183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Freeform 62">
              <a:extLst>
                <a:ext uri="{FF2B5EF4-FFF2-40B4-BE49-F238E27FC236}">
                  <a16:creationId xmlns:a16="http://schemas.microsoft.com/office/drawing/2014/main" id="{0AFD232D-2EFC-98CA-4EE6-EA495EADC2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4" y="2582"/>
              <a:ext cx="112" cy="28"/>
            </a:xfrm>
            <a:custGeom>
              <a:avLst/>
              <a:gdLst>
                <a:gd name="T0" fmla="*/ 0 w 112"/>
                <a:gd name="T1" fmla="*/ 0 h 28"/>
                <a:gd name="T2" fmla="*/ 26 w 112"/>
                <a:gd name="T3" fmla="*/ 0 h 28"/>
                <a:gd name="T4" fmla="*/ 52 w 112"/>
                <a:gd name="T5" fmla="*/ 4 h 28"/>
                <a:gd name="T6" fmla="*/ 82 w 112"/>
                <a:gd name="T7" fmla="*/ 12 h 28"/>
                <a:gd name="T8" fmla="*/ 112 w 112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" h="28">
                  <a:moveTo>
                    <a:pt x="0" y="0"/>
                  </a:moveTo>
                  <a:lnTo>
                    <a:pt x="26" y="0"/>
                  </a:lnTo>
                  <a:lnTo>
                    <a:pt x="52" y="4"/>
                  </a:lnTo>
                  <a:lnTo>
                    <a:pt x="82" y="12"/>
                  </a:lnTo>
                  <a:lnTo>
                    <a:pt x="112" y="2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Rectangle 63">
              <a:extLst>
                <a:ext uri="{FF2B5EF4-FFF2-40B4-BE49-F238E27FC236}">
                  <a16:creationId xmlns:a16="http://schemas.microsoft.com/office/drawing/2014/main" id="{F2401C89-214A-FB43-B0AA-30666BF39B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2" y="2362"/>
              <a:ext cx="25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2000" i="1">
                  <a:sym typeface="Symbol" charset="2"/>
                </a:rPr>
                <a:t></a:t>
              </a:r>
              <a:r>
                <a:rPr lang="en-US" altLang="zh-CN" sz="2000" i="1">
                  <a:sym typeface="Math1" charset="0"/>
                </a:rPr>
                <a:t> </a:t>
              </a:r>
            </a:p>
          </p:txBody>
        </p:sp>
      </p:grpSp>
      <p:grpSp>
        <p:nvGrpSpPr>
          <p:cNvPr id="14" name="Group 64">
            <a:extLst>
              <a:ext uri="{FF2B5EF4-FFF2-40B4-BE49-F238E27FC236}">
                <a16:creationId xmlns:a16="http://schemas.microsoft.com/office/drawing/2014/main" id="{30A2F2EA-3FAA-893A-98CD-4103E3FE2254}"/>
              </a:ext>
            </a:extLst>
          </p:cNvPr>
          <p:cNvGrpSpPr>
            <a:grpSpLocks/>
          </p:cNvGrpSpPr>
          <p:nvPr/>
        </p:nvGrpSpPr>
        <p:grpSpPr bwMode="auto">
          <a:xfrm>
            <a:off x="5235390" y="4171544"/>
            <a:ext cx="1114425" cy="2281237"/>
            <a:chOff x="3865" y="2160"/>
            <a:chExt cx="702" cy="1437"/>
          </a:xfrm>
        </p:grpSpPr>
        <p:grpSp>
          <p:nvGrpSpPr>
            <p:cNvPr id="15" name="Group 65">
              <a:extLst>
                <a:ext uri="{FF2B5EF4-FFF2-40B4-BE49-F238E27FC236}">
                  <a16:creationId xmlns:a16="http://schemas.microsoft.com/office/drawing/2014/main" id="{85139B2F-8997-9D08-BF5C-CF59E75C0B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95" y="2160"/>
              <a:ext cx="672" cy="1437"/>
              <a:chOff x="3895" y="2160"/>
              <a:chExt cx="672" cy="1437"/>
            </a:xfrm>
          </p:grpSpPr>
          <p:sp>
            <p:nvSpPr>
              <p:cNvPr id="18" name="Line 66">
                <a:extLst>
                  <a:ext uri="{FF2B5EF4-FFF2-40B4-BE49-F238E27FC236}">
                    <a16:creationId xmlns:a16="http://schemas.microsoft.com/office/drawing/2014/main" id="{3C806F66-A89A-E2A6-76DF-7C51B09990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053" y="2160"/>
                <a:ext cx="514" cy="1200"/>
              </a:xfrm>
              <a:prstGeom prst="line">
                <a:avLst/>
              </a:prstGeom>
              <a:noFill/>
              <a:ln w="19050">
                <a:solidFill>
                  <a:srgbClr val="FF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Text Box 67">
                <a:extLst>
                  <a:ext uri="{FF2B5EF4-FFF2-40B4-BE49-F238E27FC236}">
                    <a16:creationId xmlns:a16="http://schemas.microsoft.com/office/drawing/2014/main" id="{02A70EBF-BAE0-593F-0B1B-9637AA93B3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-3964389">
                <a:off x="3780" y="3232"/>
                <a:ext cx="48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000" i="1">
                    <a:solidFill>
                      <a:srgbClr val="FF3399"/>
                    </a:solidFill>
                  </a:rPr>
                  <a:t>X</a:t>
                </a:r>
                <a:r>
                  <a:rPr lang="en-US" altLang="zh-CN" sz="2000" i="1" baseline="-25000">
                    <a:solidFill>
                      <a:srgbClr val="FF3399"/>
                    </a:solidFill>
                  </a:rPr>
                  <a:t>1</a:t>
                </a:r>
                <a:endParaRPr lang="en-US" altLang="zh-CN" sz="2000" i="1"/>
              </a:p>
            </p:txBody>
          </p:sp>
        </p:grpSp>
        <p:sp>
          <p:nvSpPr>
            <p:cNvPr id="16" name="Text Box 68">
              <a:extLst>
                <a:ext uri="{FF2B5EF4-FFF2-40B4-BE49-F238E27FC236}">
                  <a16:creationId xmlns:a16="http://schemas.microsoft.com/office/drawing/2014/main" id="{25E2A38B-CCC8-E494-6637-327E0141ED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7600347">
              <a:off x="3825" y="3071"/>
              <a:ext cx="3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FF3399"/>
                  </a:solidFill>
                </a:rPr>
                <a:t>V</a:t>
              </a:r>
              <a:r>
                <a:rPr lang="en-US" altLang="zh-CN" sz="2000" i="1" baseline="-25000">
                  <a:solidFill>
                    <a:srgbClr val="FF3399"/>
                  </a:solidFill>
                </a:rPr>
                <a:t>1</a:t>
              </a:r>
              <a:endParaRPr lang="en-US" altLang="zh-CN" sz="2000" i="1"/>
            </a:p>
          </p:txBody>
        </p:sp>
        <p:sp>
          <p:nvSpPr>
            <p:cNvPr id="17" name="Text Box 69">
              <a:extLst>
                <a:ext uri="{FF2B5EF4-FFF2-40B4-BE49-F238E27FC236}">
                  <a16:creationId xmlns:a16="http://schemas.microsoft.com/office/drawing/2014/main" id="{C0DBD138-0490-1722-293B-D523768D34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7600347">
              <a:off x="4030" y="3192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2000" i="1">
                  <a:solidFill>
                    <a:srgbClr val="FF3399"/>
                  </a:solidFill>
                </a:rPr>
                <a:t>H</a:t>
              </a:r>
              <a:endParaRPr lang="en-US" altLang="zh-CN" sz="2000" i="1"/>
            </a:p>
          </p:txBody>
        </p:sp>
      </p:grpSp>
      <p:grpSp>
        <p:nvGrpSpPr>
          <p:cNvPr id="20" name="Group 71">
            <a:extLst>
              <a:ext uri="{FF2B5EF4-FFF2-40B4-BE49-F238E27FC236}">
                <a16:creationId xmlns:a16="http://schemas.microsoft.com/office/drawing/2014/main" id="{F7FE3FF1-C75C-3399-6125-29F9A2E5C4CA}"/>
              </a:ext>
            </a:extLst>
          </p:cNvPr>
          <p:cNvGrpSpPr>
            <a:grpSpLocks/>
          </p:cNvGrpSpPr>
          <p:nvPr/>
        </p:nvGrpSpPr>
        <p:grpSpPr bwMode="auto">
          <a:xfrm>
            <a:off x="6256152" y="2504669"/>
            <a:ext cx="1760538" cy="3959225"/>
            <a:chOff x="4512" y="1146"/>
            <a:chExt cx="1104" cy="2461"/>
          </a:xfrm>
        </p:grpSpPr>
        <p:sp>
          <p:nvSpPr>
            <p:cNvPr id="21" name="Line 72">
              <a:extLst>
                <a:ext uri="{FF2B5EF4-FFF2-40B4-BE49-F238E27FC236}">
                  <a16:creationId xmlns:a16="http://schemas.microsoft.com/office/drawing/2014/main" id="{275F8C87-C32B-1ACB-C8C2-BD945A2D18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2400"/>
              <a:ext cx="9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73">
              <a:extLst>
                <a:ext uri="{FF2B5EF4-FFF2-40B4-BE49-F238E27FC236}">
                  <a16:creationId xmlns:a16="http://schemas.microsoft.com/office/drawing/2014/main" id="{812983B0-8989-E5C2-C748-E43D355577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0" y="1344"/>
              <a:ext cx="0" cy="14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Line 74">
              <a:extLst>
                <a:ext uri="{FF2B5EF4-FFF2-40B4-BE49-F238E27FC236}">
                  <a16:creationId xmlns:a16="http://schemas.microsoft.com/office/drawing/2014/main" id="{EBF19950-1D6F-841D-C4A9-3B7F940E49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1776"/>
              <a:ext cx="0" cy="16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75">
              <a:extLst>
                <a:ext uri="{FF2B5EF4-FFF2-40B4-BE49-F238E27FC236}">
                  <a16:creationId xmlns:a16="http://schemas.microsoft.com/office/drawing/2014/main" id="{CD0A0781-BEA4-BD95-DA12-9EE3B268DF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92" y="2784"/>
              <a:ext cx="288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Text Box 76">
              <a:extLst>
                <a:ext uri="{FF2B5EF4-FFF2-40B4-BE49-F238E27FC236}">
                  <a16:creationId xmlns:a16="http://schemas.microsoft.com/office/drawing/2014/main" id="{87A78F2D-86B9-58C8-52EF-01A57D498D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2" y="2592"/>
              <a:ext cx="3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2000" i="1"/>
                <a:t> b </a:t>
              </a:r>
            </a:p>
          </p:txBody>
        </p:sp>
        <p:sp>
          <p:nvSpPr>
            <p:cNvPr id="26" name="Text Box 77">
              <a:extLst>
                <a:ext uri="{FF2B5EF4-FFF2-40B4-BE49-F238E27FC236}">
                  <a16:creationId xmlns:a16="http://schemas.microsoft.com/office/drawing/2014/main" id="{79E6227A-FBCF-A091-3E67-0C83B934A0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3360"/>
              <a:ext cx="384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2000" i="1"/>
                <a:t>a</a:t>
              </a:r>
            </a:p>
          </p:txBody>
        </p:sp>
        <p:sp>
          <p:nvSpPr>
            <p:cNvPr id="27" name="Text Box 78">
              <a:extLst>
                <a:ext uri="{FF2B5EF4-FFF2-40B4-BE49-F238E27FC236}">
                  <a16:creationId xmlns:a16="http://schemas.microsoft.com/office/drawing/2014/main" id="{0AEAC641-21AD-C5A0-AFC7-B3AAB62ABC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0" y="1146"/>
              <a:ext cx="384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2000" i="1"/>
                <a:t>  b</a:t>
              </a:r>
              <a:r>
                <a:rPr lang="en-US" altLang="zh-CN" sz="2000" i="1">
                  <a:sym typeface="Symbol" charset="2"/>
                </a:rPr>
                <a:t></a:t>
              </a:r>
              <a:endParaRPr lang="en-US" altLang="zh-CN" sz="2000" i="1"/>
            </a:p>
          </p:txBody>
        </p:sp>
        <p:sp>
          <p:nvSpPr>
            <p:cNvPr id="28" name="Text Box 79">
              <a:extLst>
                <a:ext uri="{FF2B5EF4-FFF2-40B4-BE49-F238E27FC236}">
                  <a16:creationId xmlns:a16="http://schemas.microsoft.com/office/drawing/2014/main" id="{DDF26CB6-D8E6-0871-B358-1BD8D05946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2" y="1572"/>
              <a:ext cx="384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2000" i="1"/>
                <a:t>  a</a:t>
              </a:r>
              <a:r>
                <a:rPr lang="en-US" altLang="zh-CN" sz="2000" i="1">
                  <a:sym typeface="Symbol" charset="2"/>
                </a:rPr>
                <a:t></a:t>
              </a:r>
              <a:endParaRPr lang="en-US" altLang="zh-CN" sz="2000" i="1"/>
            </a:p>
          </p:txBody>
        </p:sp>
        <p:sp>
          <p:nvSpPr>
            <p:cNvPr id="29" name="Text Box 80">
              <a:extLst>
                <a:ext uri="{FF2B5EF4-FFF2-40B4-BE49-F238E27FC236}">
                  <a16:creationId xmlns:a16="http://schemas.microsoft.com/office/drawing/2014/main" id="{DEC3196C-9D38-9CF2-D956-09AE4A838E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2256"/>
              <a:ext cx="288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2000" i="1"/>
                <a:t>X</a:t>
              </a:r>
            </a:p>
          </p:txBody>
        </p:sp>
        <p:sp>
          <p:nvSpPr>
            <p:cNvPr id="30" name="Line 81">
              <a:extLst>
                <a:ext uri="{FF2B5EF4-FFF2-40B4-BE49-F238E27FC236}">
                  <a16:creationId xmlns:a16="http://schemas.microsoft.com/office/drawing/2014/main" id="{39F2B536-550A-0478-2E0C-E8260B85C4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92" y="1344"/>
              <a:ext cx="288" cy="43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1" name="Group 82">
              <a:extLst>
                <a:ext uri="{FF2B5EF4-FFF2-40B4-BE49-F238E27FC236}">
                  <a16:creationId xmlns:a16="http://schemas.microsoft.com/office/drawing/2014/main" id="{05C01D46-C713-6730-0C5C-CA7BEBCF56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6" y="2160"/>
              <a:ext cx="240" cy="439"/>
              <a:chOff x="4560" y="1440"/>
              <a:chExt cx="240" cy="439"/>
            </a:xfrm>
          </p:grpSpPr>
          <p:sp>
            <p:nvSpPr>
              <p:cNvPr id="32" name="Text Box 83">
                <a:extLst>
                  <a:ext uri="{FF2B5EF4-FFF2-40B4-BE49-F238E27FC236}">
                    <a16:creationId xmlns:a16="http://schemas.microsoft.com/office/drawing/2014/main" id="{6E4BED90-B8A7-C9E4-BBC7-40627C9A7B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0" y="1440"/>
                <a:ext cx="240" cy="2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000" i="1"/>
                  <a:t>V</a:t>
                </a:r>
              </a:p>
            </p:txBody>
          </p:sp>
          <p:sp>
            <p:nvSpPr>
              <p:cNvPr id="33" name="Text Box 84">
                <a:extLst>
                  <a:ext uri="{FF2B5EF4-FFF2-40B4-BE49-F238E27FC236}">
                    <a16:creationId xmlns:a16="http://schemas.microsoft.com/office/drawing/2014/main" id="{FD763885-712E-41F7-5BBB-25FE85A09F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0" y="1632"/>
                <a:ext cx="240" cy="2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sz="2000" i="1"/>
                  <a:t>H</a:t>
                </a:r>
              </a:p>
            </p:txBody>
          </p:sp>
        </p:grpSp>
      </p:grpSp>
      <p:grpSp>
        <p:nvGrpSpPr>
          <p:cNvPr id="34" name="Group 86">
            <a:extLst>
              <a:ext uri="{FF2B5EF4-FFF2-40B4-BE49-F238E27FC236}">
                <a16:creationId xmlns:a16="http://schemas.microsoft.com/office/drawing/2014/main" id="{11861047-B645-E69F-0897-D48C93CD3867}"/>
              </a:ext>
            </a:extLst>
          </p:cNvPr>
          <p:cNvGrpSpPr>
            <a:grpSpLocks/>
          </p:cNvGrpSpPr>
          <p:nvPr/>
        </p:nvGrpSpPr>
        <p:grpSpPr bwMode="auto">
          <a:xfrm>
            <a:off x="5195702" y="3638144"/>
            <a:ext cx="2362200" cy="1905000"/>
            <a:chOff x="3936" y="1104"/>
            <a:chExt cx="1488" cy="1200"/>
          </a:xfrm>
        </p:grpSpPr>
        <p:sp>
          <p:nvSpPr>
            <p:cNvPr id="35" name="Line 87">
              <a:extLst>
                <a:ext uri="{FF2B5EF4-FFF2-40B4-BE49-F238E27FC236}">
                  <a16:creationId xmlns:a16="http://schemas.microsoft.com/office/drawing/2014/main" id="{25D71009-3953-DC85-B741-B3B89BBA2C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440"/>
              <a:ext cx="0" cy="144"/>
            </a:xfrm>
            <a:prstGeom prst="line">
              <a:avLst/>
            </a:prstGeom>
            <a:noFill/>
            <a:ln w="57150">
              <a:solidFill>
                <a:srgbClr val="33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Line 88">
              <a:extLst>
                <a:ext uri="{FF2B5EF4-FFF2-40B4-BE49-F238E27FC236}">
                  <a16:creationId xmlns:a16="http://schemas.microsoft.com/office/drawing/2014/main" id="{2097BDFE-E1CA-7E0E-8C56-B4FF9EBBF6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1440"/>
              <a:ext cx="0" cy="144"/>
            </a:xfrm>
            <a:prstGeom prst="line">
              <a:avLst/>
            </a:prstGeom>
            <a:noFill/>
            <a:ln w="57150">
              <a:solidFill>
                <a:srgbClr val="33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Line 89">
              <a:extLst>
                <a:ext uri="{FF2B5EF4-FFF2-40B4-BE49-F238E27FC236}">
                  <a16:creationId xmlns:a16="http://schemas.microsoft.com/office/drawing/2014/main" id="{87FDC4D5-93EC-F9B8-85A0-C7F1668805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2160"/>
              <a:ext cx="0" cy="144"/>
            </a:xfrm>
            <a:prstGeom prst="line">
              <a:avLst/>
            </a:prstGeom>
            <a:noFill/>
            <a:ln w="5715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Line 90">
              <a:extLst>
                <a:ext uri="{FF2B5EF4-FFF2-40B4-BE49-F238E27FC236}">
                  <a16:creationId xmlns:a16="http://schemas.microsoft.com/office/drawing/2014/main" id="{1DC817A6-B6BB-C8EA-6550-28DFB8B8B3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1296"/>
              <a:ext cx="96" cy="48"/>
            </a:xfrm>
            <a:prstGeom prst="line">
              <a:avLst/>
            </a:prstGeom>
            <a:noFill/>
            <a:ln w="5715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Line 91">
              <a:extLst>
                <a:ext uri="{FF2B5EF4-FFF2-40B4-BE49-F238E27FC236}">
                  <a16:creationId xmlns:a16="http://schemas.microsoft.com/office/drawing/2014/main" id="{F9C5CBCB-5C73-A52E-3DCA-CBBEF1C3C0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1104"/>
              <a:ext cx="96" cy="48"/>
            </a:xfrm>
            <a:prstGeom prst="line">
              <a:avLst/>
            </a:prstGeom>
            <a:noFill/>
            <a:ln w="57150">
              <a:solidFill>
                <a:srgbClr val="33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Line 92">
              <a:extLst>
                <a:ext uri="{FF2B5EF4-FFF2-40B4-BE49-F238E27FC236}">
                  <a16:creationId xmlns:a16="http://schemas.microsoft.com/office/drawing/2014/main" id="{7B94121B-B80C-10E1-CA58-08AFCDEF9F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1152"/>
              <a:ext cx="96" cy="48"/>
            </a:xfrm>
            <a:prstGeom prst="line">
              <a:avLst/>
            </a:prstGeom>
            <a:noFill/>
            <a:ln w="57150">
              <a:solidFill>
                <a:srgbClr val="33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1" name="Group 93">
            <a:extLst>
              <a:ext uri="{FF2B5EF4-FFF2-40B4-BE49-F238E27FC236}">
                <a16:creationId xmlns:a16="http://schemas.microsoft.com/office/drawing/2014/main" id="{38A040FF-998A-9976-A3FF-5A871C1DFA1B}"/>
              </a:ext>
            </a:extLst>
          </p:cNvPr>
          <p:cNvGrpSpPr>
            <a:grpSpLocks/>
          </p:cNvGrpSpPr>
          <p:nvPr/>
        </p:nvGrpSpPr>
        <p:grpSpPr bwMode="auto">
          <a:xfrm rot="16541594">
            <a:off x="3806640" y="2426881"/>
            <a:ext cx="852488" cy="2141537"/>
            <a:chOff x="4616" y="1915"/>
            <a:chExt cx="537" cy="1349"/>
          </a:xfrm>
        </p:grpSpPr>
        <p:sp>
          <p:nvSpPr>
            <p:cNvPr id="42" name="Line 94">
              <a:extLst>
                <a:ext uri="{FF2B5EF4-FFF2-40B4-BE49-F238E27FC236}">
                  <a16:creationId xmlns:a16="http://schemas.microsoft.com/office/drawing/2014/main" id="{B6277DF6-5477-DB35-71A7-8EF60C6994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8" y="2256"/>
              <a:ext cx="244" cy="100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Text Box 95">
              <a:extLst>
                <a:ext uri="{FF2B5EF4-FFF2-40B4-BE49-F238E27FC236}">
                  <a16:creationId xmlns:a16="http://schemas.microsoft.com/office/drawing/2014/main" id="{30848C84-6C21-E044-8578-67465E9493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4631674">
              <a:off x="4633" y="2007"/>
              <a:ext cx="4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chemeClr val="accent2"/>
                  </a:solidFill>
                </a:rPr>
                <a:t>X</a:t>
              </a:r>
              <a:r>
                <a:rPr lang="en-US" altLang="zh-CN" i="1" baseline="-25000">
                  <a:solidFill>
                    <a:schemeClr val="accent2"/>
                  </a:solidFill>
                </a:rPr>
                <a:t>2</a:t>
              </a:r>
              <a:endParaRPr lang="en-US" altLang="zh-CN" i="1">
                <a:solidFill>
                  <a:schemeClr val="accent2"/>
                </a:solidFill>
              </a:endParaRPr>
            </a:p>
          </p:txBody>
        </p:sp>
        <p:sp>
          <p:nvSpPr>
            <p:cNvPr id="44" name="Text Box 96">
              <a:extLst>
                <a:ext uri="{FF2B5EF4-FFF2-40B4-BE49-F238E27FC236}">
                  <a16:creationId xmlns:a16="http://schemas.microsoft.com/office/drawing/2014/main" id="{E585AB3C-2883-85D8-2249-4D8FE975BA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4631674">
              <a:off x="4817" y="2158"/>
              <a:ext cx="3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chemeClr val="accent2"/>
                  </a:solidFill>
                </a:rPr>
                <a:t>H</a:t>
              </a:r>
              <a:r>
                <a:rPr lang="en-US" altLang="zh-CN" i="1" baseline="-25000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45" name="Text Box 97">
              <a:extLst>
                <a:ext uri="{FF2B5EF4-FFF2-40B4-BE49-F238E27FC236}">
                  <a16:creationId xmlns:a16="http://schemas.microsoft.com/office/drawing/2014/main" id="{7EB7DE1C-DDBC-C084-737C-D4EEDE31A3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4631674">
              <a:off x="4542" y="2256"/>
              <a:ext cx="4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chemeClr val="accent2"/>
                  </a:solidFill>
                </a:rPr>
                <a:t>V</a:t>
              </a:r>
              <a:r>
                <a:rPr lang="en-US" altLang="zh-CN" i="1" baseline="-25000">
                  <a:solidFill>
                    <a:schemeClr val="accent2"/>
                  </a:solidFill>
                </a:rPr>
                <a:t>1</a:t>
              </a:r>
            </a:p>
          </p:txBody>
        </p:sp>
      </p:grpSp>
      <p:sp>
        <p:nvSpPr>
          <p:cNvPr id="46" name="Line 102">
            <a:extLst>
              <a:ext uri="{FF2B5EF4-FFF2-40B4-BE49-F238E27FC236}">
                <a16:creationId xmlns:a16="http://schemas.microsoft.com/office/drawing/2014/main" id="{E588E4BA-674E-C796-D786-917E75CF65D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71790" y="2068106"/>
            <a:ext cx="290512" cy="18907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Rectangle 103">
            <a:extLst>
              <a:ext uri="{FF2B5EF4-FFF2-40B4-BE49-F238E27FC236}">
                <a16:creationId xmlns:a16="http://schemas.microsoft.com/office/drawing/2014/main" id="{60F01C89-D745-A7C0-0CC1-6BE40F27A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0715" y="3485744"/>
            <a:ext cx="512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i="1"/>
              <a:t>b</a:t>
            </a:r>
            <a:r>
              <a:rPr lang="en-US" altLang="zh-CN" i="1" baseline="-25000"/>
              <a:t>1</a:t>
            </a:r>
            <a:r>
              <a:rPr lang="en-US" altLang="zh-CN" i="1">
                <a:sym typeface="Symbol" charset="2"/>
              </a:rPr>
              <a:t></a:t>
            </a:r>
          </a:p>
        </p:txBody>
      </p:sp>
      <p:sp>
        <p:nvSpPr>
          <p:cNvPr id="48" name="Oval 104">
            <a:extLst>
              <a:ext uri="{FF2B5EF4-FFF2-40B4-BE49-F238E27FC236}">
                <a16:creationId xmlns:a16="http://schemas.microsoft.com/office/drawing/2014/main" id="{7BE88E42-146C-3371-3BBE-67DBAAF90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5427" y="1961744"/>
            <a:ext cx="198438" cy="182562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" name="Line 105">
            <a:extLst>
              <a:ext uri="{FF2B5EF4-FFF2-40B4-BE49-F238E27FC236}">
                <a16:creationId xmlns:a16="http://schemas.microsoft.com/office/drawing/2014/main" id="{4150F7BE-A5A1-3101-4694-16481C93BF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5427" y="2464981"/>
            <a:ext cx="258763" cy="0"/>
          </a:xfrm>
          <a:prstGeom prst="line">
            <a:avLst/>
          </a:prstGeom>
          <a:noFill/>
          <a:ln w="57150">
            <a:solidFill>
              <a:srgbClr val="FF66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" name="Line 107">
            <a:extLst>
              <a:ext uri="{FF2B5EF4-FFF2-40B4-BE49-F238E27FC236}">
                <a16:creationId xmlns:a16="http://schemas.microsoft.com/office/drawing/2014/main" id="{0D228310-56E4-7134-13D9-D49494D0298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9877" y="2557056"/>
            <a:ext cx="234950" cy="11113"/>
          </a:xfrm>
          <a:prstGeom prst="line">
            <a:avLst/>
          </a:prstGeom>
          <a:noFill/>
          <a:ln w="57150">
            <a:solidFill>
              <a:srgbClr val="FF66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Line 108">
            <a:extLst>
              <a:ext uri="{FF2B5EF4-FFF2-40B4-BE49-F238E27FC236}">
                <a16:creationId xmlns:a16="http://schemas.microsoft.com/office/drawing/2014/main" id="{C1D12766-8E74-44FC-739C-68988FF64B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26015" y="5876519"/>
            <a:ext cx="150812" cy="260350"/>
          </a:xfrm>
          <a:prstGeom prst="line">
            <a:avLst/>
          </a:prstGeom>
          <a:noFill/>
          <a:ln w="57150">
            <a:solidFill>
              <a:srgbClr val="FF66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" name="Line 109">
            <a:extLst>
              <a:ext uri="{FF2B5EF4-FFF2-40B4-BE49-F238E27FC236}">
                <a16:creationId xmlns:a16="http://schemas.microsoft.com/office/drawing/2014/main" id="{41D4F46D-4C36-9872-5D2A-96BD995474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43465" y="5825719"/>
            <a:ext cx="150812" cy="271462"/>
          </a:xfrm>
          <a:prstGeom prst="line">
            <a:avLst/>
          </a:prstGeom>
          <a:noFill/>
          <a:ln w="57150">
            <a:solidFill>
              <a:srgbClr val="FF66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Rectangle 110">
            <a:extLst>
              <a:ext uri="{FF2B5EF4-FFF2-40B4-BE49-F238E27FC236}">
                <a16:creationId xmlns:a16="http://schemas.microsoft.com/office/drawing/2014/main" id="{A0F8C082-DE1D-7B28-D3F3-8A51709D2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4389" y="1859198"/>
            <a:ext cx="9604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zh-CN" i="1" dirty="0"/>
              <a:t>a</a:t>
            </a:r>
            <a:r>
              <a:rPr lang="en-US" altLang="zh-CN" i="1" baseline="-25000" dirty="0"/>
              <a:t>2</a:t>
            </a:r>
            <a:r>
              <a:rPr lang="en-US" altLang="zh-CN" i="1" dirty="0"/>
              <a:t>(b</a:t>
            </a:r>
            <a:r>
              <a:rPr lang="en-US" altLang="zh-CN" i="1" baseline="-25000" dirty="0"/>
              <a:t>2</a:t>
            </a:r>
            <a:r>
              <a:rPr lang="en-US" altLang="zh-CN" i="1" dirty="0"/>
              <a:t>)</a:t>
            </a:r>
          </a:p>
        </p:txBody>
      </p:sp>
      <p:sp>
        <p:nvSpPr>
          <p:cNvPr id="54" name="Line 112">
            <a:extLst>
              <a:ext uri="{FF2B5EF4-FFF2-40B4-BE49-F238E27FC236}">
                <a16:creationId xmlns:a16="http://schemas.microsoft.com/office/drawing/2014/main" id="{DD96C5E7-0302-0F63-1AF7-B24ABB4FC55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27340" y="2663419"/>
            <a:ext cx="269875" cy="0"/>
          </a:xfrm>
          <a:prstGeom prst="line">
            <a:avLst/>
          </a:prstGeom>
          <a:noFill/>
          <a:ln w="57150">
            <a:solidFill>
              <a:srgbClr val="FF66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" name="Line 113">
            <a:extLst>
              <a:ext uri="{FF2B5EF4-FFF2-40B4-BE49-F238E27FC236}">
                <a16:creationId xmlns:a16="http://schemas.microsoft.com/office/drawing/2014/main" id="{7BEAE353-825B-A796-2B59-B3C82E5221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46627" y="5809844"/>
            <a:ext cx="150813" cy="236537"/>
          </a:xfrm>
          <a:prstGeom prst="line">
            <a:avLst/>
          </a:prstGeom>
          <a:noFill/>
          <a:ln w="57150">
            <a:solidFill>
              <a:srgbClr val="FF66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" name="Rectangle 119">
            <a:extLst>
              <a:ext uri="{FF2B5EF4-FFF2-40B4-BE49-F238E27FC236}">
                <a16:creationId xmlns:a16="http://schemas.microsoft.com/office/drawing/2014/main" id="{E3BA9311-62B9-977A-CB16-516EF3B5D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0142" y="1040413"/>
            <a:ext cx="89336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zh-CN" sz="2800" b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一般位置直线</a:t>
            </a:r>
            <a:r>
              <a:rPr lang="zh-CN" altLang="en-US" sz="2800" b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变为</a:t>
            </a:r>
            <a:r>
              <a:rPr lang="zh-CN" altLang="zh-CN" sz="2800" b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投影面垂直线</a:t>
            </a:r>
            <a:r>
              <a:rPr lang="zh-CN" altLang="en-US" sz="2800" b="1" dirty="0">
                <a:solidFill>
                  <a:srgbClr val="002060"/>
                </a:solidFill>
              </a:rPr>
              <a:t>（</a:t>
            </a:r>
            <a:r>
              <a:rPr lang="zh-CN" altLang="en-US" sz="2800" b="1" dirty="0">
                <a:solidFill>
                  <a:srgbClr val="C00000"/>
                </a:solidFill>
              </a:rPr>
              <a:t>变换投影面位置</a:t>
            </a:r>
            <a:r>
              <a:rPr lang="zh-CN" altLang="en-US" sz="2800" b="1" dirty="0">
                <a:solidFill>
                  <a:srgbClr val="002060"/>
                </a:solidFill>
              </a:rPr>
              <a:t>） </a:t>
            </a:r>
          </a:p>
        </p:txBody>
      </p:sp>
    </p:spTree>
    <p:extLst>
      <p:ext uri="{BB962C8B-B14F-4D97-AF65-F5344CB8AC3E}">
        <p14:creationId xmlns:p14="http://schemas.microsoft.com/office/powerpoint/2010/main" val="4138664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/>
      <p:bldP spid="48" grpId="0" animBg="1"/>
      <p:bldP spid="49" grpId="0" animBg="1"/>
      <p:bldP spid="50" grpId="0" animBg="1"/>
      <p:bldP spid="51" grpId="0" animBg="1"/>
      <p:bldP spid="52" grpId="0" animBg="1"/>
      <p:bldP spid="53" grpId="0"/>
      <p:bldP spid="54" grpId="0" animBg="1"/>
      <p:bldP spid="5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9238287-15B5-87A7-FE03-6D23F7EF6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40173-7D96-CA42-916C-25A3197F4357}" type="datetime1">
              <a:rPr lang="en-US" smtClean="0"/>
              <a:t>10/9/25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2450CEB-00B7-825E-C12D-5C46C0099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E153B1-362B-6F14-CAFC-E1E56EFA3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33</a:t>
            </a:fld>
            <a:endParaRPr lang="en-US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73D3D064-4AEA-7C0A-E68C-06B4CAFE8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4376" y="5163192"/>
            <a:ext cx="31931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b="1" i="1" dirty="0"/>
              <a:t>α</a:t>
            </a:r>
          </a:p>
        </p:txBody>
      </p:sp>
      <p:sp>
        <p:nvSpPr>
          <p:cNvPr id="6" name="Line 3">
            <a:extLst>
              <a:ext uri="{FF2B5EF4-FFF2-40B4-BE49-F238E27FC236}">
                <a16:creationId xmlns:a16="http://schemas.microsoft.com/office/drawing/2014/main" id="{D6102462-DBFD-03CF-B334-BAE6D720C3F2}"/>
              </a:ext>
            </a:extLst>
          </p:cNvPr>
          <p:cNvSpPr>
            <a:spLocks noChangeShapeType="1"/>
          </p:cNvSpPr>
          <p:nvPr/>
        </p:nvSpPr>
        <p:spPr bwMode="auto">
          <a:xfrm>
            <a:off x="2082401" y="3640713"/>
            <a:ext cx="1909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B61B2E04-B8F7-C35E-5A8B-D8C98E12F083}"/>
              </a:ext>
            </a:extLst>
          </p:cNvPr>
          <p:cNvSpPr>
            <a:spLocks/>
          </p:cNvSpPr>
          <p:nvPr/>
        </p:nvSpPr>
        <p:spPr bwMode="auto">
          <a:xfrm>
            <a:off x="2411014" y="2243713"/>
            <a:ext cx="1216025" cy="962025"/>
          </a:xfrm>
          <a:custGeom>
            <a:avLst/>
            <a:gdLst>
              <a:gd name="T0" fmla="*/ 766 w 766"/>
              <a:gd name="T1" fmla="*/ 0 h 606"/>
              <a:gd name="T2" fmla="*/ 0 w 766"/>
              <a:gd name="T3" fmla="*/ 229 h 606"/>
              <a:gd name="T4" fmla="*/ 377 w 766"/>
              <a:gd name="T5" fmla="*/ 606 h 606"/>
              <a:gd name="T6" fmla="*/ 766 w 766"/>
              <a:gd name="T7" fmla="*/ 0 h 6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66" h="606">
                <a:moveTo>
                  <a:pt x="766" y="0"/>
                </a:moveTo>
                <a:lnTo>
                  <a:pt x="0" y="229"/>
                </a:lnTo>
                <a:lnTo>
                  <a:pt x="377" y="606"/>
                </a:lnTo>
                <a:lnTo>
                  <a:pt x="766" y="0"/>
                </a:lnTo>
                <a:close/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193953B9-95F9-99E0-1EB3-97148CAE2ADF}"/>
              </a:ext>
            </a:extLst>
          </p:cNvPr>
          <p:cNvSpPr>
            <a:spLocks noChangeShapeType="1"/>
          </p:cNvSpPr>
          <p:nvPr/>
        </p:nvSpPr>
        <p:spPr bwMode="auto">
          <a:xfrm>
            <a:off x="2426889" y="2597726"/>
            <a:ext cx="0" cy="14430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025D4367-401A-285F-C6E1-1946716C87B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22276" y="2240538"/>
            <a:ext cx="0" cy="2216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7">
            <a:extLst>
              <a:ext uri="{FF2B5EF4-FFF2-40B4-BE49-F238E27FC236}">
                <a16:creationId xmlns:a16="http://schemas.microsoft.com/office/drawing/2014/main" id="{2A7CA431-DE3A-5FEE-57A1-13F7EDF5D93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11089" y="3210501"/>
            <a:ext cx="0" cy="1731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B2B29B01-B0C4-EAFD-3935-013AB4DFC696}"/>
              </a:ext>
            </a:extLst>
          </p:cNvPr>
          <p:cNvSpPr>
            <a:spLocks/>
          </p:cNvSpPr>
          <p:nvPr/>
        </p:nvSpPr>
        <p:spPr bwMode="auto">
          <a:xfrm>
            <a:off x="2422126" y="4029651"/>
            <a:ext cx="1200150" cy="900112"/>
          </a:xfrm>
          <a:custGeom>
            <a:avLst/>
            <a:gdLst>
              <a:gd name="T0" fmla="*/ 0 w 756"/>
              <a:gd name="T1" fmla="*/ 0 h 567"/>
              <a:gd name="T2" fmla="*/ 371 w 756"/>
              <a:gd name="T3" fmla="*/ 567 h 567"/>
              <a:gd name="T4" fmla="*/ 756 w 756"/>
              <a:gd name="T5" fmla="*/ 262 h 567"/>
              <a:gd name="T6" fmla="*/ 0 w 756"/>
              <a:gd name="T7" fmla="*/ 0 h 5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56" h="567">
                <a:moveTo>
                  <a:pt x="0" y="0"/>
                </a:moveTo>
                <a:lnTo>
                  <a:pt x="371" y="567"/>
                </a:lnTo>
                <a:lnTo>
                  <a:pt x="756" y="262"/>
                </a:lnTo>
                <a:lnTo>
                  <a:pt x="0" y="0"/>
                </a:lnTo>
                <a:close/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AC9CBF9D-052E-810C-1D30-3B19F4CD5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026" y="2403535"/>
            <a:ext cx="4171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b="1" i="1" dirty="0"/>
              <a:t> a</a:t>
            </a:r>
            <a:r>
              <a:rPr lang="en-US" altLang="zh-CN" b="1" i="1" dirty="0">
                <a:sym typeface="Symbol" charset="2"/>
              </a:rPr>
              <a:t></a:t>
            </a: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92E804EB-AF95-B1AA-A488-F771703729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6870" y="2052147"/>
            <a:ext cx="4171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b="1" i="1" dirty="0"/>
              <a:t> b</a:t>
            </a:r>
            <a:r>
              <a:rPr lang="en-US" altLang="zh-CN" b="1" i="1" dirty="0">
                <a:sym typeface="Symbol" charset="2"/>
              </a:rPr>
              <a:t></a:t>
            </a:r>
          </a:p>
        </p:txBody>
      </p:sp>
      <p:sp>
        <p:nvSpPr>
          <p:cNvPr id="14" name="Text Box 11">
            <a:extLst>
              <a:ext uri="{FF2B5EF4-FFF2-40B4-BE49-F238E27FC236}">
                <a16:creationId xmlns:a16="http://schemas.microsoft.com/office/drawing/2014/main" id="{805B084F-FC0F-B767-1521-0DC8FB0F3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8339" y="3136960"/>
            <a:ext cx="39145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b="1" dirty="0"/>
              <a:t> c</a:t>
            </a:r>
            <a:r>
              <a:rPr lang="en-US" altLang="zh-CN" b="1" dirty="0">
                <a:sym typeface="Symbol" charset="2"/>
              </a:rPr>
              <a:t></a:t>
            </a: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E0960D48-3B9F-EB96-CC9C-B4CF0395E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2414" y="3836254"/>
            <a:ext cx="3064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b="1" i="1" dirty="0"/>
              <a:t>a</a:t>
            </a:r>
          </a:p>
        </p:txBody>
      </p:sp>
      <p:sp>
        <p:nvSpPr>
          <p:cNvPr id="16" name="Text Box 13">
            <a:extLst>
              <a:ext uri="{FF2B5EF4-FFF2-40B4-BE49-F238E27FC236}">
                <a16:creationId xmlns:a16="http://schemas.microsoft.com/office/drawing/2014/main" id="{E5DBF264-CDE9-A52B-511E-782FC17C6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0236" y="4836734"/>
            <a:ext cx="285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b="1" i="1"/>
              <a:t>c</a:t>
            </a:r>
          </a:p>
        </p:txBody>
      </p:sp>
      <p:sp>
        <p:nvSpPr>
          <p:cNvPr id="17" name="Text Box 14">
            <a:extLst>
              <a:ext uri="{FF2B5EF4-FFF2-40B4-BE49-F238E27FC236}">
                <a16:creationId xmlns:a16="http://schemas.microsoft.com/office/drawing/2014/main" id="{44999117-C7FE-9657-4351-87BC35E027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4976" y="4232851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b="1" i="1" dirty="0"/>
              <a:t>b</a:t>
            </a:r>
          </a:p>
        </p:txBody>
      </p:sp>
      <p:sp>
        <p:nvSpPr>
          <p:cNvPr id="18" name="Text Box 15">
            <a:extLst>
              <a:ext uri="{FF2B5EF4-FFF2-40B4-BE49-F238E27FC236}">
                <a16:creationId xmlns:a16="http://schemas.microsoft.com/office/drawing/2014/main" id="{368F0030-F930-7185-E9B9-4A41A76A0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651" y="3466088"/>
            <a:ext cx="34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b="1"/>
              <a:t>X</a:t>
            </a:r>
          </a:p>
        </p:txBody>
      </p:sp>
      <p:sp>
        <p:nvSpPr>
          <p:cNvPr id="19" name="Text Box 16">
            <a:extLst>
              <a:ext uri="{FF2B5EF4-FFF2-40B4-BE49-F238E27FC236}">
                <a16:creationId xmlns:a16="http://schemas.microsoft.com/office/drawing/2014/main" id="{F258DF38-1FFD-DA3C-7E7F-4DFD13C73A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101" y="3327976"/>
            <a:ext cx="349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b="1"/>
              <a:t>V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25036E1F-B487-FE17-B453-EFC467543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0164" y="3616901"/>
            <a:ext cx="361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b="1"/>
              <a:t>H</a:t>
            </a:r>
          </a:p>
        </p:txBody>
      </p:sp>
      <p:sp>
        <p:nvSpPr>
          <p:cNvPr id="21" name="Text Box 18">
            <a:extLst>
              <a:ext uri="{FF2B5EF4-FFF2-40B4-BE49-F238E27FC236}">
                <a16:creationId xmlns:a16="http://schemas.microsoft.com/office/drawing/2014/main" id="{B0B771A6-0EEA-24D1-F4FD-EFDFBE83B9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2181" y="1632029"/>
            <a:ext cx="77041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0" hangingPunct="0"/>
            <a:r>
              <a:rPr lang="zh-CN" altLang="en-US" sz="2400" b="1" dirty="0">
                <a:latin typeface="+mn-ea"/>
              </a:rPr>
              <a:t>例：把△</a:t>
            </a:r>
            <a:r>
              <a:rPr lang="en-US" altLang="zh-CN" sz="2400" b="1" dirty="0">
                <a:latin typeface="+mn-ea"/>
                <a:sym typeface="Symbol" charset="2"/>
              </a:rPr>
              <a:t>ABC</a:t>
            </a:r>
            <a:r>
              <a:rPr lang="zh-CN" altLang="en-US" sz="2400" b="1" dirty="0">
                <a:latin typeface="+mn-ea"/>
                <a:sym typeface="Symbol" charset="2"/>
              </a:rPr>
              <a:t>变</a:t>
            </a:r>
            <a:r>
              <a:rPr lang="zh-CN" altLang="en-US" sz="2400" b="1" dirty="0">
                <a:latin typeface="+mn-ea"/>
              </a:rPr>
              <a:t>换</a:t>
            </a:r>
            <a:r>
              <a:rPr lang="zh-CN" altLang="en-US" sz="2400" b="1" dirty="0">
                <a:latin typeface="+mn-ea"/>
                <a:sym typeface="Symbol" charset="2"/>
              </a:rPr>
              <a:t>成投影面垂直面。</a:t>
            </a:r>
            <a:endParaRPr lang="zh-CN" altLang="en-US" sz="2400" b="1" dirty="0">
              <a:solidFill>
                <a:schemeClr val="folHlink"/>
              </a:solidFill>
              <a:latin typeface="+mn-ea"/>
              <a:sym typeface="Symbol" charset="2"/>
            </a:endParaRPr>
          </a:p>
        </p:txBody>
      </p:sp>
      <p:sp>
        <p:nvSpPr>
          <p:cNvPr id="22" name="Line 19">
            <a:extLst>
              <a:ext uri="{FF2B5EF4-FFF2-40B4-BE49-F238E27FC236}">
                <a16:creationId xmlns:a16="http://schemas.microsoft.com/office/drawing/2014/main" id="{A7DAAF8E-80C9-31ED-AA29-63DCAB3803E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3239" y="4034413"/>
            <a:ext cx="2227262" cy="1465263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Line 20">
            <a:extLst>
              <a:ext uri="{FF2B5EF4-FFF2-40B4-BE49-F238E27FC236}">
                <a16:creationId xmlns:a16="http://schemas.microsoft.com/office/drawing/2014/main" id="{44662B7E-E2CA-DF04-E27F-BBCDEA89ED9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2201" y="4934526"/>
            <a:ext cx="876300" cy="5730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Line 21">
            <a:extLst>
              <a:ext uri="{FF2B5EF4-FFF2-40B4-BE49-F238E27FC236}">
                <a16:creationId xmlns:a16="http://schemas.microsoft.com/office/drawing/2014/main" id="{458A2220-AD29-D48B-F8D0-77CEE637408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3389" y="4450338"/>
            <a:ext cx="1662112" cy="10636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7BC76A5D-9A46-05B5-E23E-51A5FD39E56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1201" y="5477451"/>
            <a:ext cx="137318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6" name="Group 23">
            <a:extLst>
              <a:ext uri="{FF2B5EF4-FFF2-40B4-BE49-F238E27FC236}">
                <a16:creationId xmlns:a16="http://schemas.microsoft.com/office/drawing/2014/main" id="{DF04BED6-0FD5-74B5-EA07-F22E7A81ACDA}"/>
              </a:ext>
            </a:extLst>
          </p:cNvPr>
          <p:cNvGrpSpPr>
            <a:grpSpLocks/>
          </p:cNvGrpSpPr>
          <p:nvPr/>
        </p:nvGrpSpPr>
        <p:grpSpPr bwMode="auto">
          <a:xfrm>
            <a:off x="2969814" y="4185226"/>
            <a:ext cx="1181100" cy="1793875"/>
            <a:chOff x="1951" y="2778"/>
            <a:chExt cx="850" cy="1042"/>
          </a:xfrm>
        </p:grpSpPr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F5B1B190-03D3-C1A1-7B5A-96AB6B78B2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96" y="2778"/>
              <a:ext cx="605" cy="8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Text Box 25">
              <a:extLst>
                <a:ext uri="{FF2B5EF4-FFF2-40B4-BE49-F238E27FC236}">
                  <a16:creationId xmlns:a16="http://schemas.microsoft.com/office/drawing/2014/main" id="{DF4C635D-6F25-B032-870A-6247709B41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8" y="3387"/>
              <a:ext cx="261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b="1"/>
                <a:t>H</a:t>
              </a:r>
            </a:p>
          </p:txBody>
        </p:sp>
        <p:sp>
          <p:nvSpPr>
            <p:cNvPr id="29" name="Text Box 26">
              <a:extLst>
                <a:ext uri="{FF2B5EF4-FFF2-40B4-BE49-F238E27FC236}">
                  <a16:creationId xmlns:a16="http://schemas.microsoft.com/office/drawing/2014/main" id="{8C498888-D3A5-8531-E617-625980B5FF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6" y="3545"/>
              <a:ext cx="30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b="1"/>
                <a:t>V</a:t>
              </a:r>
              <a:r>
                <a:rPr lang="en-US" altLang="zh-CN" b="1" baseline="-20000"/>
                <a:t>1</a:t>
              </a:r>
              <a:endParaRPr lang="en-US" altLang="zh-CN" b="1"/>
            </a:p>
          </p:txBody>
        </p:sp>
        <p:sp>
          <p:nvSpPr>
            <p:cNvPr id="30" name="Text Box 27">
              <a:extLst>
                <a:ext uri="{FF2B5EF4-FFF2-40B4-BE49-F238E27FC236}">
                  <a16:creationId xmlns:a16="http://schemas.microsoft.com/office/drawing/2014/main" id="{9DC9BE55-532C-1F54-90EF-A1F9B9EC44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1" y="3607"/>
              <a:ext cx="30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b="1"/>
                <a:t>X</a:t>
              </a:r>
              <a:r>
                <a:rPr lang="en-US" altLang="zh-CN" b="1" baseline="-20000"/>
                <a:t>1</a:t>
              </a:r>
              <a:endParaRPr lang="en-US" altLang="zh-CN" b="1"/>
            </a:p>
          </p:txBody>
        </p:sp>
      </p:grpSp>
      <p:sp>
        <p:nvSpPr>
          <p:cNvPr id="31" name="Text Box 29">
            <a:extLst>
              <a:ext uri="{FF2B5EF4-FFF2-40B4-BE49-F238E27FC236}">
                <a16:creationId xmlns:a16="http://schemas.microsoft.com/office/drawing/2014/main" id="{835918B1-404C-A4F1-5778-9539572E8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3209" y="2820144"/>
            <a:ext cx="488034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hlink"/>
                    </a:gs>
                    <a:gs pos="50000">
                      <a:srgbClr val="FFFFFF"/>
                    </a:gs>
                    <a:gs pos="100000">
                      <a:schemeClr val="hlink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/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空间分析： </a:t>
            </a:r>
            <a:r>
              <a:rPr lang="zh-CN" altLang="en-US" sz="2000" b="1" dirty="0">
                <a:latin typeface="+mn-ea"/>
              </a:rPr>
              <a:t>如果</a:t>
            </a:r>
            <a:r>
              <a:rPr lang="zh-CN" altLang="en-US" sz="2000" b="1" dirty="0">
                <a:solidFill>
                  <a:srgbClr val="002060"/>
                </a:solidFill>
                <a:latin typeface="+mn-ea"/>
              </a:rPr>
              <a:t>把平面内的一条直线变换成新投影面的垂直线</a:t>
            </a:r>
            <a:r>
              <a:rPr lang="zh-CN" altLang="en-US" sz="2000" b="1" dirty="0">
                <a:latin typeface="+mn-ea"/>
              </a:rPr>
              <a:t>，那么该平面则变换成</a:t>
            </a:r>
            <a:r>
              <a:rPr lang="zh-CN" altLang="en-US" sz="2000" b="1" dirty="0">
                <a:solidFill>
                  <a:srgbClr val="002060"/>
                </a:solidFill>
                <a:latin typeface="+mn-ea"/>
              </a:rPr>
              <a:t>新投影面的垂直面</a:t>
            </a:r>
            <a:r>
              <a:rPr lang="zh-CN" altLang="en-US" sz="2000" b="1" dirty="0">
                <a:latin typeface="+mn-ea"/>
              </a:rPr>
              <a:t>。</a:t>
            </a:r>
          </a:p>
        </p:txBody>
      </p:sp>
      <p:grpSp>
        <p:nvGrpSpPr>
          <p:cNvPr id="32" name="Group 30">
            <a:extLst>
              <a:ext uri="{FF2B5EF4-FFF2-40B4-BE49-F238E27FC236}">
                <a16:creationId xmlns:a16="http://schemas.microsoft.com/office/drawing/2014/main" id="{5C097343-DCE1-5AFA-2EA0-A237D599BCEA}"/>
              </a:ext>
            </a:extLst>
          </p:cNvPr>
          <p:cNvGrpSpPr>
            <a:grpSpLocks/>
          </p:cNvGrpSpPr>
          <p:nvPr/>
        </p:nvGrpSpPr>
        <p:grpSpPr bwMode="auto">
          <a:xfrm>
            <a:off x="2434826" y="2278639"/>
            <a:ext cx="1044575" cy="457200"/>
            <a:chOff x="1276" y="738"/>
            <a:chExt cx="658" cy="288"/>
          </a:xfrm>
        </p:grpSpPr>
        <p:sp>
          <p:nvSpPr>
            <p:cNvPr id="33" name="Line 31">
              <a:extLst>
                <a:ext uri="{FF2B5EF4-FFF2-40B4-BE49-F238E27FC236}">
                  <a16:creationId xmlns:a16="http://schemas.microsoft.com/office/drawing/2014/main" id="{1B71FA1B-E365-D54B-0F84-268409BE5F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6" y="960"/>
              <a:ext cx="596" cy="0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Text Box 32">
              <a:extLst>
                <a:ext uri="{FF2B5EF4-FFF2-40B4-BE49-F238E27FC236}">
                  <a16:creationId xmlns:a16="http://schemas.microsoft.com/office/drawing/2014/main" id="{638B9165-2CF9-9768-7CAB-57B8398690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0" y="738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 i="1" dirty="0"/>
                <a:t>d</a:t>
              </a:r>
              <a:r>
                <a:rPr lang="en-US" altLang="zh-CN" sz="2400" b="1" i="1" dirty="0">
                  <a:sym typeface="Symbol" charset="2"/>
                </a:rPr>
                <a:t></a:t>
              </a:r>
            </a:p>
          </p:txBody>
        </p:sp>
      </p:grpSp>
      <p:grpSp>
        <p:nvGrpSpPr>
          <p:cNvPr id="35" name="Group 33">
            <a:extLst>
              <a:ext uri="{FF2B5EF4-FFF2-40B4-BE49-F238E27FC236}">
                <a16:creationId xmlns:a16="http://schemas.microsoft.com/office/drawing/2014/main" id="{A3DF5036-63E3-A00D-1464-A070951B983C}"/>
              </a:ext>
            </a:extLst>
          </p:cNvPr>
          <p:cNvGrpSpPr>
            <a:grpSpLocks/>
          </p:cNvGrpSpPr>
          <p:nvPr/>
        </p:nvGrpSpPr>
        <p:grpSpPr bwMode="auto">
          <a:xfrm>
            <a:off x="3253976" y="2613601"/>
            <a:ext cx="311150" cy="2366962"/>
            <a:chOff x="1792" y="977"/>
            <a:chExt cx="196" cy="1491"/>
          </a:xfrm>
        </p:grpSpPr>
        <p:sp>
          <p:nvSpPr>
            <p:cNvPr id="36" name="Line 34">
              <a:extLst>
                <a:ext uri="{FF2B5EF4-FFF2-40B4-BE49-F238E27FC236}">
                  <a16:creationId xmlns:a16="http://schemas.microsoft.com/office/drawing/2014/main" id="{125562A7-484C-0A02-34C7-E7504C1B3F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1" y="977"/>
              <a:ext cx="0" cy="1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Text Box 35">
              <a:extLst>
                <a:ext uri="{FF2B5EF4-FFF2-40B4-BE49-F238E27FC236}">
                  <a16:creationId xmlns:a16="http://schemas.microsoft.com/office/drawing/2014/main" id="{3B417E3F-AB84-18A8-5073-D9DA8ED843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2" y="223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 i="1" dirty="0"/>
                <a:t>d</a:t>
              </a:r>
            </a:p>
          </p:txBody>
        </p:sp>
      </p:grpSp>
      <p:sp>
        <p:nvSpPr>
          <p:cNvPr id="38" name="Text Box 36">
            <a:extLst>
              <a:ext uri="{FF2B5EF4-FFF2-40B4-BE49-F238E27FC236}">
                <a16:creationId xmlns:a16="http://schemas.microsoft.com/office/drawing/2014/main" id="{03DE1F79-8DD9-6C47-6647-630E0E0F6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9194" y="4025177"/>
            <a:ext cx="490435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FFCCFF"/>
                    </a:gs>
                    <a:gs pos="100000">
                      <a:srgbClr val="FFFF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/>
            <a:r>
              <a:rPr lang="zh-CN" altLang="en-US" sz="2000" b="1" dirty="0">
                <a:solidFill>
                  <a:srgbClr val="FF3300"/>
                </a:solidFill>
                <a:latin typeface="+mn-ea"/>
              </a:rPr>
              <a:t>作图过程：</a:t>
            </a:r>
            <a:r>
              <a:rPr lang="zh-CN" altLang="en-US" sz="2000" b="1" dirty="0">
                <a:solidFill>
                  <a:srgbClr val="002060"/>
                </a:solidFill>
                <a:latin typeface="+mn-ea"/>
              </a:rPr>
              <a:t>在平面内取一条水平线</a:t>
            </a:r>
            <a:r>
              <a:rPr lang="en-US" altLang="zh-CN" sz="2000" b="1" dirty="0">
                <a:solidFill>
                  <a:srgbClr val="002060"/>
                </a:solidFill>
                <a:latin typeface="+mn-ea"/>
              </a:rPr>
              <a:t>AD</a:t>
            </a:r>
            <a:r>
              <a:rPr lang="zh-CN" altLang="en-US" sz="2000" b="1" dirty="0">
                <a:solidFill>
                  <a:srgbClr val="002060"/>
                </a:solidFill>
                <a:latin typeface="+mn-ea"/>
              </a:rPr>
              <a:t>，将</a:t>
            </a:r>
            <a:r>
              <a:rPr lang="en-US" altLang="zh-CN" sz="2000" b="1" dirty="0">
                <a:solidFill>
                  <a:srgbClr val="002060"/>
                </a:solidFill>
                <a:latin typeface="+mn-ea"/>
              </a:rPr>
              <a:t>AD</a:t>
            </a:r>
            <a:r>
              <a:rPr lang="zh-CN" altLang="en-US" sz="2000" b="1" dirty="0">
                <a:solidFill>
                  <a:srgbClr val="002060"/>
                </a:solidFill>
                <a:latin typeface="+mn-ea"/>
              </a:rPr>
              <a:t>变换成新投影面的垂直线。</a:t>
            </a:r>
          </a:p>
        </p:txBody>
      </p:sp>
      <p:grpSp>
        <p:nvGrpSpPr>
          <p:cNvPr id="39" name="Group 37">
            <a:extLst>
              <a:ext uri="{FF2B5EF4-FFF2-40B4-BE49-F238E27FC236}">
                <a16:creationId xmlns:a16="http://schemas.microsoft.com/office/drawing/2014/main" id="{EE5AEE8E-E4CA-0ECE-0FE7-02D38DB3E8D6}"/>
              </a:ext>
            </a:extLst>
          </p:cNvPr>
          <p:cNvGrpSpPr>
            <a:grpSpLocks/>
          </p:cNvGrpSpPr>
          <p:nvPr/>
        </p:nvGrpSpPr>
        <p:grpSpPr bwMode="auto">
          <a:xfrm>
            <a:off x="3011089" y="3205738"/>
            <a:ext cx="863600" cy="2282825"/>
            <a:chOff x="1639" y="1350"/>
            <a:chExt cx="544" cy="1430"/>
          </a:xfrm>
        </p:grpSpPr>
        <p:sp>
          <p:nvSpPr>
            <p:cNvPr id="40" name="Line 38">
              <a:extLst>
                <a:ext uri="{FF2B5EF4-FFF2-40B4-BE49-F238E27FC236}">
                  <a16:creationId xmlns:a16="http://schemas.microsoft.com/office/drawing/2014/main" id="{FDCF0DA6-1A7E-0D8E-B075-11AA14ED88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9" y="1350"/>
              <a:ext cx="0" cy="274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1" name="Line 39">
              <a:extLst>
                <a:ext uri="{FF2B5EF4-FFF2-40B4-BE49-F238E27FC236}">
                  <a16:creationId xmlns:a16="http://schemas.microsoft.com/office/drawing/2014/main" id="{602FC8C1-8248-5C3F-B0EB-0DB510A4C8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9" y="2623"/>
              <a:ext cx="244" cy="157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42" name="Group 40">
            <a:extLst>
              <a:ext uri="{FF2B5EF4-FFF2-40B4-BE49-F238E27FC236}">
                <a16:creationId xmlns:a16="http://schemas.microsoft.com/office/drawing/2014/main" id="{BFDB0E41-DA1D-5825-810D-59B45D51A0DB}"/>
              </a:ext>
            </a:extLst>
          </p:cNvPr>
          <p:cNvGrpSpPr>
            <a:grpSpLocks/>
          </p:cNvGrpSpPr>
          <p:nvPr/>
        </p:nvGrpSpPr>
        <p:grpSpPr bwMode="auto">
          <a:xfrm>
            <a:off x="3634976" y="2240538"/>
            <a:ext cx="1604963" cy="3219450"/>
            <a:chOff x="2032" y="742"/>
            <a:chExt cx="1011" cy="2028"/>
          </a:xfrm>
        </p:grpSpPr>
        <p:sp>
          <p:nvSpPr>
            <p:cNvPr id="43" name="Line 41">
              <a:extLst>
                <a:ext uri="{FF2B5EF4-FFF2-40B4-BE49-F238E27FC236}">
                  <a16:creationId xmlns:a16="http://schemas.microsoft.com/office/drawing/2014/main" id="{862100EF-1D35-D7D1-7622-8F28E4D42E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2" y="742"/>
              <a:ext cx="0" cy="882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4" name="Line 42">
              <a:extLst>
                <a:ext uri="{FF2B5EF4-FFF2-40B4-BE49-F238E27FC236}">
                  <a16:creationId xmlns:a16="http://schemas.microsoft.com/office/drawing/2014/main" id="{B9AFAB0E-B96B-B39C-E3A4-C5A911E70F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0" y="2231"/>
              <a:ext cx="843" cy="539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45" name="Group 43">
            <a:extLst>
              <a:ext uri="{FF2B5EF4-FFF2-40B4-BE49-F238E27FC236}">
                <a16:creationId xmlns:a16="http://schemas.microsoft.com/office/drawing/2014/main" id="{BC1B582B-9F32-1EDC-02F9-C92809E3189B}"/>
              </a:ext>
            </a:extLst>
          </p:cNvPr>
          <p:cNvGrpSpPr>
            <a:grpSpLocks/>
          </p:cNvGrpSpPr>
          <p:nvPr/>
        </p:nvGrpSpPr>
        <p:grpSpPr bwMode="auto">
          <a:xfrm>
            <a:off x="2411014" y="2597726"/>
            <a:ext cx="2225675" cy="2868612"/>
            <a:chOff x="1261" y="967"/>
            <a:chExt cx="1402" cy="1807"/>
          </a:xfrm>
        </p:grpSpPr>
        <p:sp>
          <p:nvSpPr>
            <p:cNvPr id="46" name="Line 44">
              <a:extLst>
                <a:ext uri="{FF2B5EF4-FFF2-40B4-BE49-F238E27FC236}">
                  <a16:creationId xmlns:a16="http://schemas.microsoft.com/office/drawing/2014/main" id="{A5DFBB35-CEAC-3D77-FC3B-E4169DACDF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1" y="967"/>
              <a:ext cx="0" cy="657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7" name="Freeform 45">
              <a:extLst>
                <a:ext uri="{FF2B5EF4-FFF2-40B4-BE49-F238E27FC236}">
                  <a16:creationId xmlns:a16="http://schemas.microsoft.com/office/drawing/2014/main" id="{09E93F6B-4611-3F02-D61B-0CD3BA9E3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0" y="2416"/>
              <a:ext cx="563" cy="358"/>
            </a:xfrm>
            <a:custGeom>
              <a:avLst/>
              <a:gdLst>
                <a:gd name="T0" fmla="*/ 0 w 563"/>
                <a:gd name="T1" fmla="*/ 0 h 358"/>
                <a:gd name="T2" fmla="*/ 563 w 563"/>
                <a:gd name="T3" fmla="*/ 358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63" h="358">
                  <a:moveTo>
                    <a:pt x="0" y="0"/>
                  </a:moveTo>
                  <a:lnTo>
                    <a:pt x="563" y="358"/>
                  </a:lnTo>
                </a:path>
              </a:pathLst>
            </a:custGeom>
            <a:noFill/>
            <a:ln w="38100" cap="flat" cmpd="sng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48" name="Group 46">
            <a:extLst>
              <a:ext uri="{FF2B5EF4-FFF2-40B4-BE49-F238E27FC236}">
                <a16:creationId xmlns:a16="http://schemas.microsoft.com/office/drawing/2014/main" id="{D24D8B76-8490-DDAE-3CEE-79EA41B10687}"/>
              </a:ext>
            </a:extLst>
          </p:cNvPr>
          <p:cNvGrpSpPr>
            <a:grpSpLocks/>
          </p:cNvGrpSpPr>
          <p:nvPr/>
        </p:nvGrpSpPr>
        <p:grpSpPr bwMode="auto">
          <a:xfrm>
            <a:off x="5092301" y="5366326"/>
            <a:ext cx="541338" cy="446087"/>
            <a:chOff x="2950" y="2711"/>
            <a:chExt cx="341" cy="281"/>
          </a:xfrm>
        </p:grpSpPr>
        <p:sp>
          <p:nvSpPr>
            <p:cNvPr id="49" name="Text Box 47">
              <a:extLst>
                <a:ext uri="{FF2B5EF4-FFF2-40B4-BE49-F238E27FC236}">
                  <a16:creationId xmlns:a16="http://schemas.microsoft.com/office/drawing/2014/main" id="{F6BB2F96-CECC-4996-8F87-CA22657953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1" y="2761"/>
              <a:ext cx="2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b="1" i="1" dirty="0"/>
                <a:t>b</a:t>
              </a:r>
              <a:r>
                <a:rPr lang="en-US" altLang="zh-CN" b="1" i="1" dirty="0">
                  <a:sym typeface="Symbol" charset="2"/>
                </a:rPr>
                <a:t></a:t>
              </a:r>
              <a:r>
                <a:rPr lang="en-US" altLang="zh-CN" b="1" i="1" baseline="-20000" dirty="0"/>
                <a:t>1</a:t>
              </a:r>
            </a:p>
          </p:txBody>
        </p:sp>
        <p:sp>
          <p:nvSpPr>
            <p:cNvPr id="50" name="Text Box 48">
              <a:extLst>
                <a:ext uri="{FF2B5EF4-FFF2-40B4-BE49-F238E27FC236}">
                  <a16:creationId xmlns:a16="http://schemas.microsoft.com/office/drawing/2014/main" id="{2DB417BE-2928-264B-B84A-FF3A23F679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0" y="2711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900" b="1">
                  <a:solidFill>
                    <a:srgbClr val="FF0000"/>
                  </a:solidFill>
                </a:rPr>
                <a:t>●</a:t>
              </a:r>
            </a:p>
          </p:txBody>
        </p:sp>
      </p:grpSp>
      <p:grpSp>
        <p:nvGrpSpPr>
          <p:cNvPr id="51" name="Group 49">
            <a:extLst>
              <a:ext uri="{FF2B5EF4-FFF2-40B4-BE49-F238E27FC236}">
                <a16:creationId xmlns:a16="http://schemas.microsoft.com/office/drawing/2014/main" id="{053FE758-E9BE-815A-3B8B-E2D4CA2A9AF2}"/>
              </a:ext>
            </a:extLst>
          </p:cNvPr>
          <p:cNvGrpSpPr>
            <a:grpSpLocks/>
          </p:cNvGrpSpPr>
          <p:nvPr/>
        </p:nvGrpSpPr>
        <p:grpSpPr bwMode="auto">
          <a:xfrm>
            <a:off x="4346179" y="5366331"/>
            <a:ext cx="700088" cy="439738"/>
            <a:chOff x="2480" y="2711"/>
            <a:chExt cx="441" cy="277"/>
          </a:xfrm>
        </p:grpSpPr>
        <p:sp>
          <p:nvSpPr>
            <p:cNvPr id="52" name="Text Box 50">
              <a:extLst>
                <a:ext uri="{FF2B5EF4-FFF2-40B4-BE49-F238E27FC236}">
                  <a16:creationId xmlns:a16="http://schemas.microsoft.com/office/drawing/2014/main" id="{0F79D16D-89AF-A5A5-A792-5DF6F7D80E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0" y="2755"/>
              <a:ext cx="44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b="1" i="1" dirty="0"/>
                <a:t>a</a:t>
              </a:r>
              <a:r>
                <a:rPr lang="en-US" altLang="zh-CN" b="1" i="1" dirty="0">
                  <a:sym typeface="Symbol" charset="2"/>
                </a:rPr>
                <a:t></a:t>
              </a:r>
              <a:r>
                <a:rPr lang="en-US" altLang="zh-CN" b="1" i="1" baseline="-20000" dirty="0"/>
                <a:t>1</a:t>
              </a:r>
              <a:r>
                <a:rPr lang="en-US" altLang="zh-CN" b="1" i="1" dirty="0">
                  <a:sym typeface="Symbol" charset="2"/>
                </a:rPr>
                <a:t>d</a:t>
              </a:r>
              <a:r>
                <a:rPr lang="en-US" altLang="zh-CN" b="1" i="1" baseline="-20000" dirty="0">
                  <a:sym typeface="Symbol" charset="2"/>
                </a:rPr>
                <a:t>1</a:t>
              </a:r>
            </a:p>
          </p:txBody>
        </p:sp>
        <p:sp>
          <p:nvSpPr>
            <p:cNvPr id="53" name="Text Box 51">
              <a:extLst>
                <a:ext uri="{FF2B5EF4-FFF2-40B4-BE49-F238E27FC236}">
                  <a16:creationId xmlns:a16="http://schemas.microsoft.com/office/drawing/2014/main" id="{473C5CB9-9CE7-0534-9E88-8D32329704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4" y="2711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900" b="1">
                  <a:solidFill>
                    <a:srgbClr val="FF0000"/>
                  </a:solidFill>
                </a:rPr>
                <a:t>●</a:t>
              </a:r>
            </a:p>
          </p:txBody>
        </p:sp>
      </p:grpSp>
      <p:grpSp>
        <p:nvGrpSpPr>
          <p:cNvPr id="54" name="Group 52">
            <a:extLst>
              <a:ext uri="{FF2B5EF4-FFF2-40B4-BE49-F238E27FC236}">
                <a16:creationId xmlns:a16="http://schemas.microsoft.com/office/drawing/2014/main" id="{3382E46B-80F3-1459-A48D-C2092FB74BBD}"/>
              </a:ext>
            </a:extLst>
          </p:cNvPr>
          <p:cNvGrpSpPr>
            <a:grpSpLocks/>
          </p:cNvGrpSpPr>
          <p:nvPr/>
        </p:nvGrpSpPr>
        <p:grpSpPr bwMode="auto">
          <a:xfrm>
            <a:off x="3642914" y="5366326"/>
            <a:ext cx="419100" cy="427037"/>
            <a:chOff x="2037" y="2711"/>
            <a:chExt cx="264" cy="269"/>
          </a:xfrm>
        </p:grpSpPr>
        <p:sp>
          <p:nvSpPr>
            <p:cNvPr id="55" name="Text Box 53">
              <a:extLst>
                <a:ext uri="{FF2B5EF4-FFF2-40B4-BE49-F238E27FC236}">
                  <a16:creationId xmlns:a16="http://schemas.microsoft.com/office/drawing/2014/main" id="{58AFF113-FC07-BF19-429F-18772305C9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7" y="2749"/>
              <a:ext cx="2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b="1" i="1" dirty="0"/>
                <a:t>c</a:t>
              </a:r>
              <a:r>
                <a:rPr lang="en-US" altLang="zh-CN" b="1" i="1" dirty="0">
                  <a:sym typeface="Symbol" charset="2"/>
                </a:rPr>
                <a:t></a:t>
              </a:r>
              <a:r>
                <a:rPr lang="en-US" altLang="zh-CN" b="1" i="1" baseline="-20000" dirty="0"/>
                <a:t>1</a:t>
              </a:r>
            </a:p>
          </p:txBody>
        </p:sp>
        <p:sp>
          <p:nvSpPr>
            <p:cNvPr id="56" name="Text Box 54">
              <a:extLst>
                <a:ext uri="{FF2B5EF4-FFF2-40B4-BE49-F238E27FC236}">
                  <a16:creationId xmlns:a16="http://schemas.microsoft.com/office/drawing/2014/main" id="{96D09EFD-27DC-306C-9E7F-D9C695F53A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4" y="2711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900" b="1">
                  <a:solidFill>
                    <a:srgbClr val="FF0000"/>
                  </a:solidFill>
                </a:rPr>
                <a:t>●</a:t>
              </a:r>
            </a:p>
          </p:txBody>
        </p:sp>
      </p:grpSp>
      <p:grpSp>
        <p:nvGrpSpPr>
          <p:cNvPr id="57" name="Group 55">
            <a:extLst>
              <a:ext uri="{FF2B5EF4-FFF2-40B4-BE49-F238E27FC236}">
                <a16:creationId xmlns:a16="http://schemas.microsoft.com/office/drawing/2014/main" id="{61CE9E86-32A3-5A5F-21B3-92512F54E520}"/>
              </a:ext>
            </a:extLst>
          </p:cNvPr>
          <p:cNvGrpSpPr>
            <a:grpSpLocks/>
          </p:cNvGrpSpPr>
          <p:nvPr/>
        </p:nvGrpSpPr>
        <p:grpSpPr bwMode="auto">
          <a:xfrm>
            <a:off x="3885801" y="5088513"/>
            <a:ext cx="379413" cy="396875"/>
            <a:chOff x="2190" y="2536"/>
            <a:chExt cx="239" cy="250"/>
          </a:xfrm>
        </p:grpSpPr>
        <p:sp>
          <p:nvSpPr>
            <p:cNvPr id="58" name="Line 56">
              <a:extLst>
                <a:ext uri="{FF2B5EF4-FFF2-40B4-BE49-F238E27FC236}">
                  <a16:creationId xmlns:a16="http://schemas.microsoft.com/office/drawing/2014/main" id="{43814FB7-5416-68CA-D0DA-90CBA7126D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90" y="2536"/>
              <a:ext cx="195" cy="24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Freeform 57">
              <a:extLst>
                <a:ext uri="{FF2B5EF4-FFF2-40B4-BE49-F238E27FC236}">
                  <a16:creationId xmlns:a16="http://schemas.microsoft.com/office/drawing/2014/main" id="{9EE99E02-3A61-81E4-F98E-BE85F55DCA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0" y="2618"/>
              <a:ext cx="109" cy="168"/>
            </a:xfrm>
            <a:custGeom>
              <a:avLst/>
              <a:gdLst>
                <a:gd name="T0" fmla="*/ 0 w 109"/>
                <a:gd name="T1" fmla="*/ 0 h 168"/>
                <a:gd name="T2" fmla="*/ 58 w 109"/>
                <a:gd name="T3" fmla="*/ 44 h 168"/>
                <a:gd name="T4" fmla="*/ 94 w 109"/>
                <a:gd name="T5" fmla="*/ 102 h 168"/>
                <a:gd name="T6" fmla="*/ 109 w 109"/>
                <a:gd name="T7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68">
                  <a:moveTo>
                    <a:pt x="0" y="0"/>
                  </a:moveTo>
                  <a:cubicBezTo>
                    <a:pt x="10" y="7"/>
                    <a:pt x="42" y="27"/>
                    <a:pt x="58" y="44"/>
                  </a:cubicBezTo>
                  <a:cubicBezTo>
                    <a:pt x="74" y="61"/>
                    <a:pt x="86" y="81"/>
                    <a:pt x="94" y="102"/>
                  </a:cubicBezTo>
                  <a:cubicBezTo>
                    <a:pt x="102" y="123"/>
                    <a:pt x="106" y="154"/>
                    <a:pt x="109" y="168"/>
                  </a:cubicBezTo>
                </a:path>
              </a:pathLst>
            </a:custGeom>
            <a:noFill/>
            <a:ln w="9525" cap="flat" cmpd="sng">
              <a:solidFill>
                <a:srgbClr val="FF0000"/>
              </a:solidFill>
              <a:prstDash val="solid"/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0" name="Text Box 58">
            <a:extLst>
              <a:ext uri="{FF2B5EF4-FFF2-40B4-BE49-F238E27FC236}">
                <a16:creationId xmlns:a16="http://schemas.microsoft.com/office/drawing/2014/main" id="{32C9959B-8109-EFE1-CB41-6022D4FE78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3201" y="4852453"/>
            <a:ext cx="494830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800" b="1" dirty="0">
                <a:latin typeface="+mn-ea"/>
              </a:rPr>
              <a:t>   </a:t>
            </a:r>
            <a:r>
              <a:rPr lang="zh-CN" altLang="en-US" sz="2000" b="1" dirty="0">
                <a:latin typeface="+mn-ea"/>
              </a:rPr>
              <a:t>反映平面对哪个投影面的夹角？</a:t>
            </a:r>
          </a:p>
        </p:txBody>
      </p:sp>
      <p:grpSp>
        <p:nvGrpSpPr>
          <p:cNvPr id="61" name="Group 59">
            <a:extLst>
              <a:ext uri="{FF2B5EF4-FFF2-40B4-BE49-F238E27FC236}">
                <a16:creationId xmlns:a16="http://schemas.microsoft.com/office/drawing/2014/main" id="{6ADF6BBB-6DC7-D3BD-9626-07CFC64F1C00}"/>
              </a:ext>
            </a:extLst>
          </p:cNvPr>
          <p:cNvGrpSpPr>
            <a:grpSpLocks/>
          </p:cNvGrpSpPr>
          <p:nvPr/>
        </p:nvGrpSpPr>
        <p:grpSpPr bwMode="auto">
          <a:xfrm>
            <a:off x="3617514" y="4642426"/>
            <a:ext cx="239712" cy="274637"/>
            <a:chOff x="2021" y="2255"/>
            <a:chExt cx="151" cy="173"/>
          </a:xfrm>
        </p:grpSpPr>
        <p:sp>
          <p:nvSpPr>
            <p:cNvPr id="62" name="Freeform 60">
              <a:extLst>
                <a:ext uri="{FF2B5EF4-FFF2-40B4-BE49-F238E27FC236}">
                  <a16:creationId xmlns:a16="http://schemas.microsoft.com/office/drawing/2014/main" id="{F51D37BD-839F-82D1-3777-F9C825D485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1" y="2316"/>
              <a:ext cx="144" cy="46"/>
            </a:xfrm>
            <a:custGeom>
              <a:avLst/>
              <a:gdLst>
                <a:gd name="T0" fmla="*/ 0 w 144"/>
                <a:gd name="T1" fmla="*/ 46 h 46"/>
                <a:gd name="T2" fmla="*/ 43 w 144"/>
                <a:gd name="T3" fmla="*/ 12 h 46"/>
                <a:gd name="T4" fmla="*/ 91 w 144"/>
                <a:gd name="T5" fmla="*/ 2 h 46"/>
                <a:gd name="T6" fmla="*/ 144 w 144"/>
                <a:gd name="T7" fmla="*/ 2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4" h="46">
                  <a:moveTo>
                    <a:pt x="0" y="46"/>
                  </a:moveTo>
                  <a:cubicBezTo>
                    <a:pt x="7" y="40"/>
                    <a:pt x="28" y="19"/>
                    <a:pt x="43" y="12"/>
                  </a:cubicBezTo>
                  <a:cubicBezTo>
                    <a:pt x="58" y="5"/>
                    <a:pt x="74" y="0"/>
                    <a:pt x="91" y="2"/>
                  </a:cubicBezTo>
                  <a:cubicBezTo>
                    <a:pt x="108" y="4"/>
                    <a:pt x="133" y="18"/>
                    <a:pt x="144" y="22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Text Box 61">
              <a:extLst>
                <a:ext uri="{FF2B5EF4-FFF2-40B4-BE49-F238E27FC236}">
                  <a16:creationId xmlns:a16="http://schemas.microsoft.com/office/drawing/2014/main" id="{ADE61C35-3A62-DCFC-7197-0FD3706CED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2" y="2255"/>
              <a:ext cx="14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1200" b="1"/>
                <a:t>.</a:t>
              </a:r>
            </a:p>
          </p:txBody>
        </p:sp>
      </p:grpSp>
      <p:sp>
        <p:nvSpPr>
          <p:cNvPr id="64" name="Rectangle 63">
            <a:extLst>
              <a:ext uri="{FF2B5EF4-FFF2-40B4-BE49-F238E27FC236}">
                <a16:creationId xmlns:a16="http://schemas.microsoft.com/office/drawing/2014/main" id="{3975CA9C-D022-3EFE-C31E-9F3E42F50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257" y="495525"/>
            <a:ext cx="661120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28575">
                <a:pattFill prst="trellis">
                  <a:fgClr>
                    <a:srgbClr val="FF3300"/>
                  </a:fgClr>
                  <a:bgClr>
                    <a:srgbClr val="FFFF00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 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把一般位置平面变换成投影面垂直面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可求解平面与投影面的倾角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65" name="Rectangle 66">
            <a:extLst>
              <a:ext uri="{FF2B5EF4-FFF2-40B4-BE49-F238E27FC236}">
                <a16:creationId xmlns:a16="http://schemas.microsoft.com/office/drawing/2014/main" id="{EBE63F17-2409-C175-B1A0-C75CD2D4AB9A}"/>
              </a:ext>
            </a:extLst>
          </p:cNvPr>
          <p:cNvSpPr txBox="1">
            <a:spLocks noChangeArrowheads="1"/>
          </p:cNvSpPr>
          <p:nvPr/>
        </p:nvSpPr>
        <p:spPr>
          <a:xfrm>
            <a:off x="6299624" y="5766735"/>
            <a:ext cx="4803498" cy="424732"/>
          </a:xfrm>
          <a:prstGeom prst="rect">
            <a:avLst/>
          </a:prstGeom>
          <a:ln w="12700" cap="flat" cmpd="sng" algn="ctr">
            <a:solidFill>
              <a:schemeClr val="accent5"/>
            </a:solidFill>
            <a:prstDash val="solid"/>
            <a:miter lim="800000"/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lang="zh-CN" altLang="en-US" sz="2400" b="1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</a:rPr>
              <a:t>求</a:t>
            </a:r>
            <a:r>
              <a:rPr lang="en-US" altLang="zh-CN" sz="2400" b="1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</a:rPr>
              <a:t>α</a:t>
            </a:r>
            <a:r>
              <a:rPr lang="zh-CN" altLang="en-US" sz="2400" b="1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</a:rPr>
              <a:t>，</a:t>
            </a:r>
            <a:r>
              <a:rPr lang="en-US" altLang="zh-CN" sz="2400" b="1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</a:rPr>
              <a:t>H</a:t>
            </a:r>
            <a:r>
              <a:rPr lang="zh-CN" altLang="en-US" sz="2400" b="1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</a:rPr>
              <a:t>面不动；求</a:t>
            </a:r>
            <a:r>
              <a:rPr lang="en-US" altLang="zh-CN" sz="2400" b="1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</a:rPr>
              <a:t>β</a:t>
            </a:r>
            <a:r>
              <a:rPr lang="zh-CN" altLang="en-US" sz="2400" b="1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</a:rPr>
              <a:t>，</a:t>
            </a:r>
            <a:r>
              <a:rPr lang="en-US" altLang="zh-CN" sz="2400" b="1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</a:rPr>
              <a:t>V</a:t>
            </a:r>
            <a:r>
              <a:rPr lang="zh-CN" altLang="en-US" sz="2400" b="1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</a:rPr>
              <a:t>面不动。</a:t>
            </a:r>
            <a:endParaRPr lang="zh-CN" altLang="en-US" sz="2400" b="1" dirty="0">
              <a:solidFill>
                <a:srgbClr val="C00000"/>
              </a:solidFill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6" name="横卷形 1">
            <a:extLst>
              <a:ext uri="{FF2B5EF4-FFF2-40B4-BE49-F238E27FC236}">
                <a16:creationId xmlns:a16="http://schemas.microsoft.com/office/drawing/2014/main" id="{6A8D7712-3DFB-B4E7-C8A3-58C2530E1BF3}"/>
              </a:ext>
            </a:extLst>
          </p:cNvPr>
          <p:cNvSpPr/>
          <p:nvPr/>
        </p:nvSpPr>
        <p:spPr>
          <a:xfrm>
            <a:off x="7348959" y="1489775"/>
            <a:ext cx="1758142" cy="1092195"/>
          </a:xfrm>
          <a:prstGeom prst="horizontalScroll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两平面垂直的性质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330458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75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75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  <p:bldP spid="22" grpId="0" animBg="1"/>
      <p:bldP spid="23" grpId="0" animBg="1"/>
      <p:bldP spid="24" grpId="0" animBg="1"/>
      <p:bldP spid="25" grpId="0" animBg="1"/>
      <p:bldP spid="31" grpId="0" autoUpdateAnimBg="0"/>
      <p:bldP spid="38" grpId="0" autoUpdateAnimBg="0"/>
      <p:bldP spid="60" grpId="0" autoUpdateAnimBg="0"/>
      <p:bldP spid="65" grpId="0" animBg="1"/>
      <p:bldP spid="6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DD80EB6-1C0F-4E7A-B296-2AC7B3884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4D20-AB02-7C4E-A191-869E39B15A8F}" type="datetime1">
              <a:rPr lang="en-US" smtClean="0"/>
              <a:t>10/9/25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95C6C60-99A0-8CCC-A23E-727F0B07E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83825B-FADC-944D-58CF-39B0AEBAA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34</a:t>
            </a:fld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5D0C3DF-6D9A-E164-A0EC-EA0D945A8618}"/>
              </a:ext>
            </a:extLst>
          </p:cNvPr>
          <p:cNvSpPr>
            <a:spLocks/>
          </p:cNvSpPr>
          <p:nvPr/>
        </p:nvSpPr>
        <p:spPr bwMode="auto">
          <a:xfrm>
            <a:off x="3621908" y="1257760"/>
            <a:ext cx="3173412" cy="2768600"/>
          </a:xfrm>
          <a:custGeom>
            <a:avLst/>
            <a:gdLst>
              <a:gd name="T0" fmla="*/ 0 w 1999"/>
              <a:gd name="T1" fmla="*/ 515 h 1744"/>
              <a:gd name="T2" fmla="*/ 1999 w 1999"/>
              <a:gd name="T3" fmla="*/ 0 h 1744"/>
              <a:gd name="T4" fmla="*/ 1999 w 1999"/>
              <a:gd name="T5" fmla="*/ 1211 h 1744"/>
              <a:gd name="T6" fmla="*/ 11 w 1999"/>
              <a:gd name="T7" fmla="*/ 1744 h 1744"/>
              <a:gd name="T8" fmla="*/ 11 w 1999"/>
              <a:gd name="T9" fmla="*/ 514 h 1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99" h="1744">
                <a:moveTo>
                  <a:pt x="0" y="515"/>
                </a:moveTo>
                <a:lnTo>
                  <a:pt x="1999" y="0"/>
                </a:lnTo>
                <a:lnTo>
                  <a:pt x="1999" y="1211"/>
                </a:lnTo>
                <a:lnTo>
                  <a:pt x="11" y="1744"/>
                </a:lnTo>
                <a:lnTo>
                  <a:pt x="11" y="514"/>
                </a:lnTo>
              </a:path>
            </a:pathLst>
          </a:custGeom>
          <a:solidFill>
            <a:srgbClr val="FFCCFF"/>
          </a:solidFill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ED2C9B3D-1CE3-FE5E-8095-B489E22F8D89}"/>
              </a:ext>
            </a:extLst>
          </p:cNvPr>
          <p:cNvSpPr>
            <a:spLocks/>
          </p:cNvSpPr>
          <p:nvPr/>
        </p:nvSpPr>
        <p:spPr bwMode="auto">
          <a:xfrm>
            <a:off x="3640958" y="3169110"/>
            <a:ext cx="5116512" cy="1978025"/>
          </a:xfrm>
          <a:custGeom>
            <a:avLst/>
            <a:gdLst>
              <a:gd name="T0" fmla="*/ 0 w 3223"/>
              <a:gd name="T1" fmla="*/ 537 h 1246"/>
              <a:gd name="T2" fmla="*/ 1228 w 3223"/>
              <a:gd name="T3" fmla="*/ 1246 h 1246"/>
              <a:gd name="T4" fmla="*/ 3223 w 3223"/>
              <a:gd name="T5" fmla="*/ 720 h 1246"/>
              <a:gd name="T6" fmla="*/ 2000 w 3223"/>
              <a:gd name="T7" fmla="*/ 0 h 1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223" h="1246">
                <a:moveTo>
                  <a:pt x="0" y="537"/>
                </a:moveTo>
                <a:lnTo>
                  <a:pt x="1228" y="1246"/>
                </a:lnTo>
                <a:lnTo>
                  <a:pt x="3223" y="720"/>
                </a:lnTo>
                <a:lnTo>
                  <a:pt x="2000" y="0"/>
                </a:lnTo>
              </a:path>
            </a:pathLst>
          </a:cu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47418619-DCD4-CEE9-804F-7B81BB82A129}"/>
              </a:ext>
            </a:extLst>
          </p:cNvPr>
          <p:cNvSpPr>
            <a:spLocks/>
          </p:cNvSpPr>
          <p:nvPr/>
        </p:nvSpPr>
        <p:spPr bwMode="auto">
          <a:xfrm>
            <a:off x="4531545" y="3900947"/>
            <a:ext cx="2063750" cy="528638"/>
          </a:xfrm>
          <a:custGeom>
            <a:avLst/>
            <a:gdLst>
              <a:gd name="T0" fmla="*/ 0 w 1300"/>
              <a:gd name="T1" fmla="*/ 224 h 333"/>
              <a:gd name="T2" fmla="*/ 672 w 1300"/>
              <a:gd name="T3" fmla="*/ 333 h 333"/>
              <a:gd name="T4" fmla="*/ 1300 w 1300"/>
              <a:gd name="T5" fmla="*/ 0 h 333"/>
              <a:gd name="T6" fmla="*/ 0 w 1300"/>
              <a:gd name="T7" fmla="*/ 224 h 3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00" h="333">
                <a:moveTo>
                  <a:pt x="0" y="224"/>
                </a:moveTo>
                <a:lnTo>
                  <a:pt x="672" y="333"/>
                </a:lnTo>
                <a:lnTo>
                  <a:pt x="1300" y="0"/>
                </a:lnTo>
                <a:lnTo>
                  <a:pt x="0" y="224"/>
                </a:lnTo>
                <a:close/>
              </a:path>
            </a:pathLst>
          </a:custGeom>
          <a:solidFill>
            <a:srgbClr val="66FFFF"/>
          </a:solidFill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Line 10">
            <a:extLst>
              <a:ext uri="{FF2B5EF4-FFF2-40B4-BE49-F238E27FC236}">
                <a16:creationId xmlns:a16="http://schemas.microsoft.com/office/drawing/2014/main" id="{FF08AC3E-7435-68DD-81A5-37A20811CF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37783" y="3169110"/>
            <a:ext cx="3149600" cy="842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id="{EA3B367C-8055-897C-5377-FCBF4E5DBFE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31545" y="3485022"/>
            <a:ext cx="0" cy="781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14">
            <a:extLst>
              <a:ext uri="{FF2B5EF4-FFF2-40B4-BE49-F238E27FC236}">
                <a16:creationId xmlns:a16="http://schemas.microsoft.com/office/drawing/2014/main" id="{E3D4E408-C02A-C06E-6C05-26153BEB839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8820" y="3808872"/>
            <a:ext cx="0" cy="630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Line 17">
            <a:extLst>
              <a:ext uri="{FF2B5EF4-FFF2-40B4-BE49-F238E27FC236}">
                <a16:creationId xmlns:a16="http://schemas.microsoft.com/office/drawing/2014/main" id="{3456F605-F157-675B-91F5-515A78F4A66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933058" y="3138947"/>
            <a:ext cx="598487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Line 19">
            <a:extLst>
              <a:ext uri="{FF2B5EF4-FFF2-40B4-BE49-F238E27FC236}">
                <a16:creationId xmlns:a16="http://schemas.microsoft.com/office/drawing/2014/main" id="{2C861B83-F7AA-1246-EBA8-0361340D90B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42783" y="1887997"/>
            <a:ext cx="1042987" cy="604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Freeform 20">
            <a:extLst>
              <a:ext uri="{FF2B5EF4-FFF2-40B4-BE49-F238E27FC236}">
                <a16:creationId xmlns:a16="http://schemas.microsoft.com/office/drawing/2014/main" id="{B37CD8CA-A75A-1D98-1AC3-23EF9EDED1C7}"/>
              </a:ext>
            </a:extLst>
          </p:cNvPr>
          <p:cNvSpPr>
            <a:spLocks/>
          </p:cNvSpPr>
          <p:nvPr/>
        </p:nvSpPr>
        <p:spPr bwMode="auto">
          <a:xfrm>
            <a:off x="3942583" y="1891172"/>
            <a:ext cx="1590675" cy="1328738"/>
          </a:xfrm>
          <a:custGeom>
            <a:avLst/>
            <a:gdLst>
              <a:gd name="T0" fmla="*/ 1146 w 1146"/>
              <a:gd name="T1" fmla="*/ 0 h 749"/>
              <a:gd name="T2" fmla="*/ 0 w 1146"/>
              <a:gd name="T3" fmla="*/ 698 h 749"/>
              <a:gd name="T4" fmla="*/ 339 w 1146"/>
              <a:gd name="T5" fmla="*/ 749 h 749"/>
              <a:gd name="T6" fmla="*/ 1146 w 1146"/>
              <a:gd name="T7" fmla="*/ 0 h 7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46" h="749">
                <a:moveTo>
                  <a:pt x="1146" y="0"/>
                </a:moveTo>
                <a:lnTo>
                  <a:pt x="0" y="698"/>
                </a:lnTo>
                <a:lnTo>
                  <a:pt x="339" y="749"/>
                </a:lnTo>
                <a:lnTo>
                  <a:pt x="1146" y="0"/>
                </a:lnTo>
                <a:close/>
              </a:path>
            </a:pathLst>
          </a:custGeom>
          <a:solidFill>
            <a:srgbClr val="66FFFF"/>
          </a:solidFill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24">
            <a:extLst>
              <a:ext uri="{FF2B5EF4-FFF2-40B4-BE49-F238E27FC236}">
                <a16:creationId xmlns:a16="http://schemas.microsoft.com/office/drawing/2014/main" id="{ECE5195C-C45E-9C92-5A15-819F5128F4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7770" y="2914465"/>
            <a:ext cx="4764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b="1" i="1"/>
              <a:t> </a:t>
            </a:r>
            <a:r>
              <a:rPr lang="en-US" altLang="zh-CN" sz="2400" b="1" i="1"/>
              <a:t>a</a:t>
            </a:r>
            <a:r>
              <a:rPr lang="en-US" altLang="zh-CN" sz="2400" b="1" i="1">
                <a:sym typeface="Symbol" charset="2"/>
              </a:rPr>
              <a:t></a:t>
            </a:r>
          </a:p>
        </p:txBody>
      </p:sp>
      <p:sp>
        <p:nvSpPr>
          <p:cNvPr id="15" name="Text Box 25">
            <a:extLst>
              <a:ext uri="{FF2B5EF4-FFF2-40B4-BE49-F238E27FC236}">
                <a16:creationId xmlns:a16="http://schemas.microsoft.com/office/drawing/2014/main" id="{C9C87A27-CBD4-0E52-278A-EDA2C6B5F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4695" y="2938278"/>
            <a:ext cx="4828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b="1" i="1" dirty="0"/>
              <a:t> </a:t>
            </a:r>
            <a:r>
              <a:rPr lang="en-US" altLang="zh-CN" sz="2400" b="1" i="1" dirty="0"/>
              <a:t>b</a:t>
            </a:r>
            <a:r>
              <a:rPr lang="en-US" altLang="zh-CN" sz="2400" b="1" i="1" dirty="0">
                <a:sym typeface="CommercialPi BT" charset="0"/>
              </a:rPr>
              <a:t>’</a:t>
            </a:r>
            <a:endParaRPr lang="en-US" altLang="zh-CN" b="1" i="1" dirty="0">
              <a:sym typeface="CommercialPi BT" charset="0"/>
            </a:endParaRPr>
          </a:p>
        </p:txBody>
      </p:sp>
      <p:sp>
        <p:nvSpPr>
          <p:cNvPr id="16" name="Text Box 26">
            <a:extLst>
              <a:ext uri="{FF2B5EF4-FFF2-40B4-BE49-F238E27FC236}">
                <a16:creationId xmlns:a16="http://schemas.microsoft.com/office/drawing/2014/main" id="{81C36567-F8EA-D4E3-EE42-B3766887C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7045" y="1506997"/>
            <a:ext cx="452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b="1" i="1"/>
              <a:t> </a:t>
            </a:r>
            <a:r>
              <a:rPr lang="en-US" altLang="zh-CN" sz="2400" b="1" i="1"/>
              <a:t>c</a:t>
            </a:r>
            <a:r>
              <a:rPr lang="en-US" altLang="zh-CN" sz="2400" b="1" i="1">
                <a:sym typeface="Symbol" charset="2"/>
              </a:rPr>
              <a:t></a:t>
            </a:r>
          </a:p>
        </p:txBody>
      </p:sp>
      <p:sp>
        <p:nvSpPr>
          <p:cNvPr id="17" name="Text Box 27">
            <a:extLst>
              <a:ext uri="{FF2B5EF4-FFF2-40B4-BE49-F238E27FC236}">
                <a16:creationId xmlns:a16="http://schemas.microsoft.com/office/drawing/2014/main" id="{544062C1-669E-82F4-DC16-FBBB7E210C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945" y="4103503"/>
            <a:ext cx="3465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sz="2400" b="1" i="1"/>
              <a:t>a</a:t>
            </a:r>
            <a:endParaRPr lang="en-US" altLang="zh-CN" b="1" i="1"/>
          </a:p>
        </p:txBody>
      </p:sp>
      <p:sp>
        <p:nvSpPr>
          <p:cNvPr id="18" name="Text Box 28">
            <a:extLst>
              <a:ext uri="{FF2B5EF4-FFF2-40B4-BE49-F238E27FC236}">
                <a16:creationId xmlns:a16="http://schemas.microsoft.com/office/drawing/2014/main" id="{71D3CE75-F27D-866B-EEC5-03BA311903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7370" y="4327985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sz="2400" b="1" i="1"/>
              <a:t>b</a:t>
            </a:r>
            <a:endParaRPr lang="en-US" altLang="zh-CN" b="1" i="1"/>
          </a:p>
        </p:txBody>
      </p:sp>
      <p:sp>
        <p:nvSpPr>
          <p:cNvPr id="19" name="Text Box 29">
            <a:extLst>
              <a:ext uri="{FF2B5EF4-FFF2-40B4-BE49-F238E27FC236}">
                <a16:creationId xmlns:a16="http://schemas.microsoft.com/office/drawing/2014/main" id="{FD04CF3C-24B0-1FE0-A88E-37C280C46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4008" y="3759660"/>
            <a:ext cx="319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sz="2400" b="1"/>
              <a:t>c</a:t>
            </a:r>
            <a:endParaRPr lang="en-US" altLang="zh-CN" b="1"/>
          </a:p>
        </p:txBody>
      </p:sp>
      <p:sp>
        <p:nvSpPr>
          <p:cNvPr id="20" name="Text Box 31">
            <a:extLst>
              <a:ext uri="{FF2B5EF4-FFF2-40B4-BE49-F238E27FC236}">
                <a16:creationId xmlns:a16="http://schemas.microsoft.com/office/drawing/2014/main" id="{807D058A-1531-AD88-A96C-F1D145EB3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8570" y="2027697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sz="2400" b="1"/>
              <a:t>V</a:t>
            </a:r>
            <a:endParaRPr lang="en-US" altLang="zh-CN" b="1"/>
          </a:p>
        </p:txBody>
      </p:sp>
      <p:sp>
        <p:nvSpPr>
          <p:cNvPr id="21" name="Text Box 32">
            <a:extLst>
              <a:ext uri="{FF2B5EF4-FFF2-40B4-BE49-F238E27FC236}">
                <a16:creationId xmlns:a16="http://schemas.microsoft.com/office/drawing/2014/main" id="{23FC9268-3495-AA14-0E6E-1094DFA8E0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2920" y="4724860"/>
            <a:ext cx="420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sz="2400" b="1"/>
              <a:t>H</a:t>
            </a:r>
            <a:endParaRPr lang="en-US" altLang="zh-CN" b="1"/>
          </a:p>
        </p:txBody>
      </p:sp>
      <p:sp>
        <p:nvSpPr>
          <p:cNvPr id="22" name="Text Box 33">
            <a:extLst>
              <a:ext uri="{FF2B5EF4-FFF2-40B4-BE49-F238E27FC236}">
                <a16:creationId xmlns:a16="http://schemas.microsoft.com/office/drawing/2014/main" id="{13F2E7C1-2ECC-4299-C012-05F27DE6A3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8333" y="3317025"/>
            <a:ext cx="3241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b="1" i="1">
                <a:solidFill>
                  <a:srgbClr val="0000FF"/>
                </a:solidFill>
              </a:rPr>
              <a:t>A</a:t>
            </a:r>
          </a:p>
        </p:txBody>
      </p:sp>
      <p:sp>
        <p:nvSpPr>
          <p:cNvPr id="23" name="Text Box 34">
            <a:extLst>
              <a:ext uri="{FF2B5EF4-FFF2-40B4-BE49-F238E27FC236}">
                <a16:creationId xmlns:a16="http://schemas.microsoft.com/office/drawing/2014/main" id="{AFEBE037-15D0-6C0E-198E-0AD1E32319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9895" y="3729775"/>
            <a:ext cx="31451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b="1" i="1">
                <a:solidFill>
                  <a:srgbClr val="0000FF"/>
                </a:solidFill>
              </a:rPr>
              <a:t>B</a:t>
            </a:r>
          </a:p>
        </p:txBody>
      </p:sp>
      <p:sp>
        <p:nvSpPr>
          <p:cNvPr id="24" name="Text Box 35">
            <a:extLst>
              <a:ext uri="{FF2B5EF4-FFF2-40B4-BE49-F238E27FC236}">
                <a16:creationId xmlns:a16="http://schemas.microsoft.com/office/drawing/2014/main" id="{E19552F8-45EB-5F43-B625-6BD6B30BB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5120" y="2204188"/>
            <a:ext cx="30489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b="1" i="1">
                <a:solidFill>
                  <a:srgbClr val="0000FF"/>
                </a:solidFill>
              </a:rPr>
              <a:t>C</a:t>
            </a:r>
          </a:p>
        </p:txBody>
      </p:sp>
      <p:sp>
        <p:nvSpPr>
          <p:cNvPr id="25" name="Text Box 37">
            <a:extLst>
              <a:ext uri="{FF2B5EF4-FFF2-40B4-BE49-F238E27FC236}">
                <a16:creationId xmlns:a16="http://schemas.microsoft.com/office/drawing/2014/main" id="{0DE101B8-FB32-1AE7-A6A4-92DB2CC34C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0433" y="3880310"/>
            <a:ext cx="349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b="1"/>
              <a:t>X</a:t>
            </a:r>
          </a:p>
        </p:txBody>
      </p:sp>
      <p:grpSp>
        <p:nvGrpSpPr>
          <p:cNvPr id="26" name="Group 41">
            <a:extLst>
              <a:ext uri="{FF2B5EF4-FFF2-40B4-BE49-F238E27FC236}">
                <a16:creationId xmlns:a16="http://schemas.microsoft.com/office/drawing/2014/main" id="{24864001-655C-A34B-DDA5-272A70BD870F}"/>
              </a:ext>
            </a:extLst>
          </p:cNvPr>
          <p:cNvGrpSpPr>
            <a:grpSpLocks/>
          </p:cNvGrpSpPr>
          <p:nvPr/>
        </p:nvGrpSpPr>
        <p:grpSpPr bwMode="auto">
          <a:xfrm>
            <a:off x="6619108" y="1303797"/>
            <a:ext cx="1179512" cy="3636963"/>
            <a:chOff x="3160" y="816"/>
            <a:chExt cx="743" cy="2291"/>
          </a:xfrm>
        </p:grpSpPr>
        <p:sp>
          <p:nvSpPr>
            <p:cNvPr id="27" name="Freeform 42">
              <a:extLst>
                <a:ext uri="{FF2B5EF4-FFF2-40B4-BE49-F238E27FC236}">
                  <a16:creationId xmlns:a16="http://schemas.microsoft.com/office/drawing/2014/main" id="{B4AF8545-C608-5B71-0EA7-E32F2FC045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4" y="816"/>
              <a:ext cx="448" cy="2081"/>
            </a:xfrm>
            <a:custGeom>
              <a:avLst/>
              <a:gdLst>
                <a:gd name="T0" fmla="*/ 0 w 448"/>
                <a:gd name="T1" fmla="*/ 1389 h 2247"/>
                <a:gd name="T2" fmla="*/ 448 w 448"/>
                <a:gd name="T3" fmla="*/ 2247 h 2247"/>
                <a:gd name="T4" fmla="*/ 448 w 448"/>
                <a:gd name="T5" fmla="*/ 756 h 2247"/>
                <a:gd name="T6" fmla="*/ 0 w 448"/>
                <a:gd name="T7" fmla="*/ 0 h 2247"/>
                <a:gd name="T8" fmla="*/ 0 w 448"/>
                <a:gd name="T9" fmla="*/ 1389 h 2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8" h="2247">
                  <a:moveTo>
                    <a:pt x="0" y="1389"/>
                  </a:moveTo>
                  <a:lnTo>
                    <a:pt x="448" y="2247"/>
                  </a:lnTo>
                  <a:lnTo>
                    <a:pt x="448" y="756"/>
                  </a:lnTo>
                  <a:lnTo>
                    <a:pt x="0" y="0"/>
                  </a:lnTo>
                  <a:lnTo>
                    <a:pt x="0" y="1389"/>
                  </a:lnTo>
                  <a:close/>
                </a:path>
              </a:pathLst>
            </a:cu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Text Box 43">
              <a:extLst>
                <a:ext uri="{FF2B5EF4-FFF2-40B4-BE49-F238E27FC236}">
                  <a16:creationId xmlns:a16="http://schemas.microsoft.com/office/drawing/2014/main" id="{E387E23C-D432-7465-1A4F-98B2ED5752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0" y="942"/>
              <a:ext cx="3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2400" b="1"/>
                <a:t> V</a:t>
              </a:r>
              <a:r>
                <a:rPr lang="en-US" altLang="zh-CN" sz="2400" b="1" baseline="-20000"/>
                <a:t>1</a:t>
              </a:r>
              <a:endParaRPr lang="en-US" altLang="zh-CN" b="1"/>
            </a:p>
          </p:txBody>
        </p:sp>
        <p:sp>
          <p:nvSpPr>
            <p:cNvPr id="29" name="Line 44">
              <a:extLst>
                <a:ext uri="{FF2B5EF4-FFF2-40B4-BE49-F238E27FC236}">
                  <a16:creationId xmlns:a16="http://schemas.microsoft.com/office/drawing/2014/main" id="{C044C1F5-8F01-C831-783B-763E533078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7" y="2104"/>
              <a:ext cx="448" cy="80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Text Box 45">
              <a:extLst>
                <a:ext uri="{FF2B5EF4-FFF2-40B4-BE49-F238E27FC236}">
                  <a16:creationId xmlns:a16="http://schemas.microsoft.com/office/drawing/2014/main" id="{72FB26BA-D514-9E51-4780-BD394501D3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5" y="2876"/>
              <a:ext cx="2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b="1"/>
                <a:t>X</a:t>
              </a:r>
              <a:r>
                <a:rPr lang="en-US" altLang="zh-CN" b="1" baseline="-20000"/>
                <a:t>1</a:t>
              </a:r>
              <a:endParaRPr lang="en-US" altLang="zh-CN" b="1"/>
            </a:p>
          </p:txBody>
        </p:sp>
      </p:grpSp>
      <p:sp>
        <p:nvSpPr>
          <p:cNvPr id="31" name="Text Box 56">
            <a:extLst>
              <a:ext uri="{FF2B5EF4-FFF2-40B4-BE49-F238E27FC236}">
                <a16:creationId xmlns:a16="http://schemas.microsoft.com/office/drawing/2014/main" id="{D7FA89B2-B9CE-6EBB-EA32-D3BA444A0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0570" y="2132472"/>
            <a:ext cx="477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sz="2400" b="1" i="1"/>
              <a:t>c</a:t>
            </a:r>
            <a:r>
              <a:rPr lang="en-US" altLang="zh-CN" b="1" i="1">
                <a:sym typeface="Symbol" charset="2"/>
              </a:rPr>
              <a:t></a:t>
            </a:r>
            <a:r>
              <a:rPr lang="en-US" altLang="zh-CN" sz="2400" b="1" i="1" baseline="-25000"/>
              <a:t>1</a:t>
            </a:r>
          </a:p>
        </p:txBody>
      </p:sp>
      <p:sp>
        <p:nvSpPr>
          <p:cNvPr id="32" name="Text Box 57">
            <a:extLst>
              <a:ext uri="{FF2B5EF4-FFF2-40B4-BE49-F238E27FC236}">
                <a16:creationId xmlns:a16="http://schemas.microsoft.com/office/drawing/2014/main" id="{3378262D-2944-1D51-2AD4-52170CD9EE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6645" y="3581860"/>
            <a:ext cx="849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lang="en-US" altLang="zh-CN" sz="2400" b="1" i="1"/>
              <a:t>b</a:t>
            </a:r>
            <a:r>
              <a:rPr lang="en-US" altLang="zh-CN" b="1" i="1">
                <a:sym typeface="Symbol" charset="2"/>
              </a:rPr>
              <a:t></a:t>
            </a:r>
            <a:r>
              <a:rPr lang="en-US" altLang="zh-CN" sz="2400" b="1" i="1" baseline="-20000"/>
              <a:t>1</a:t>
            </a:r>
          </a:p>
        </p:txBody>
      </p:sp>
      <p:sp>
        <p:nvSpPr>
          <p:cNvPr id="33" name="Line 59">
            <a:extLst>
              <a:ext uri="{FF2B5EF4-FFF2-40B4-BE49-F238E27FC236}">
                <a16:creationId xmlns:a16="http://schemas.microsoft.com/office/drawing/2014/main" id="{B01BCAC9-1508-6427-FC4C-92D041DE2490}"/>
              </a:ext>
            </a:extLst>
          </p:cNvPr>
          <p:cNvSpPr>
            <a:spLocks noChangeShapeType="1"/>
          </p:cNvSpPr>
          <p:nvPr/>
        </p:nvSpPr>
        <p:spPr bwMode="auto">
          <a:xfrm>
            <a:off x="7022333" y="2484897"/>
            <a:ext cx="288925" cy="13557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Text Box 66">
            <a:extLst>
              <a:ext uri="{FF2B5EF4-FFF2-40B4-BE49-F238E27FC236}">
                <a16:creationId xmlns:a16="http://schemas.microsoft.com/office/drawing/2014/main" id="{CEF4496A-2714-1004-2A6A-6D0539C14E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8695" y="3027822"/>
            <a:ext cx="101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28575">
                <a:pattFill prst="trellis">
                  <a:fgClr>
                    <a:srgbClr val="FF3300"/>
                  </a:fgClr>
                  <a:bgClr>
                    <a:srgbClr val="FFFF00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1" dirty="0"/>
              <a:t>a</a:t>
            </a:r>
            <a:r>
              <a:rPr lang="en-US" altLang="zh-CN" b="1" i="1" dirty="0">
                <a:sym typeface="Symbol" charset="2"/>
              </a:rPr>
              <a:t></a:t>
            </a:r>
            <a:r>
              <a:rPr lang="en-US" altLang="zh-CN" sz="1600" b="1" i="1" dirty="0">
                <a:sym typeface="Symbol" charset="2"/>
              </a:rPr>
              <a:t>1</a:t>
            </a:r>
          </a:p>
        </p:txBody>
      </p:sp>
      <p:sp>
        <p:nvSpPr>
          <p:cNvPr id="35" name="Line 49">
            <a:extLst>
              <a:ext uri="{FF2B5EF4-FFF2-40B4-BE49-F238E27FC236}">
                <a16:creationId xmlns:a16="http://schemas.microsoft.com/office/drawing/2014/main" id="{5ADE6A50-D41C-FBF0-3D31-84A72B0AB06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8183" y="3831097"/>
            <a:ext cx="172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Line 48">
            <a:extLst>
              <a:ext uri="{FF2B5EF4-FFF2-40B4-BE49-F238E27FC236}">
                <a16:creationId xmlns:a16="http://schemas.microsoft.com/office/drawing/2014/main" id="{AFFA76B3-E420-7E0B-1BB3-EAB62E023A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03233" y="2502360"/>
            <a:ext cx="419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Line 65">
            <a:extLst>
              <a:ext uri="{FF2B5EF4-FFF2-40B4-BE49-F238E27FC236}">
                <a16:creationId xmlns:a16="http://schemas.microsoft.com/office/drawing/2014/main" id="{B8019EB6-D0F9-A48D-079D-41DE521AE9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66470" y="3465972"/>
            <a:ext cx="2679700" cy="127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38" name="Group 63">
            <a:extLst>
              <a:ext uri="{FF2B5EF4-FFF2-40B4-BE49-F238E27FC236}">
                <a16:creationId xmlns:a16="http://schemas.microsoft.com/office/drawing/2014/main" id="{217EC0F5-E611-10E0-3198-62F55FBE05C4}"/>
              </a:ext>
            </a:extLst>
          </p:cNvPr>
          <p:cNvGrpSpPr>
            <a:grpSpLocks/>
          </p:cNvGrpSpPr>
          <p:nvPr/>
        </p:nvGrpSpPr>
        <p:grpSpPr bwMode="auto">
          <a:xfrm>
            <a:off x="7025507" y="3658197"/>
            <a:ext cx="444500" cy="936487"/>
            <a:chOff x="4672" y="2692"/>
            <a:chExt cx="280" cy="636"/>
          </a:xfrm>
        </p:grpSpPr>
        <p:sp>
          <p:nvSpPr>
            <p:cNvPr id="39" name="Arc 60">
              <a:extLst>
                <a:ext uri="{FF2B5EF4-FFF2-40B4-BE49-F238E27FC236}">
                  <a16:creationId xmlns:a16="http://schemas.microsoft.com/office/drawing/2014/main" id="{21AB63D3-A4A2-2157-E680-4A4D463BF409}"/>
                </a:ext>
              </a:extLst>
            </p:cNvPr>
            <p:cNvSpPr>
              <a:spLocks/>
            </p:cNvSpPr>
            <p:nvPr/>
          </p:nvSpPr>
          <p:spPr bwMode="auto">
            <a:xfrm rot="1125067" flipH="1">
              <a:off x="4829" y="3031"/>
              <a:ext cx="64" cy="5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0" name="Text Box 61">
              <a:extLst>
                <a:ext uri="{FF2B5EF4-FFF2-40B4-BE49-F238E27FC236}">
                  <a16:creationId xmlns:a16="http://schemas.microsoft.com/office/drawing/2014/main" id="{91517312-B3C7-2217-A408-5B75EC34C0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2" y="2692"/>
              <a:ext cx="200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1" dirty="0">
                  <a:solidFill>
                    <a:srgbClr val="FF00FF"/>
                  </a:solidFill>
                </a:rPr>
                <a:t>α</a:t>
              </a:r>
            </a:p>
          </p:txBody>
        </p:sp>
        <p:sp>
          <p:nvSpPr>
            <p:cNvPr id="41" name="Line 62">
              <a:extLst>
                <a:ext uri="{FF2B5EF4-FFF2-40B4-BE49-F238E27FC236}">
                  <a16:creationId xmlns:a16="http://schemas.microsoft.com/office/drawing/2014/main" id="{7ECCED6E-B8C9-4076-A490-E0F941CC28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2800"/>
              <a:ext cx="104" cy="528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dirty="0"/>
            </a:p>
          </p:txBody>
        </p:sp>
      </p:grpSp>
      <p:sp>
        <p:nvSpPr>
          <p:cNvPr id="42" name="Line 21">
            <a:extLst>
              <a:ext uri="{FF2B5EF4-FFF2-40B4-BE49-F238E27FC236}">
                <a16:creationId xmlns:a16="http://schemas.microsoft.com/office/drawing/2014/main" id="{1AFDA889-C8C1-C046-EC07-5D4FF9A127E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71208" y="3202447"/>
            <a:ext cx="1217612" cy="631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Line 71">
            <a:extLst>
              <a:ext uri="{FF2B5EF4-FFF2-40B4-BE49-F238E27FC236}">
                <a16:creationId xmlns:a16="http://schemas.microsoft.com/office/drawing/2014/main" id="{9F8F58B2-323E-0133-F621-938AD76349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73070" y="2513472"/>
            <a:ext cx="12700" cy="1397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4" name="Freeform 38">
            <a:extLst>
              <a:ext uri="{FF2B5EF4-FFF2-40B4-BE49-F238E27FC236}">
                <a16:creationId xmlns:a16="http://schemas.microsoft.com/office/drawing/2014/main" id="{A8CB1447-D265-1E44-F173-F2BC2AD71AE1}"/>
              </a:ext>
            </a:extLst>
          </p:cNvPr>
          <p:cNvSpPr>
            <a:spLocks/>
          </p:cNvSpPr>
          <p:nvPr/>
        </p:nvSpPr>
        <p:spPr bwMode="auto">
          <a:xfrm>
            <a:off x="4531545" y="2494422"/>
            <a:ext cx="2093913" cy="1335088"/>
          </a:xfrm>
          <a:custGeom>
            <a:avLst/>
            <a:gdLst>
              <a:gd name="T0" fmla="*/ 1319 w 1319"/>
              <a:gd name="T1" fmla="*/ 0 h 825"/>
              <a:gd name="T2" fmla="*/ 0 w 1319"/>
              <a:gd name="T3" fmla="*/ 608 h 825"/>
              <a:gd name="T4" fmla="*/ 666 w 1319"/>
              <a:gd name="T5" fmla="*/ 825 h 825"/>
              <a:gd name="T6" fmla="*/ 1319 w 1319"/>
              <a:gd name="T7" fmla="*/ 0 h 8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19" h="825">
                <a:moveTo>
                  <a:pt x="1319" y="0"/>
                </a:moveTo>
                <a:lnTo>
                  <a:pt x="0" y="608"/>
                </a:lnTo>
                <a:lnTo>
                  <a:pt x="666" y="825"/>
                </a:lnTo>
                <a:lnTo>
                  <a:pt x="1319" y="0"/>
                </a:lnTo>
                <a:close/>
              </a:path>
            </a:pathLst>
          </a:cu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" name="Rectangle 66">
            <a:extLst>
              <a:ext uri="{FF2B5EF4-FFF2-40B4-BE49-F238E27FC236}">
                <a16:creationId xmlns:a16="http://schemas.microsoft.com/office/drawing/2014/main" id="{0C1C69FE-5465-F039-0DA8-94BF8B8DF1E9}"/>
              </a:ext>
            </a:extLst>
          </p:cNvPr>
          <p:cNvSpPr txBox="1">
            <a:spLocks noChangeArrowheads="1"/>
          </p:cNvSpPr>
          <p:nvPr/>
        </p:nvSpPr>
        <p:spPr>
          <a:xfrm>
            <a:off x="3211380" y="5566749"/>
            <a:ext cx="5130800" cy="480131"/>
          </a:xfrm>
          <a:prstGeom prst="rect">
            <a:avLst/>
          </a:prstGeom>
          <a:ln w="12700" cap="flat" cmpd="sng" algn="ctr">
            <a:noFill/>
            <a:prstDash val="solid"/>
            <a:miter lim="800000"/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lang="zh-CN" altLang="en-US" sz="2800" b="1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</a:rPr>
              <a:t>求</a:t>
            </a:r>
            <a:r>
              <a:rPr lang="en-US" altLang="zh-CN" sz="2800" b="1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</a:rPr>
              <a:t>α</a:t>
            </a:r>
            <a:r>
              <a:rPr lang="zh-CN" altLang="en-US" sz="2800" b="1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</a:rPr>
              <a:t>，</a:t>
            </a:r>
            <a:r>
              <a:rPr lang="en-US" altLang="zh-CN" sz="2800" b="1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</a:rPr>
              <a:t>H</a:t>
            </a:r>
            <a:r>
              <a:rPr lang="zh-CN" altLang="en-US" sz="2800" b="1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</a:rPr>
              <a:t>面不动。</a:t>
            </a:r>
            <a:endParaRPr lang="zh-CN" altLang="en-US" sz="2800" b="1" dirty="0">
              <a:solidFill>
                <a:srgbClr val="C00000"/>
              </a:solidFill>
              <a:latin typeface="DengXian" charset="-122"/>
              <a:ea typeface="DengXian" charset="-122"/>
              <a:cs typeface="DengXia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0089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0629B18-14E1-D29E-4D6D-F4E40A8A5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7533C-3503-8F47-97DD-C13441582988}" type="datetime1">
              <a:rPr lang="en-US" smtClean="0"/>
              <a:t>10/9/25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32BF422-1950-7562-8D9F-8303142C4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CBA145-E784-24FC-30F3-AAD16713F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35</a:t>
            </a:fld>
            <a:endParaRPr lang="en-US"/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BA188626-AB3C-E775-5B92-62B1C4F13B22}"/>
              </a:ext>
            </a:extLst>
          </p:cNvPr>
          <p:cNvGrpSpPr>
            <a:grpSpLocks/>
          </p:cNvGrpSpPr>
          <p:nvPr/>
        </p:nvGrpSpPr>
        <p:grpSpPr bwMode="auto">
          <a:xfrm>
            <a:off x="6413543" y="1720313"/>
            <a:ext cx="2632075" cy="3810000"/>
            <a:chOff x="3012" y="864"/>
            <a:chExt cx="1658" cy="2400"/>
          </a:xfrm>
        </p:grpSpPr>
        <p:sp>
          <p:nvSpPr>
            <p:cNvPr id="6" name="Text Box 3">
              <a:extLst>
                <a:ext uri="{FF2B5EF4-FFF2-40B4-BE49-F238E27FC236}">
                  <a16:creationId xmlns:a16="http://schemas.microsoft.com/office/drawing/2014/main" id="{ADAD02FB-1A21-9189-90AD-2CB0F5CD2F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1632"/>
              <a:ext cx="57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i="1"/>
                <a:t>a</a:t>
              </a:r>
              <a:r>
                <a:rPr lang="en-US" altLang="zh-CN" i="1">
                  <a:sym typeface="Symbol" charset="2"/>
                </a:rPr>
                <a:t></a:t>
              </a:r>
              <a:endParaRPr lang="en-US" altLang="zh-CN" i="1"/>
            </a:p>
          </p:txBody>
        </p:sp>
        <p:sp>
          <p:nvSpPr>
            <p:cNvPr id="7" name="Text Box 4">
              <a:extLst>
                <a:ext uri="{FF2B5EF4-FFF2-40B4-BE49-F238E27FC236}">
                  <a16:creationId xmlns:a16="http://schemas.microsoft.com/office/drawing/2014/main" id="{DF2D2B85-EBAB-5E4A-461A-119E4AB46E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1824"/>
              <a:ext cx="35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i="1"/>
                <a:t> c</a:t>
              </a:r>
              <a:r>
                <a:rPr lang="en-US" altLang="zh-CN" i="1">
                  <a:sym typeface="Symbol" charset="2"/>
                </a:rPr>
                <a:t></a:t>
              </a:r>
            </a:p>
          </p:txBody>
        </p:sp>
        <p:grpSp>
          <p:nvGrpSpPr>
            <p:cNvPr id="8" name="Group 5">
              <a:extLst>
                <a:ext uri="{FF2B5EF4-FFF2-40B4-BE49-F238E27FC236}">
                  <a16:creationId xmlns:a16="http://schemas.microsoft.com/office/drawing/2014/main" id="{3169A858-D675-F243-D589-939C79E967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2" y="2144"/>
              <a:ext cx="511" cy="462"/>
              <a:chOff x="3012" y="1856"/>
              <a:chExt cx="511" cy="462"/>
            </a:xfrm>
          </p:grpSpPr>
          <p:sp>
            <p:nvSpPr>
              <p:cNvPr id="19" name="Text Box 6">
                <a:extLst>
                  <a:ext uri="{FF2B5EF4-FFF2-40B4-BE49-F238E27FC236}">
                    <a16:creationId xmlns:a16="http://schemas.microsoft.com/office/drawing/2014/main" id="{C97D50F3-2BEA-27FC-B146-C68B07B6EB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3012" y="1948"/>
                <a:ext cx="51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i="1" dirty="0"/>
                  <a:t>X</a:t>
                </a:r>
              </a:p>
            </p:txBody>
          </p:sp>
          <p:sp>
            <p:nvSpPr>
              <p:cNvPr id="20" name="Text Box 7">
                <a:extLst>
                  <a:ext uri="{FF2B5EF4-FFF2-40B4-BE49-F238E27FC236}">
                    <a16:creationId xmlns:a16="http://schemas.microsoft.com/office/drawing/2014/main" id="{536E7D77-BC34-B437-A996-85F0A879D9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8" y="1856"/>
                <a:ext cx="32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i="1" dirty="0"/>
                  <a:t>V</a:t>
                </a:r>
              </a:p>
            </p:txBody>
          </p:sp>
          <p:sp>
            <p:nvSpPr>
              <p:cNvPr id="21" name="Text Box 8">
                <a:extLst>
                  <a:ext uri="{FF2B5EF4-FFF2-40B4-BE49-F238E27FC236}">
                    <a16:creationId xmlns:a16="http://schemas.microsoft.com/office/drawing/2014/main" id="{AFEDC580-6B74-7B69-421D-6F464B6655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2" y="2030"/>
                <a:ext cx="32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i="1" dirty="0"/>
                  <a:t>H</a:t>
                </a:r>
              </a:p>
            </p:txBody>
          </p:sp>
        </p:grpSp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87C96EAE-D88A-AD1E-B94D-B9385DC365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864"/>
              <a:ext cx="57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i="1"/>
                <a:t>b</a:t>
              </a:r>
              <a:r>
                <a:rPr lang="en-US" altLang="zh-CN" i="1">
                  <a:sym typeface="Symbol" charset="2"/>
                </a:rPr>
                <a:t></a:t>
              </a:r>
              <a:endParaRPr lang="en-US" altLang="zh-CN" i="1"/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D7A36532-1D4E-F454-A637-2799014B21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304"/>
              <a:ext cx="57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i="1"/>
                <a:t>b</a:t>
              </a:r>
            </a:p>
          </p:txBody>
        </p: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86480822-F3B0-1BB0-F5A5-4D4372A455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73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i="1"/>
                <a:t> a</a:t>
              </a:r>
            </a:p>
          </p:txBody>
        </p:sp>
        <p:sp>
          <p:nvSpPr>
            <p:cNvPr id="12" name="Text Box 12">
              <a:extLst>
                <a:ext uri="{FF2B5EF4-FFF2-40B4-BE49-F238E27FC236}">
                  <a16:creationId xmlns:a16="http://schemas.microsoft.com/office/drawing/2014/main" id="{A3FC2AE6-E5B3-64AE-002E-C55CC6F75A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976"/>
              <a:ext cx="35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i="1"/>
                <a:t>c</a:t>
              </a:r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1E5D1550-A5DB-8102-1A47-9B5E872A45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8" y="2541"/>
              <a:ext cx="927" cy="600"/>
            </a:xfrm>
            <a:custGeom>
              <a:avLst/>
              <a:gdLst>
                <a:gd name="T0" fmla="*/ 0 w 927"/>
                <a:gd name="T1" fmla="*/ 318 h 600"/>
                <a:gd name="T2" fmla="*/ 660 w 927"/>
                <a:gd name="T3" fmla="*/ 0 h 600"/>
                <a:gd name="T4" fmla="*/ 927 w 927"/>
                <a:gd name="T5" fmla="*/ 600 h 600"/>
                <a:gd name="T6" fmla="*/ 0 w 927"/>
                <a:gd name="T7" fmla="*/ 31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27" h="600">
                  <a:moveTo>
                    <a:pt x="0" y="318"/>
                  </a:moveTo>
                  <a:lnTo>
                    <a:pt x="660" y="0"/>
                  </a:lnTo>
                  <a:lnTo>
                    <a:pt x="927" y="600"/>
                  </a:lnTo>
                  <a:lnTo>
                    <a:pt x="0" y="318"/>
                  </a:lnTo>
                  <a:close/>
                </a:path>
              </a:pathLst>
            </a:custGeom>
            <a:solidFill>
              <a:srgbClr val="CCFFCC"/>
            </a:solidFill>
            <a:ln w="38100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A2BA3CA-7EA6-8775-E153-2AFA90251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1" y="1137"/>
              <a:ext cx="918" cy="726"/>
            </a:xfrm>
            <a:custGeom>
              <a:avLst/>
              <a:gdLst>
                <a:gd name="T0" fmla="*/ 0 w 918"/>
                <a:gd name="T1" fmla="*/ 702 h 726"/>
                <a:gd name="T2" fmla="*/ 660 w 918"/>
                <a:gd name="T3" fmla="*/ 0 h 726"/>
                <a:gd name="T4" fmla="*/ 918 w 918"/>
                <a:gd name="T5" fmla="*/ 726 h 726"/>
                <a:gd name="T6" fmla="*/ 0 w 918"/>
                <a:gd name="T7" fmla="*/ 702 h 7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18" h="726">
                  <a:moveTo>
                    <a:pt x="0" y="702"/>
                  </a:moveTo>
                  <a:lnTo>
                    <a:pt x="660" y="0"/>
                  </a:lnTo>
                  <a:lnTo>
                    <a:pt x="918" y="726"/>
                  </a:lnTo>
                  <a:lnTo>
                    <a:pt x="0" y="702"/>
                  </a:lnTo>
                  <a:close/>
                </a:path>
              </a:pathLst>
            </a:custGeom>
            <a:solidFill>
              <a:srgbClr val="CCFFCC"/>
            </a:solidFill>
            <a:ln w="38100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8CDACF8-2BF5-9DB4-59DA-C4ABCB4E93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1" y="1836"/>
              <a:ext cx="6" cy="1017"/>
            </a:xfrm>
            <a:custGeom>
              <a:avLst/>
              <a:gdLst>
                <a:gd name="T0" fmla="*/ 6 w 6"/>
                <a:gd name="T1" fmla="*/ 0 h 1017"/>
                <a:gd name="T2" fmla="*/ 0 w 6"/>
                <a:gd name="T3" fmla="*/ 101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" h="1017">
                  <a:moveTo>
                    <a:pt x="6" y="0"/>
                  </a:moveTo>
                  <a:lnTo>
                    <a:pt x="0" y="101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F466C785-D746-67BA-61E3-9AA3EEAEC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8" y="1140"/>
              <a:ext cx="1" cy="1398"/>
            </a:xfrm>
            <a:custGeom>
              <a:avLst/>
              <a:gdLst>
                <a:gd name="T0" fmla="*/ 0 w 1"/>
                <a:gd name="T1" fmla="*/ 0 h 1398"/>
                <a:gd name="T2" fmla="*/ 0 w 1"/>
                <a:gd name="T3" fmla="*/ 1398 h 1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398">
                  <a:moveTo>
                    <a:pt x="0" y="0"/>
                  </a:moveTo>
                  <a:lnTo>
                    <a:pt x="0" y="139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A42DA16E-0BF4-BC8F-6728-29DF2A03F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6" y="1878"/>
              <a:ext cx="1" cy="1260"/>
            </a:xfrm>
            <a:custGeom>
              <a:avLst/>
              <a:gdLst>
                <a:gd name="T0" fmla="*/ 0 w 1"/>
                <a:gd name="T1" fmla="*/ 0 h 1260"/>
                <a:gd name="T2" fmla="*/ 0 w 1"/>
                <a:gd name="T3" fmla="*/ 1260 h 1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260">
                  <a:moveTo>
                    <a:pt x="0" y="0"/>
                  </a:moveTo>
                  <a:lnTo>
                    <a:pt x="0" y="126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19836CF7-DD6E-9805-9C5F-300643BAA8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352"/>
              <a:ext cx="14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2" name="Group 20">
            <a:extLst>
              <a:ext uri="{FF2B5EF4-FFF2-40B4-BE49-F238E27FC236}">
                <a16:creationId xmlns:a16="http://schemas.microsoft.com/office/drawing/2014/main" id="{4EDE6B35-06C6-2CD8-0B21-B1960A766D39}"/>
              </a:ext>
            </a:extLst>
          </p:cNvPr>
          <p:cNvGrpSpPr>
            <a:grpSpLocks/>
          </p:cNvGrpSpPr>
          <p:nvPr/>
        </p:nvGrpSpPr>
        <p:grpSpPr bwMode="auto">
          <a:xfrm>
            <a:off x="1413722" y="2064945"/>
            <a:ext cx="5715000" cy="4157663"/>
            <a:chOff x="-76" y="1584"/>
            <a:chExt cx="3600" cy="2619"/>
          </a:xfrm>
        </p:grpSpPr>
        <p:sp>
          <p:nvSpPr>
            <p:cNvPr id="23" name="Rectangle 21">
              <a:extLst>
                <a:ext uri="{FF2B5EF4-FFF2-40B4-BE49-F238E27FC236}">
                  <a16:creationId xmlns:a16="http://schemas.microsoft.com/office/drawing/2014/main" id="{46187BF1-8392-1E4D-BC2A-E28F8A2C45C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0" y="1584"/>
              <a:ext cx="2563" cy="15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FDDC9976-2B5E-C878-A672-AD0D991F3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" y="3165"/>
              <a:ext cx="3510" cy="954"/>
            </a:xfrm>
            <a:custGeom>
              <a:avLst/>
              <a:gdLst>
                <a:gd name="T0" fmla="*/ 2055 w 2816"/>
                <a:gd name="T1" fmla="*/ 0 h 1120"/>
                <a:gd name="T2" fmla="*/ 2816 w 2816"/>
                <a:gd name="T3" fmla="*/ 1120 h 1120"/>
                <a:gd name="T4" fmla="*/ 752 w 2816"/>
                <a:gd name="T5" fmla="*/ 1120 h 1120"/>
                <a:gd name="T6" fmla="*/ 0 w 2816"/>
                <a:gd name="T7" fmla="*/ 0 h 1120"/>
                <a:gd name="T8" fmla="*/ 2055 w 2816"/>
                <a:gd name="T9" fmla="*/ 0 h 1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16" h="1120">
                  <a:moveTo>
                    <a:pt x="2055" y="0"/>
                  </a:moveTo>
                  <a:lnTo>
                    <a:pt x="2816" y="1120"/>
                  </a:lnTo>
                  <a:lnTo>
                    <a:pt x="752" y="1120"/>
                  </a:lnTo>
                  <a:lnTo>
                    <a:pt x="0" y="0"/>
                  </a:lnTo>
                  <a:lnTo>
                    <a:pt x="2055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Text Box 23">
              <a:extLst>
                <a:ext uri="{FF2B5EF4-FFF2-40B4-BE49-F238E27FC236}">
                  <a16:creationId xmlns:a16="http://schemas.microsoft.com/office/drawing/2014/main" id="{D8980EDF-0B5E-ECB3-0B2C-075B6001CF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-76" y="1584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 V</a:t>
              </a:r>
            </a:p>
          </p:txBody>
        </p:sp>
        <p:sp>
          <p:nvSpPr>
            <p:cNvPr id="26" name="Text Box 24">
              <a:extLst>
                <a:ext uri="{FF2B5EF4-FFF2-40B4-BE49-F238E27FC236}">
                  <a16:creationId xmlns:a16="http://schemas.microsoft.com/office/drawing/2014/main" id="{F6491966-5E05-4960-D71D-D6D811FEA2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100" y="3915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H</a:t>
              </a:r>
            </a:p>
          </p:txBody>
        </p:sp>
        <p:sp>
          <p:nvSpPr>
            <p:cNvPr id="27" name="Text Box 25">
              <a:extLst>
                <a:ext uri="{FF2B5EF4-FFF2-40B4-BE49-F238E27FC236}">
                  <a16:creationId xmlns:a16="http://schemas.microsoft.com/office/drawing/2014/main" id="{6583ACA5-4A8C-FB24-C91E-A4B9331C79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76" y="2972"/>
              <a:ext cx="29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 X</a:t>
              </a:r>
            </a:p>
          </p:txBody>
        </p:sp>
      </p:grpSp>
      <p:sp>
        <p:nvSpPr>
          <p:cNvPr id="28" name="Freeform 26">
            <a:extLst>
              <a:ext uri="{FF2B5EF4-FFF2-40B4-BE49-F238E27FC236}">
                <a16:creationId xmlns:a16="http://schemas.microsoft.com/office/drawing/2014/main" id="{DB8DEC0A-4C7C-48F8-5934-F16F89E5639E}"/>
              </a:ext>
            </a:extLst>
          </p:cNvPr>
          <p:cNvSpPr>
            <a:spLocks/>
          </p:cNvSpPr>
          <p:nvPr/>
        </p:nvSpPr>
        <p:spPr bwMode="auto">
          <a:xfrm>
            <a:off x="2845191" y="2956184"/>
            <a:ext cx="1147763" cy="1176337"/>
          </a:xfrm>
          <a:custGeom>
            <a:avLst/>
            <a:gdLst>
              <a:gd name="T0" fmla="*/ 723 w 723"/>
              <a:gd name="T1" fmla="*/ 741 h 741"/>
              <a:gd name="T2" fmla="*/ 0 w 723"/>
              <a:gd name="T3" fmla="*/ 0 h 74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23" h="741">
                <a:moveTo>
                  <a:pt x="723" y="741"/>
                </a:moveTo>
                <a:lnTo>
                  <a:pt x="0" y="0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Text Box 27">
            <a:extLst>
              <a:ext uri="{FF2B5EF4-FFF2-40B4-BE49-F238E27FC236}">
                <a16:creationId xmlns:a16="http://schemas.microsoft.com/office/drawing/2014/main" id="{5774053E-59B4-142A-A8F0-852C48CE66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4014" y="5731133"/>
            <a:ext cx="555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/>
              <a:t>c</a:t>
            </a:r>
          </a:p>
        </p:txBody>
      </p:sp>
      <p:grpSp>
        <p:nvGrpSpPr>
          <p:cNvPr id="30" name="Group 28">
            <a:extLst>
              <a:ext uri="{FF2B5EF4-FFF2-40B4-BE49-F238E27FC236}">
                <a16:creationId xmlns:a16="http://schemas.microsoft.com/office/drawing/2014/main" id="{0424801E-F0C1-CED0-3E60-AE0FF613114E}"/>
              </a:ext>
            </a:extLst>
          </p:cNvPr>
          <p:cNvGrpSpPr>
            <a:grpSpLocks/>
          </p:cNvGrpSpPr>
          <p:nvPr/>
        </p:nvGrpSpPr>
        <p:grpSpPr bwMode="auto">
          <a:xfrm>
            <a:off x="1552966" y="2075121"/>
            <a:ext cx="3124200" cy="4038600"/>
            <a:chOff x="212" y="1584"/>
            <a:chExt cx="1968" cy="2544"/>
          </a:xfrm>
        </p:grpSpPr>
        <p:grpSp>
          <p:nvGrpSpPr>
            <p:cNvPr id="31" name="Group 29">
              <a:extLst>
                <a:ext uri="{FF2B5EF4-FFF2-40B4-BE49-F238E27FC236}">
                  <a16:creationId xmlns:a16="http://schemas.microsoft.com/office/drawing/2014/main" id="{0B58EB3B-C314-6B94-BFD7-44AF637B68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" y="1584"/>
              <a:ext cx="1968" cy="2544"/>
              <a:chOff x="212" y="1584"/>
              <a:chExt cx="1968" cy="2544"/>
            </a:xfrm>
          </p:grpSpPr>
          <p:sp>
            <p:nvSpPr>
              <p:cNvPr id="33" name="Line 30">
                <a:extLst>
                  <a:ext uri="{FF2B5EF4-FFF2-40B4-BE49-F238E27FC236}">
                    <a16:creationId xmlns:a16="http://schemas.microsoft.com/office/drawing/2014/main" id="{3BA62655-CDC4-5B68-D9EC-E4CC368C88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24" y="2304"/>
                <a:ext cx="864" cy="86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" name="Text Box 31">
                <a:extLst>
                  <a:ext uri="{FF2B5EF4-FFF2-40B4-BE49-F238E27FC236}">
                    <a16:creationId xmlns:a16="http://schemas.microsoft.com/office/drawing/2014/main" id="{66155F71-461D-E484-BE92-396D157E84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90" y="3368"/>
                <a:ext cx="57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i="1" dirty="0"/>
                  <a:t>b</a:t>
                </a:r>
              </a:p>
            </p:txBody>
          </p:sp>
          <p:sp>
            <p:nvSpPr>
              <p:cNvPr id="35" name="Line 32">
                <a:extLst>
                  <a:ext uri="{FF2B5EF4-FFF2-40B4-BE49-F238E27FC236}">
                    <a16:creationId xmlns:a16="http://schemas.microsoft.com/office/drawing/2014/main" id="{BFA07A2F-237F-4865-2071-AB0618F354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36" y="1824"/>
                <a:ext cx="480" cy="4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" name="Line 33">
                <a:extLst>
                  <a:ext uri="{FF2B5EF4-FFF2-40B4-BE49-F238E27FC236}">
                    <a16:creationId xmlns:a16="http://schemas.microsoft.com/office/drawing/2014/main" id="{E1E13E9A-A066-3ECC-D3B2-C837263B46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08" y="2208"/>
                <a:ext cx="768" cy="76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" name="Line 34">
                <a:extLst>
                  <a:ext uri="{FF2B5EF4-FFF2-40B4-BE49-F238E27FC236}">
                    <a16:creationId xmlns:a16="http://schemas.microsoft.com/office/drawing/2014/main" id="{3FDEA79F-C52A-326F-95ED-B5F81F8290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556" y="2736"/>
                <a:ext cx="432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" name="Line 35">
                <a:extLst>
                  <a:ext uri="{FF2B5EF4-FFF2-40B4-BE49-F238E27FC236}">
                    <a16:creationId xmlns:a16="http://schemas.microsoft.com/office/drawing/2014/main" id="{CD4C9204-4F14-8BDB-DCE9-4450C2A485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36" y="1824"/>
                <a:ext cx="0" cy="13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" name="Line 36">
                <a:extLst>
                  <a:ext uri="{FF2B5EF4-FFF2-40B4-BE49-F238E27FC236}">
                    <a16:creationId xmlns:a16="http://schemas.microsoft.com/office/drawing/2014/main" id="{D72CAA69-6FAF-4401-596A-BD8CA917E8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36" y="3168"/>
                <a:ext cx="480" cy="4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" name="Line 37">
                <a:extLst>
                  <a:ext uri="{FF2B5EF4-FFF2-40B4-BE49-F238E27FC236}">
                    <a16:creationId xmlns:a16="http://schemas.microsoft.com/office/drawing/2014/main" id="{6DF9290C-761E-3BF2-83D5-478AEC15CA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24" y="3168"/>
                <a:ext cx="864" cy="86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" name="Line 38">
                <a:extLst>
                  <a:ext uri="{FF2B5EF4-FFF2-40B4-BE49-F238E27FC236}">
                    <a16:creationId xmlns:a16="http://schemas.microsoft.com/office/drawing/2014/main" id="{C6F73148-6D22-FB9B-90DC-B9852F7F8C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88" y="3168"/>
                <a:ext cx="0" cy="86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" name="Line 39">
                <a:extLst>
                  <a:ext uri="{FF2B5EF4-FFF2-40B4-BE49-F238E27FC236}">
                    <a16:creationId xmlns:a16="http://schemas.microsoft.com/office/drawing/2014/main" id="{FC88200F-134C-0EBA-18D1-EBE9FE231F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8" y="2208"/>
                <a:ext cx="0" cy="96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" name="Line 40">
                <a:extLst>
                  <a:ext uri="{FF2B5EF4-FFF2-40B4-BE49-F238E27FC236}">
                    <a16:creationId xmlns:a16="http://schemas.microsoft.com/office/drawing/2014/main" id="{B5BBE820-4AB5-43D8-F37C-2194F2D255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20" y="2208"/>
                <a:ext cx="0" cy="13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" name="Line 41">
                <a:extLst>
                  <a:ext uri="{FF2B5EF4-FFF2-40B4-BE49-F238E27FC236}">
                    <a16:creationId xmlns:a16="http://schemas.microsoft.com/office/drawing/2014/main" id="{CCF1A741-AF43-2C88-9BAC-0FA33F7BB7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" y="3168"/>
                <a:ext cx="768" cy="72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" name="Freeform 42">
                <a:extLst>
                  <a:ext uri="{FF2B5EF4-FFF2-40B4-BE49-F238E27FC236}">
                    <a16:creationId xmlns:a16="http://schemas.microsoft.com/office/drawing/2014/main" id="{5C71F589-9EA3-C7F1-A38E-1E6F0B6A62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" y="1832"/>
                <a:ext cx="816" cy="472"/>
              </a:xfrm>
              <a:custGeom>
                <a:avLst/>
                <a:gdLst>
                  <a:gd name="T0" fmla="*/ 0 w 816"/>
                  <a:gd name="T1" fmla="*/ 368 h 472"/>
                  <a:gd name="T2" fmla="*/ 816 w 816"/>
                  <a:gd name="T3" fmla="*/ 472 h 472"/>
                  <a:gd name="T4" fmla="*/ 544 w 816"/>
                  <a:gd name="T5" fmla="*/ 0 h 472"/>
                  <a:gd name="T6" fmla="*/ 0 w 816"/>
                  <a:gd name="T7" fmla="*/ 368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16" h="472">
                    <a:moveTo>
                      <a:pt x="0" y="368"/>
                    </a:moveTo>
                    <a:lnTo>
                      <a:pt x="816" y="472"/>
                    </a:lnTo>
                    <a:lnTo>
                      <a:pt x="544" y="0"/>
                    </a:lnTo>
                    <a:lnTo>
                      <a:pt x="0" y="368"/>
                    </a:lnTo>
                    <a:close/>
                  </a:path>
                </a:pathLst>
              </a:custGeom>
              <a:solidFill>
                <a:srgbClr val="00FFFF"/>
              </a:solidFill>
              <a:ln w="28575" cmpd="sng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" name="Text Box 43">
                <a:extLst>
                  <a:ext uri="{FF2B5EF4-FFF2-40B4-BE49-F238E27FC236}">
                    <a16:creationId xmlns:a16="http://schemas.microsoft.com/office/drawing/2014/main" id="{5CCC3201-FC28-7D79-4C64-84412B34D0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2" y="1872"/>
                <a:ext cx="57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i="1"/>
                  <a:t>a</a:t>
                </a:r>
                <a:r>
                  <a:rPr lang="en-US" altLang="zh-CN" i="1">
                    <a:sym typeface="Symbol" charset="2"/>
                  </a:rPr>
                  <a:t></a:t>
                </a:r>
                <a:endParaRPr lang="en-US" altLang="zh-CN" i="1"/>
              </a:p>
            </p:txBody>
          </p:sp>
          <p:sp>
            <p:nvSpPr>
              <p:cNvPr id="47" name="Text Box 44">
                <a:extLst>
                  <a:ext uri="{FF2B5EF4-FFF2-40B4-BE49-F238E27FC236}">
                    <a16:creationId xmlns:a16="http://schemas.microsoft.com/office/drawing/2014/main" id="{01631E0D-F4A8-CCEC-B141-426750D28C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4" y="1584"/>
                <a:ext cx="57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i="1"/>
                  <a:t>  b</a:t>
                </a:r>
                <a:r>
                  <a:rPr lang="en-US" altLang="zh-CN" i="1">
                    <a:sym typeface="Symbol" charset="2"/>
                  </a:rPr>
                  <a:t></a:t>
                </a:r>
                <a:endParaRPr lang="en-US" altLang="zh-CN" i="1"/>
              </a:p>
            </p:txBody>
          </p:sp>
          <p:sp>
            <p:nvSpPr>
              <p:cNvPr id="48" name="Freeform 45">
                <a:extLst>
                  <a:ext uri="{FF2B5EF4-FFF2-40B4-BE49-F238E27FC236}">
                    <a16:creationId xmlns:a16="http://schemas.microsoft.com/office/drawing/2014/main" id="{A57A7699-47FF-A698-E907-6C35EA7775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6" y="3552"/>
                <a:ext cx="911" cy="474"/>
              </a:xfrm>
              <a:custGeom>
                <a:avLst/>
                <a:gdLst>
                  <a:gd name="T0" fmla="*/ 0 w 911"/>
                  <a:gd name="T1" fmla="*/ 336 h 474"/>
                  <a:gd name="T2" fmla="*/ 144 w 911"/>
                  <a:gd name="T3" fmla="*/ 0 h 474"/>
                  <a:gd name="T4" fmla="*/ 911 w 911"/>
                  <a:gd name="T5" fmla="*/ 474 h 474"/>
                  <a:gd name="T6" fmla="*/ 0 w 911"/>
                  <a:gd name="T7" fmla="*/ 336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11" h="474">
                    <a:moveTo>
                      <a:pt x="0" y="336"/>
                    </a:moveTo>
                    <a:lnTo>
                      <a:pt x="144" y="0"/>
                    </a:lnTo>
                    <a:lnTo>
                      <a:pt x="911" y="474"/>
                    </a:lnTo>
                    <a:lnTo>
                      <a:pt x="0" y="336"/>
                    </a:lnTo>
                    <a:close/>
                  </a:path>
                </a:pathLst>
              </a:custGeom>
              <a:solidFill>
                <a:srgbClr val="00FFFF"/>
              </a:solidFill>
              <a:ln w="38100" cmpd="sng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" name="Text Box 46">
                <a:extLst>
                  <a:ext uri="{FF2B5EF4-FFF2-40B4-BE49-F238E27FC236}">
                    <a16:creationId xmlns:a16="http://schemas.microsoft.com/office/drawing/2014/main" id="{3187E9CF-670A-67AA-B353-A896D011B1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48" y="3120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i="1"/>
                  <a:t>C</a:t>
                </a:r>
              </a:p>
            </p:txBody>
          </p:sp>
          <p:sp>
            <p:nvSpPr>
              <p:cNvPr id="50" name="Text Box 47">
                <a:extLst>
                  <a:ext uri="{FF2B5EF4-FFF2-40B4-BE49-F238E27FC236}">
                    <a16:creationId xmlns:a16="http://schemas.microsoft.com/office/drawing/2014/main" id="{B5CE66B6-BA8B-0B8D-31F4-980F7941BF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6" y="2880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i="1"/>
                  <a:t>A</a:t>
                </a:r>
              </a:p>
            </p:txBody>
          </p:sp>
          <p:sp>
            <p:nvSpPr>
              <p:cNvPr id="51" name="Line 48">
                <a:extLst>
                  <a:ext uri="{FF2B5EF4-FFF2-40B4-BE49-F238E27FC236}">
                    <a16:creationId xmlns:a16="http://schemas.microsoft.com/office/drawing/2014/main" id="{204E902D-1E1A-C6CF-541D-972400233C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24" y="2304"/>
                <a:ext cx="0" cy="86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" name="Text Box 49">
                <a:extLst>
                  <a:ext uri="{FF2B5EF4-FFF2-40B4-BE49-F238E27FC236}">
                    <a16:creationId xmlns:a16="http://schemas.microsoft.com/office/drawing/2014/main" id="{3F9330D8-15BF-BC43-6401-3DC269B376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6" y="2304"/>
                <a:ext cx="35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i="1"/>
                  <a:t> c</a:t>
                </a:r>
                <a:r>
                  <a:rPr lang="en-US" altLang="zh-CN" i="1">
                    <a:sym typeface="Symbol" charset="2"/>
                  </a:rPr>
                  <a:t></a:t>
                </a:r>
              </a:p>
            </p:txBody>
          </p:sp>
          <p:sp>
            <p:nvSpPr>
              <p:cNvPr id="53" name="Text Box 50">
                <a:extLst>
                  <a:ext uri="{FF2B5EF4-FFF2-40B4-BE49-F238E27FC236}">
                    <a16:creationId xmlns:a16="http://schemas.microsoft.com/office/drawing/2014/main" id="{8166CB21-92A4-D7D7-3E09-E3226D6F35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72" y="1920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i="1"/>
                  <a:t>B</a:t>
                </a:r>
              </a:p>
            </p:txBody>
          </p:sp>
          <p:sp>
            <p:nvSpPr>
              <p:cNvPr id="54" name="Text Box 51">
                <a:extLst>
                  <a:ext uri="{FF2B5EF4-FFF2-40B4-BE49-F238E27FC236}">
                    <a16:creationId xmlns:a16="http://schemas.microsoft.com/office/drawing/2014/main" id="{A612AE93-7E96-5247-9D31-00C7AED444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80" y="3840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i="1" dirty="0"/>
                  <a:t>a</a:t>
                </a:r>
              </a:p>
            </p:txBody>
          </p:sp>
        </p:grpSp>
        <p:sp>
          <p:nvSpPr>
            <p:cNvPr id="32" name="Freeform 52">
              <a:extLst>
                <a:ext uri="{FF2B5EF4-FFF2-40B4-BE49-F238E27FC236}">
                  <a16:creationId xmlns:a16="http://schemas.microsoft.com/office/drawing/2014/main" id="{0DA22EBD-46C0-2AFF-F258-51BC1E43F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0" y="2192"/>
              <a:ext cx="936" cy="984"/>
            </a:xfrm>
            <a:custGeom>
              <a:avLst/>
              <a:gdLst>
                <a:gd name="T0" fmla="*/ 0 w 936"/>
                <a:gd name="T1" fmla="*/ 776 h 984"/>
                <a:gd name="T2" fmla="*/ 936 w 936"/>
                <a:gd name="T3" fmla="*/ 984 h 984"/>
                <a:gd name="T4" fmla="*/ 168 w 936"/>
                <a:gd name="T5" fmla="*/ 0 h 984"/>
                <a:gd name="T6" fmla="*/ 0 w 936"/>
                <a:gd name="T7" fmla="*/ 776 h 9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36" h="984">
                  <a:moveTo>
                    <a:pt x="0" y="776"/>
                  </a:moveTo>
                  <a:lnTo>
                    <a:pt x="936" y="984"/>
                  </a:lnTo>
                  <a:lnTo>
                    <a:pt x="168" y="0"/>
                  </a:lnTo>
                  <a:lnTo>
                    <a:pt x="0" y="776"/>
                  </a:lnTo>
                  <a:close/>
                </a:path>
              </a:pathLst>
            </a:custGeom>
            <a:solidFill>
              <a:srgbClr val="FFCCFF"/>
            </a:solidFill>
            <a:ln w="28575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5" name="Group 53">
            <a:extLst>
              <a:ext uri="{FF2B5EF4-FFF2-40B4-BE49-F238E27FC236}">
                <a16:creationId xmlns:a16="http://schemas.microsoft.com/office/drawing/2014/main" id="{17C2D7E3-BA02-7FEA-03BB-ACAC0B35EB2C}"/>
              </a:ext>
            </a:extLst>
          </p:cNvPr>
          <p:cNvGrpSpPr>
            <a:grpSpLocks/>
          </p:cNvGrpSpPr>
          <p:nvPr/>
        </p:nvGrpSpPr>
        <p:grpSpPr bwMode="auto">
          <a:xfrm>
            <a:off x="1705366" y="2608521"/>
            <a:ext cx="2765425" cy="3124200"/>
            <a:chOff x="308" y="1920"/>
            <a:chExt cx="1742" cy="1968"/>
          </a:xfrm>
        </p:grpSpPr>
        <p:sp>
          <p:nvSpPr>
            <p:cNvPr id="56" name="Text Box 54">
              <a:extLst>
                <a:ext uri="{FF2B5EF4-FFF2-40B4-BE49-F238E27FC236}">
                  <a16:creationId xmlns:a16="http://schemas.microsoft.com/office/drawing/2014/main" id="{5AF422B8-19A7-9131-BB0E-12AB16841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0" y="3600"/>
              <a:ext cx="35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i="1"/>
                <a:t> d</a:t>
              </a:r>
            </a:p>
          </p:txBody>
        </p:sp>
        <p:sp>
          <p:nvSpPr>
            <p:cNvPr id="57" name="Text Box 55">
              <a:extLst>
                <a:ext uri="{FF2B5EF4-FFF2-40B4-BE49-F238E27FC236}">
                  <a16:creationId xmlns:a16="http://schemas.microsoft.com/office/drawing/2014/main" id="{7FD2603D-27CA-CD14-30BD-0D61547AC3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0" y="1920"/>
              <a:ext cx="35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i="1"/>
                <a:t>d</a:t>
              </a:r>
              <a:r>
                <a:rPr lang="en-US" altLang="zh-CN" i="1">
                  <a:sym typeface="Symbol" charset="2"/>
                </a:rPr>
                <a:t></a:t>
              </a:r>
              <a:endParaRPr lang="en-US" altLang="zh-CN" i="1"/>
            </a:p>
          </p:txBody>
        </p:sp>
        <p:sp>
          <p:nvSpPr>
            <p:cNvPr id="58" name="Text Box 56">
              <a:extLst>
                <a:ext uri="{FF2B5EF4-FFF2-40B4-BE49-F238E27FC236}">
                  <a16:creationId xmlns:a16="http://schemas.microsoft.com/office/drawing/2014/main" id="{E8FB0A6B-B610-B414-142D-696177554D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0" y="2640"/>
              <a:ext cx="35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i="1"/>
                <a:t>D</a:t>
              </a:r>
            </a:p>
          </p:txBody>
        </p:sp>
        <p:grpSp>
          <p:nvGrpSpPr>
            <p:cNvPr id="59" name="Group 57">
              <a:extLst>
                <a:ext uri="{FF2B5EF4-FFF2-40B4-BE49-F238E27FC236}">
                  <a16:creationId xmlns:a16="http://schemas.microsoft.com/office/drawing/2014/main" id="{7AAE0680-E384-6215-A95A-B3C6A814AA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8" y="2144"/>
              <a:ext cx="1444" cy="1744"/>
              <a:chOff x="308" y="2144"/>
              <a:chExt cx="1444" cy="1744"/>
            </a:xfrm>
          </p:grpSpPr>
          <p:sp>
            <p:nvSpPr>
              <p:cNvPr id="60" name="Line 58">
                <a:extLst>
                  <a:ext uri="{FF2B5EF4-FFF2-40B4-BE49-F238E27FC236}">
                    <a16:creationId xmlns:a16="http://schemas.microsoft.com/office/drawing/2014/main" id="{92FC1E92-6738-A617-967B-ED461E1931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76" y="2976"/>
                <a:ext cx="0" cy="91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" name="Line 59">
                <a:extLst>
                  <a:ext uri="{FF2B5EF4-FFF2-40B4-BE49-F238E27FC236}">
                    <a16:creationId xmlns:a16="http://schemas.microsoft.com/office/drawing/2014/main" id="{D397A976-3FA2-86AE-CCD9-3CF0B56C0B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8" y="2880"/>
                <a:ext cx="0" cy="100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" name="Line 60">
                <a:extLst>
                  <a:ext uri="{FF2B5EF4-FFF2-40B4-BE49-F238E27FC236}">
                    <a16:creationId xmlns:a16="http://schemas.microsoft.com/office/drawing/2014/main" id="{4668CCB9-E6D1-05FE-D81C-157DC06638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76" y="3888"/>
                <a:ext cx="672" cy="0"/>
              </a:xfrm>
              <a:prstGeom prst="line">
                <a:avLst/>
              </a:prstGeom>
              <a:noFill/>
              <a:ln w="19050">
                <a:solidFill>
                  <a:srgbClr val="66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" name="Freeform 61">
                <a:extLst>
                  <a:ext uri="{FF2B5EF4-FFF2-40B4-BE49-F238E27FC236}">
                    <a16:creationId xmlns:a16="http://schemas.microsoft.com/office/drawing/2014/main" id="{EDDDCDC7-92FD-08C9-7C1B-CB027B8ADF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0" y="2880"/>
                <a:ext cx="692" cy="84"/>
              </a:xfrm>
              <a:custGeom>
                <a:avLst/>
                <a:gdLst>
                  <a:gd name="T0" fmla="*/ 0 w 692"/>
                  <a:gd name="T1" fmla="*/ 84 h 84"/>
                  <a:gd name="T2" fmla="*/ 692 w 692"/>
                  <a:gd name="T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92" h="84">
                    <a:moveTo>
                      <a:pt x="0" y="84"/>
                    </a:moveTo>
                    <a:lnTo>
                      <a:pt x="692" y="0"/>
                    </a:lnTo>
                  </a:path>
                </a:pathLst>
              </a:custGeom>
              <a:noFill/>
              <a:ln w="19050" cmpd="sng">
                <a:solidFill>
                  <a:schemeClr val="accent2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" name="Freeform 62">
                <a:extLst>
                  <a:ext uri="{FF2B5EF4-FFF2-40B4-BE49-F238E27FC236}">
                    <a16:creationId xmlns:a16="http://schemas.microsoft.com/office/drawing/2014/main" id="{D0BB4CE6-CF5A-8E33-643B-0C5E3DE030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" y="2144"/>
                <a:ext cx="724" cy="56"/>
              </a:xfrm>
              <a:custGeom>
                <a:avLst/>
                <a:gdLst>
                  <a:gd name="T0" fmla="*/ 0 w 724"/>
                  <a:gd name="T1" fmla="*/ 56 h 56"/>
                  <a:gd name="T2" fmla="*/ 724 w 724"/>
                  <a:gd name="T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4" h="56">
                    <a:moveTo>
                      <a:pt x="0" y="56"/>
                    </a:moveTo>
                    <a:lnTo>
                      <a:pt x="724" y="0"/>
                    </a:lnTo>
                  </a:path>
                </a:pathLst>
              </a:custGeom>
              <a:noFill/>
              <a:ln w="19050" cmpd="sng">
                <a:solidFill>
                  <a:schemeClr val="accent2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65" name="Group 63">
            <a:extLst>
              <a:ext uri="{FF2B5EF4-FFF2-40B4-BE49-F238E27FC236}">
                <a16:creationId xmlns:a16="http://schemas.microsoft.com/office/drawing/2014/main" id="{05014F46-B65E-158D-7FD2-6F5C9B316BB5}"/>
              </a:ext>
            </a:extLst>
          </p:cNvPr>
          <p:cNvGrpSpPr>
            <a:grpSpLocks/>
          </p:cNvGrpSpPr>
          <p:nvPr/>
        </p:nvGrpSpPr>
        <p:grpSpPr bwMode="auto">
          <a:xfrm>
            <a:off x="3686566" y="1617921"/>
            <a:ext cx="3094038" cy="3962400"/>
            <a:chOff x="1556" y="1296"/>
            <a:chExt cx="1949" cy="2496"/>
          </a:xfrm>
        </p:grpSpPr>
        <p:sp>
          <p:nvSpPr>
            <p:cNvPr id="66" name="Text Box 64">
              <a:extLst>
                <a:ext uri="{FF2B5EF4-FFF2-40B4-BE49-F238E27FC236}">
                  <a16:creationId xmlns:a16="http://schemas.microsoft.com/office/drawing/2014/main" id="{225DC460-D892-EE2A-69EB-BC1F9D546F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4610978">
              <a:off x="1460" y="1392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33CC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X</a:t>
              </a:r>
              <a:r>
                <a:rPr lang="en-US" altLang="zh-CN" i="1" baseline="-25000"/>
                <a:t>1</a:t>
              </a:r>
              <a:endParaRPr lang="en-US" altLang="zh-CN" i="1"/>
            </a:p>
          </p:txBody>
        </p:sp>
        <p:grpSp>
          <p:nvGrpSpPr>
            <p:cNvPr id="67" name="Group 65">
              <a:extLst>
                <a:ext uri="{FF2B5EF4-FFF2-40B4-BE49-F238E27FC236}">
                  <a16:creationId xmlns:a16="http://schemas.microsoft.com/office/drawing/2014/main" id="{C35E6B5B-572E-346A-499E-9167B9AD46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0" y="1536"/>
              <a:ext cx="1805" cy="2256"/>
              <a:chOff x="1700" y="1536"/>
              <a:chExt cx="1805" cy="2256"/>
            </a:xfrm>
          </p:grpSpPr>
          <p:sp>
            <p:nvSpPr>
              <p:cNvPr id="68" name="Freeform 66">
                <a:extLst>
                  <a:ext uri="{FF2B5EF4-FFF2-40B4-BE49-F238E27FC236}">
                    <a16:creationId xmlns:a16="http://schemas.microsoft.com/office/drawing/2014/main" id="{B9395729-3BBE-B164-EFD6-3A9913723F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0" y="1536"/>
                <a:ext cx="1805" cy="2256"/>
              </a:xfrm>
              <a:custGeom>
                <a:avLst/>
                <a:gdLst>
                  <a:gd name="T0" fmla="*/ 0 w 1728"/>
                  <a:gd name="T1" fmla="*/ 0 h 2832"/>
                  <a:gd name="T2" fmla="*/ 384 w 1728"/>
                  <a:gd name="T3" fmla="*/ 1440 h 2832"/>
                  <a:gd name="T4" fmla="*/ 1728 w 1728"/>
                  <a:gd name="T5" fmla="*/ 2832 h 2832"/>
                  <a:gd name="T6" fmla="*/ 1352 w 1728"/>
                  <a:gd name="T7" fmla="*/ 1384 h 2832"/>
                  <a:gd name="T8" fmla="*/ 0 w 1728"/>
                  <a:gd name="T9" fmla="*/ 0 h 28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28" h="2832">
                    <a:moveTo>
                      <a:pt x="0" y="0"/>
                    </a:moveTo>
                    <a:lnTo>
                      <a:pt x="384" y="1440"/>
                    </a:lnTo>
                    <a:lnTo>
                      <a:pt x="1728" y="2832"/>
                    </a:lnTo>
                    <a:lnTo>
                      <a:pt x="1352" y="13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" name="Text Box 67">
                <a:extLst>
                  <a:ext uri="{FF2B5EF4-FFF2-40B4-BE49-F238E27FC236}">
                    <a16:creationId xmlns:a16="http://schemas.microsoft.com/office/drawing/2014/main" id="{99BC9D87-9312-6140-FA6C-6BC7CB7E74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2832" y="2544"/>
                <a:ext cx="60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CC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i="1"/>
                  <a:t>H</a:t>
                </a:r>
                <a:r>
                  <a:rPr lang="en-US" altLang="zh-CN" i="1" baseline="-25000"/>
                  <a:t>1</a:t>
                </a:r>
                <a:endParaRPr lang="en-US" altLang="zh-CN" i="1"/>
              </a:p>
            </p:txBody>
          </p:sp>
        </p:grpSp>
      </p:grpSp>
      <p:grpSp>
        <p:nvGrpSpPr>
          <p:cNvPr id="70" name="Group 68">
            <a:extLst>
              <a:ext uri="{FF2B5EF4-FFF2-40B4-BE49-F238E27FC236}">
                <a16:creationId xmlns:a16="http://schemas.microsoft.com/office/drawing/2014/main" id="{C5A4E07B-3674-2471-CDEF-08D05735F2D9}"/>
              </a:ext>
            </a:extLst>
          </p:cNvPr>
          <p:cNvGrpSpPr>
            <a:grpSpLocks/>
          </p:cNvGrpSpPr>
          <p:nvPr/>
        </p:nvGrpSpPr>
        <p:grpSpPr bwMode="auto">
          <a:xfrm>
            <a:off x="1705366" y="2303721"/>
            <a:ext cx="4822825" cy="2438400"/>
            <a:chOff x="308" y="1728"/>
            <a:chExt cx="3038" cy="1536"/>
          </a:xfrm>
        </p:grpSpPr>
        <p:sp>
          <p:nvSpPr>
            <p:cNvPr id="71" name="Line 69">
              <a:extLst>
                <a:ext uri="{FF2B5EF4-FFF2-40B4-BE49-F238E27FC236}">
                  <a16:creationId xmlns:a16="http://schemas.microsoft.com/office/drawing/2014/main" id="{B06CFE89-0C42-BA4E-0E06-C0A33B29C6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8" y="1728"/>
              <a:ext cx="480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" name="Line 70">
              <a:extLst>
                <a:ext uri="{FF2B5EF4-FFF2-40B4-BE49-F238E27FC236}">
                  <a16:creationId xmlns:a16="http://schemas.microsoft.com/office/drawing/2014/main" id="{99F78B20-BC63-F78E-4CCD-8004CC22EA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2" y="2064"/>
              <a:ext cx="912" cy="7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3" name="Group 71">
              <a:extLst>
                <a:ext uri="{FF2B5EF4-FFF2-40B4-BE49-F238E27FC236}">
                  <a16:creationId xmlns:a16="http://schemas.microsoft.com/office/drawing/2014/main" id="{B4B1CF48-5609-EFC9-F56B-0F78B3CDD6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8" y="1728"/>
              <a:ext cx="3038" cy="1536"/>
              <a:chOff x="308" y="1728"/>
              <a:chExt cx="3038" cy="1536"/>
            </a:xfrm>
          </p:grpSpPr>
          <p:sp>
            <p:nvSpPr>
              <p:cNvPr id="74" name="Text Box 72">
                <a:extLst>
                  <a:ext uri="{FF2B5EF4-FFF2-40B4-BE49-F238E27FC236}">
                    <a16:creationId xmlns:a16="http://schemas.microsoft.com/office/drawing/2014/main" id="{2263886C-F260-1845-A67E-7079CE5B8C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12" y="2736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i="1"/>
                  <a:t>a</a:t>
                </a:r>
                <a:r>
                  <a:rPr lang="en-US" altLang="zh-CN" i="1" baseline="-25000"/>
                  <a:t>1</a:t>
                </a:r>
                <a:endParaRPr lang="en-US" altLang="zh-CN" i="1"/>
              </a:p>
            </p:txBody>
          </p:sp>
          <p:sp>
            <p:nvSpPr>
              <p:cNvPr id="75" name="Line 73">
                <a:extLst>
                  <a:ext uri="{FF2B5EF4-FFF2-40B4-BE49-F238E27FC236}">
                    <a16:creationId xmlns:a16="http://schemas.microsoft.com/office/drawing/2014/main" id="{2BD96F9D-9AC6-50D6-86D6-102F0B555B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6" y="1728"/>
                <a:ext cx="912" cy="9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" name="Line 74">
                <a:extLst>
                  <a:ext uri="{FF2B5EF4-FFF2-40B4-BE49-F238E27FC236}">
                    <a16:creationId xmlns:a16="http://schemas.microsoft.com/office/drawing/2014/main" id="{0C1790F0-CED8-5E37-6804-71B98B59F2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76" y="2774"/>
                <a:ext cx="1728" cy="182"/>
              </a:xfrm>
              <a:prstGeom prst="line">
                <a:avLst/>
              </a:prstGeom>
              <a:noFill/>
              <a:ln w="19050">
                <a:solidFill>
                  <a:srgbClr val="66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" name="Line 75">
                <a:extLst>
                  <a:ext uri="{FF2B5EF4-FFF2-40B4-BE49-F238E27FC236}">
                    <a16:creationId xmlns:a16="http://schemas.microsoft.com/office/drawing/2014/main" id="{DDBD7322-32FB-E8F5-8EF2-790585A94D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88" y="3072"/>
                <a:ext cx="1056" cy="9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" name="Line 76">
                <a:extLst>
                  <a:ext uri="{FF2B5EF4-FFF2-40B4-BE49-F238E27FC236}">
                    <a16:creationId xmlns:a16="http://schemas.microsoft.com/office/drawing/2014/main" id="{5B25F5D9-117C-6FED-82D7-5DBD1D702D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20" y="2102"/>
                <a:ext cx="1008" cy="10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9" name="Line 77">
                <a:extLst>
                  <a:ext uri="{FF2B5EF4-FFF2-40B4-BE49-F238E27FC236}">
                    <a16:creationId xmlns:a16="http://schemas.microsoft.com/office/drawing/2014/main" id="{47BA216B-6B99-0784-6CFB-9C6687427D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8" y="2064"/>
                <a:ext cx="1584" cy="144"/>
              </a:xfrm>
              <a:prstGeom prst="line">
                <a:avLst/>
              </a:prstGeom>
              <a:noFill/>
              <a:ln w="19050">
                <a:solidFill>
                  <a:srgbClr val="66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" name="Freeform 78">
                <a:extLst>
                  <a:ext uri="{FF2B5EF4-FFF2-40B4-BE49-F238E27FC236}">
                    <a16:creationId xmlns:a16="http://schemas.microsoft.com/office/drawing/2014/main" id="{9EF734CC-D73A-35A1-5526-F492B7C21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6" y="2090"/>
                <a:ext cx="855" cy="982"/>
              </a:xfrm>
              <a:custGeom>
                <a:avLst/>
                <a:gdLst>
                  <a:gd name="T0" fmla="*/ 0 w 855"/>
                  <a:gd name="T1" fmla="*/ 0 h 982"/>
                  <a:gd name="T2" fmla="*/ 855 w 855"/>
                  <a:gd name="T3" fmla="*/ 982 h 9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855" h="982">
                    <a:moveTo>
                      <a:pt x="0" y="0"/>
                    </a:moveTo>
                    <a:lnTo>
                      <a:pt x="855" y="982"/>
                    </a:lnTo>
                  </a:path>
                </a:pathLst>
              </a:custGeom>
              <a:noFill/>
              <a:ln w="57150" cmpd="sng">
                <a:solidFill>
                  <a:schemeClr val="accent2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1" name="Text Box 79">
                <a:extLst>
                  <a:ext uri="{FF2B5EF4-FFF2-40B4-BE49-F238E27FC236}">
                    <a16:creationId xmlns:a16="http://schemas.microsoft.com/office/drawing/2014/main" id="{6814AFD0-603E-518E-3C39-CCB3BA74FF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6" y="2976"/>
                <a:ext cx="35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i="1"/>
                  <a:t>c</a:t>
                </a:r>
                <a:r>
                  <a:rPr lang="en-US" altLang="zh-CN" i="1" baseline="-25000"/>
                  <a:t>1</a:t>
                </a:r>
                <a:endParaRPr lang="en-US" altLang="zh-CN" i="1"/>
              </a:p>
            </p:txBody>
          </p:sp>
          <p:sp>
            <p:nvSpPr>
              <p:cNvPr id="82" name="Text Box 80">
                <a:extLst>
                  <a:ext uri="{FF2B5EF4-FFF2-40B4-BE49-F238E27FC236}">
                    <a16:creationId xmlns:a16="http://schemas.microsoft.com/office/drawing/2014/main" id="{4269FB89-5F38-591D-5AD6-D9C44E180B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06" y="1881"/>
                <a:ext cx="57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i="1" dirty="0"/>
                  <a:t>b</a:t>
                </a:r>
                <a:r>
                  <a:rPr lang="en-US" altLang="zh-CN" i="1" baseline="-25000" dirty="0"/>
                  <a:t>1</a:t>
                </a:r>
                <a:endParaRPr lang="en-US" altLang="zh-CN" i="1" dirty="0"/>
              </a:p>
            </p:txBody>
          </p:sp>
          <p:sp>
            <p:nvSpPr>
              <p:cNvPr id="83" name="Text Box 81">
                <a:extLst>
                  <a:ext uri="{FF2B5EF4-FFF2-40B4-BE49-F238E27FC236}">
                    <a16:creationId xmlns:a16="http://schemas.microsoft.com/office/drawing/2014/main" id="{D56AEB03-ADA3-42B5-651E-6580DD1E6F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2496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i="1"/>
                  <a:t> d</a:t>
                </a:r>
                <a:r>
                  <a:rPr lang="en-US" altLang="zh-CN" i="1" baseline="-25000"/>
                  <a:t>1</a:t>
                </a:r>
                <a:endParaRPr lang="en-US" altLang="zh-CN" i="1"/>
              </a:p>
            </p:txBody>
          </p:sp>
        </p:grpSp>
      </p:grpSp>
      <p:grpSp>
        <p:nvGrpSpPr>
          <p:cNvPr id="84" name="Group 82">
            <a:extLst>
              <a:ext uri="{FF2B5EF4-FFF2-40B4-BE49-F238E27FC236}">
                <a16:creationId xmlns:a16="http://schemas.microsoft.com/office/drawing/2014/main" id="{E32DE78E-6523-BF5C-E627-6D2B9776EB79}"/>
              </a:ext>
            </a:extLst>
          </p:cNvPr>
          <p:cNvGrpSpPr>
            <a:grpSpLocks/>
          </p:cNvGrpSpPr>
          <p:nvPr/>
        </p:nvGrpSpPr>
        <p:grpSpPr bwMode="auto">
          <a:xfrm>
            <a:off x="4721616" y="2913321"/>
            <a:ext cx="536575" cy="914400"/>
            <a:chOff x="2284" y="2112"/>
            <a:chExt cx="338" cy="576"/>
          </a:xfrm>
        </p:grpSpPr>
        <p:sp>
          <p:nvSpPr>
            <p:cNvPr id="85" name="Freeform 83">
              <a:extLst>
                <a:ext uri="{FF2B5EF4-FFF2-40B4-BE49-F238E27FC236}">
                  <a16:creationId xmlns:a16="http://schemas.microsoft.com/office/drawing/2014/main" id="{D196C428-F872-B7F4-442F-B54467325A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7" y="2256"/>
              <a:ext cx="81" cy="42"/>
            </a:xfrm>
            <a:custGeom>
              <a:avLst/>
              <a:gdLst>
                <a:gd name="T0" fmla="*/ 0 w 81"/>
                <a:gd name="T1" fmla="*/ 42 h 42"/>
                <a:gd name="T2" fmla="*/ 36 w 81"/>
                <a:gd name="T3" fmla="*/ 27 h 42"/>
                <a:gd name="T4" fmla="*/ 81 w 81"/>
                <a:gd name="T5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1" h="42">
                  <a:moveTo>
                    <a:pt x="0" y="42"/>
                  </a:moveTo>
                  <a:lnTo>
                    <a:pt x="36" y="27"/>
                  </a:lnTo>
                  <a:lnTo>
                    <a:pt x="8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86" name="Group 84">
              <a:extLst>
                <a:ext uri="{FF2B5EF4-FFF2-40B4-BE49-F238E27FC236}">
                  <a16:creationId xmlns:a16="http://schemas.microsoft.com/office/drawing/2014/main" id="{427CD9FF-EEB1-3545-1AE1-77302956B8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4" y="2112"/>
              <a:ext cx="338" cy="576"/>
              <a:chOff x="2284" y="2112"/>
              <a:chExt cx="338" cy="576"/>
            </a:xfrm>
          </p:grpSpPr>
          <p:sp>
            <p:nvSpPr>
              <p:cNvPr id="87" name="Line 85">
                <a:extLst>
                  <a:ext uri="{FF2B5EF4-FFF2-40B4-BE49-F238E27FC236}">
                    <a16:creationId xmlns:a16="http://schemas.microsoft.com/office/drawing/2014/main" id="{1031979B-8102-DAC0-5FFE-2E69B32631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84" y="2112"/>
                <a:ext cx="192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" name="Text Box 86">
                <a:extLst>
                  <a:ext uri="{FF2B5EF4-FFF2-40B4-BE49-F238E27FC236}">
                    <a16:creationId xmlns:a16="http://schemas.microsoft.com/office/drawing/2014/main" id="{D9BEA69F-7885-4BDA-CBEA-03AE6524E6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9136711">
                <a:off x="2334" y="2243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i="1" dirty="0">
                    <a:sym typeface="Symbol" charset="2"/>
                  </a:rPr>
                  <a:t></a:t>
                </a:r>
              </a:p>
            </p:txBody>
          </p:sp>
        </p:grpSp>
      </p:grpSp>
      <p:grpSp>
        <p:nvGrpSpPr>
          <p:cNvPr id="89" name="Group 87">
            <a:extLst>
              <a:ext uri="{FF2B5EF4-FFF2-40B4-BE49-F238E27FC236}">
                <a16:creationId xmlns:a16="http://schemas.microsoft.com/office/drawing/2014/main" id="{0FEC0BF9-06D1-BC22-4C01-8E7B6DEDB474}"/>
              </a:ext>
            </a:extLst>
          </p:cNvPr>
          <p:cNvGrpSpPr>
            <a:grpSpLocks/>
          </p:cNvGrpSpPr>
          <p:nvPr/>
        </p:nvGrpSpPr>
        <p:grpSpPr bwMode="auto">
          <a:xfrm>
            <a:off x="8294731" y="2688688"/>
            <a:ext cx="774700" cy="2189163"/>
            <a:chOff x="4197" y="1474"/>
            <a:chExt cx="488" cy="1379"/>
          </a:xfrm>
        </p:grpSpPr>
        <p:sp>
          <p:nvSpPr>
            <p:cNvPr id="90" name="Text Box 88">
              <a:extLst>
                <a:ext uri="{FF2B5EF4-FFF2-40B4-BE49-F238E27FC236}">
                  <a16:creationId xmlns:a16="http://schemas.microsoft.com/office/drawing/2014/main" id="{A48BAB43-D6A9-2203-4D39-684E5F9759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1573881">
              <a:off x="4205" y="1474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i="1"/>
                <a:t> d</a:t>
              </a:r>
              <a:r>
                <a:rPr lang="en-US" altLang="zh-CN" i="1">
                  <a:sym typeface="Symbol" charset="2"/>
                </a:rPr>
                <a:t></a:t>
              </a:r>
              <a:endParaRPr lang="en-US" altLang="zh-CN" i="1"/>
            </a:p>
          </p:txBody>
        </p:sp>
        <p:sp>
          <p:nvSpPr>
            <p:cNvPr id="91" name="Freeform 89">
              <a:extLst>
                <a:ext uri="{FF2B5EF4-FFF2-40B4-BE49-F238E27FC236}">
                  <a16:creationId xmlns:a16="http://schemas.microsoft.com/office/drawing/2014/main" id="{1A44401A-12B0-B69C-5E4B-4774D83C92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7" y="1524"/>
              <a:ext cx="1" cy="1329"/>
            </a:xfrm>
            <a:custGeom>
              <a:avLst/>
              <a:gdLst>
                <a:gd name="T0" fmla="*/ 0 w 1"/>
                <a:gd name="T1" fmla="*/ 0 h 1329"/>
                <a:gd name="T2" fmla="*/ 0 w 1"/>
                <a:gd name="T3" fmla="*/ 1329 h 1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329">
                  <a:moveTo>
                    <a:pt x="0" y="0"/>
                  </a:moveTo>
                  <a:lnTo>
                    <a:pt x="0" y="1329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2" name="Group 90">
            <a:extLst>
              <a:ext uri="{FF2B5EF4-FFF2-40B4-BE49-F238E27FC236}">
                <a16:creationId xmlns:a16="http://schemas.microsoft.com/office/drawing/2014/main" id="{57DFD87A-BC1B-8A3A-3D8F-1818480DAE86}"/>
              </a:ext>
            </a:extLst>
          </p:cNvPr>
          <p:cNvGrpSpPr>
            <a:grpSpLocks/>
          </p:cNvGrpSpPr>
          <p:nvPr/>
        </p:nvGrpSpPr>
        <p:grpSpPr bwMode="auto">
          <a:xfrm>
            <a:off x="7951833" y="1031339"/>
            <a:ext cx="1166813" cy="2289175"/>
            <a:chOff x="3981" y="430"/>
            <a:chExt cx="735" cy="1442"/>
          </a:xfrm>
        </p:grpSpPr>
        <p:grpSp>
          <p:nvGrpSpPr>
            <p:cNvPr id="93" name="Group 91">
              <a:extLst>
                <a:ext uri="{FF2B5EF4-FFF2-40B4-BE49-F238E27FC236}">
                  <a16:creationId xmlns:a16="http://schemas.microsoft.com/office/drawing/2014/main" id="{81168CF1-DE04-F631-1327-8ADDC43A9BE2}"/>
                </a:ext>
              </a:extLst>
            </p:cNvPr>
            <p:cNvGrpSpPr>
              <a:grpSpLocks/>
            </p:cNvGrpSpPr>
            <p:nvPr/>
          </p:nvGrpSpPr>
          <p:grpSpPr bwMode="auto">
            <a:xfrm rot="-427548">
              <a:off x="3981" y="430"/>
              <a:ext cx="535" cy="613"/>
              <a:chOff x="4168" y="286"/>
              <a:chExt cx="535" cy="613"/>
            </a:xfrm>
          </p:grpSpPr>
          <p:sp>
            <p:nvSpPr>
              <p:cNvPr id="95" name="Text Box 92">
                <a:extLst>
                  <a:ext uri="{FF2B5EF4-FFF2-40B4-BE49-F238E27FC236}">
                    <a16:creationId xmlns:a16="http://schemas.microsoft.com/office/drawing/2014/main" id="{F115EC60-5011-3C2A-2AA1-9472268541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4362255" flipH="1">
                <a:off x="4190" y="399"/>
                <a:ext cx="5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i="1" dirty="0"/>
                  <a:t>X</a:t>
                </a:r>
                <a:r>
                  <a:rPr lang="en-US" altLang="zh-CN" i="1" baseline="-25000" dirty="0"/>
                  <a:t>1</a:t>
                </a:r>
                <a:endParaRPr lang="en-US" altLang="zh-CN" i="1" dirty="0"/>
              </a:p>
            </p:txBody>
          </p:sp>
          <p:sp>
            <p:nvSpPr>
              <p:cNvPr id="96" name="Text Box 93">
                <a:extLst>
                  <a:ext uri="{FF2B5EF4-FFF2-40B4-BE49-F238E27FC236}">
                    <a16:creationId xmlns:a16="http://schemas.microsoft.com/office/drawing/2014/main" id="{88123742-5C7B-E6A1-B36B-0CF2914801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4362255">
                <a:off x="4302" y="499"/>
                <a:ext cx="5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i="1" dirty="0"/>
                  <a:t>H</a:t>
                </a:r>
                <a:r>
                  <a:rPr lang="en-US" altLang="zh-CN" i="1" baseline="-25000" dirty="0"/>
                  <a:t>1</a:t>
                </a:r>
                <a:endParaRPr lang="en-US" altLang="zh-CN" i="1" dirty="0"/>
              </a:p>
            </p:txBody>
          </p:sp>
          <p:sp>
            <p:nvSpPr>
              <p:cNvPr id="97" name="Text Box 94">
                <a:extLst>
                  <a:ext uri="{FF2B5EF4-FFF2-40B4-BE49-F238E27FC236}">
                    <a16:creationId xmlns:a16="http://schemas.microsoft.com/office/drawing/2014/main" id="{E5A98615-F180-4FA8-9489-F434E27C94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4362255">
                <a:off x="4151" y="494"/>
                <a:ext cx="32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i="1"/>
                  <a:t>V</a:t>
                </a:r>
              </a:p>
            </p:txBody>
          </p:sp>
        </p:grpSp>
        <p:sp>
          <p:nvSpPr>
            <p:cNvPr id="94" name="Freeform 95">
              <a:extLst>
                <a:ext uri="{FF2B5EF4-FFF2-40B4-BE49-F238E27FC236}">
                  <a16:creationId xmlns:a16="http://schemas.microsoft.com/office/drawing/2014/main" id="{9E45AF65-0A32-A479-131F-488C9244EC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8" y="624"/>
              <a:ext cx="498" cy="1248"/>
            </a:xfrm>
            <a:custGeom>
              <a:avLst/>
              <a:gdLst>
                <a:gd name="T0" fmla="*/ 0 w 498"/>
                <a:gd name="T1" fmla="*/ 0 h 1248"/>
                <a:gd name="T2" fmla="*/ 498 w 498"/>
                <a:gd name="T3" fmla="*/ 1248 h 1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98" h="1248">
                  <a:moveTo>
                    <a:pt x="0" y="0"/>
                  </a:moveTo>
                  <a:lnTo>
                    <a:pt x="498" y="1248"/>
                  </a:lnTo>
                </a:path>
              </a:pathLst>
            </a:custGeom>
            <a:solidFill>
              <a:schemeClr val="accent2"/>
            </a:solidFill>
            <a:ln w="19050" cmpd="sng">
              <a:solidFill>
                <a:srgbClr val="FF00FF"/>
              </a:solidFill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8" name="Group 96">
            <a:extLst>
              <a:ext uri="{FF2B5EF4-FFF2-40B4-BE49-F238E27FC236}">
                <a16:creationId xmlns:a16="http://schemas.microsoft.com/office/drawing/2014/main" id="{CB2A9DFD-7A95-5710-3DCC-B5BBCFC0E5F1}"/>
              </a:ext>
            </a:extLst>
          </p:cNvPr>
          <p:cNvGrpSpPr>
            <a:grpSpLocks/>
          </p:cNvGrpSpPr>
          <p:nvPr/>
        </p:nvGrpSpPr>
        <p:grpSpPr bwMode="auto">
          <a:xfrm>
            <a:off x="8904331" y="1850488"/>
            <a:ext cx="373062" cy="860425"/>
            <a:chOff x="4677" y="994"/>
            <a:chExt cx="235" cy="542"/>
          </a:xfrm>
        </p:grpSpPr>
        <p:sp>
          <p:nvSpPr>
            <p:cNvPr id="99" name="Text Box 97">
              <a:extLst>
                <a:ext uri="{FF2B5EF4-FFF2-40B4-BE49-F238E27FC236}">
                  <a16:creationId xmlns:a16="http://schemas.microsoft.com/office/drawing/2014/main" id="{95614579-EE51-A583-6925-C91BFDCEF8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301927">
              <a:off x="4720" y="1058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>
                  <a:sym typeface="Symbol" charset="2"/>
                </a:rPr>
                <a:t></a:t>
              </a:r>
              <a:endParaRPr lang="en-US" altLang="zh-CN" i="1"/>
            </a:p>
          </p:txBody>
        </p:sp>
        <p:sp>
          <p:nvSpPr>
            <p:cNvPr id="100" name="Freeform 98">
              <a:extLst>
                <a:ext uri="{FF2B5EF4-FFF2-40B4-BE49-F238E27FC236}">
                  <a16:creationId xmlns:a16="http://schemas.microsoft.com/office/drawing/2014/main" id="{F3B1E1BA-C063-7853-5D24-F23DA5F41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7" y="994"/>
              <a:ext cx="219" cy="542"/>
            </a:xfrm>
            <a:custGeom>
              <a:avLst/>
              <a:gdLst>
                <a:gd name="T0" fmla="*/ 0 w 219"/>
                <a:gd name="T1" fmla="*/ 0 h 542"/>
                <a:gd name="T2" fmla="*/ 219 w 219"/>
                <a:gd name="T3" fmla="*/ 542 h 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9" h="542">
                  <a:moveTo>
                    <a:pt x="0" y="0"/>
                  </a:moveTo>
                  <a:lnTo>
                    <a:pt x="219" y="54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1" name="Freeform 99">
              <a:extLst>
                <a:ext uri="{FF2B5EF4-FFF2-40B4-BE49-F238E27FC236}">
                  <a16:creationId xmlns:a16="http://schemas.microsoft.com/office/drawing/2014/main" id="{3C3DAB98-B938-7B70-9646-2CC66C73A7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4" y="1056"/>
              <a:ext cx="66" cy="66"/>
            </a:xfrm>
            <a:custGeom>
              <a:avLst/>
              <a:gdLst>
                <a:gd name="T0" fmla="*/ 66 w 66"/>
                <a:gd name="T1" fmla="*/ 0 h 66"/>
                <a:gd name="T2" fmla="*/ 42 w 66"/>
                <a:gd name="T3" fmla="*/ 42 h 66"/>
                <a:gd name="T4" fmla="*/ 0 w 66"/>
                <a:gd name="T5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6" h="66">
                  <a:moveTo>
                    <a:pt x="66" y="0"/>
                  </a:moveTo>
                  <a:lnTo>
                    <a:pt x="42" y="42"/>
                  </a:lnTo>
                  <a:lnTo>
                    <a:pt x="0" y="6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2" name="Group 100">
            <a:extLst>
              <a:ext uri="{FF2B5EF4-FFF2-40B4-BE49-F238E27FC236}">
                <a16:creationId xmlns:a16="http://schemas.microsoft.com/office/drawing/2014/main" id="{799BB8D1-1AA1-BF4E-7ECE-54BB930F311B}"/>
              </a:ext>
            </a:extLst>
          </p:cNvPr>
          <p:cNvGrpSpPr>
            <a:grpSpLocks/>
          </p:cNvGrpSpPr>
          <p:nvPr/>
        </p:nvGrpSpPr>
        <p:grpSpPr bwMode="auto">
          <a:xfrm>
            <a:off x="7046956" y="4463513"/>
            <a:ext cx="1693862" cy="457200"/>
            <a:chOff x="3411" y="2592"/>
            <a:chExt cx="1067" cy="288"/>
          </a:xfrm>
        </p:grpSpPr>
        <p:sp>
          <p:nvSpPr>
            <p:cNvPr id="103" name="Text Box 101">
              <a:extLst>
                <a:ext uri="{FF2B5EF4-FFF2-40B4-BE49-F238E27FC236}">
                  <a16:creationId xmlns:a16="http://schemas.microsoft.com/office/drawing/2014/main" id="{5C9D338F-D2A4-3C69-E37B-5BA3C4C58F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2592"/>
              <a:ext cx="35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i="1"/>
                <a:t> d</a:t>
              </a:r>
            </a:p>
          </p:txBody>
        </p:sp>
        <p:sp>
          <p:nvSpPr>
            <p:cNvPr id="104" name="Freeform 102">
              <a:extLst>
                <a:ext uri="{FF2B5EF4-FFF2-40B4-BE49-F238E27FC236}">
                  <a16:creationId xmlns:a16="http://schemas.microsoft.com/office/drawing/2014/main" id="{B24F18D6-C031-89D6-FD44-FDA8CE7E93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1" y="2856"/>
              <a:ext cx="792" cy="1"/>
            </a:xfrm>
            <a:custGeom>
              <a:avLst/>
              <a:gdLst>
                <a:gd name="T0" fmla="*/ 0 w 792"/>
                <a:gd name="T1" fmla="*/ 0 h 1"/>
                <a:gd name="T2" fmla="*/ 792 w 792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92" h="1">
                  <a:moveTo>
                    <a:pt x="0" y="0"/>
                  </a:moveTo>
                  <a:lnTo>
                    <a:pt x="79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5" name="Freeform 103">
            <a:extLst>
              <a:ext uri="{FF2B5EF4-FFF2-40B4-BE49-F238E27FC236}">
                <a16:creationId xmlns:a16="http://schemas.microsoft.com/office/drawing/2014/main" id="{09406297-B4D4-7499-5062-DDFA5EFFF926}"/>
              </a:ext>
            </a:extLst>
          </p:cNvPr>
          <p:cNvSpPr>
            <a:spLocks/>
          </p:cNvSpPr>
          <p:nvPr/>
        </p:nvSpPr>
        <p:spPr bwMode="auto">
          <a:xfrm>
            <a:off x="7046956" y="2758538"/>
            <a:ext cx="1266825" cy="509588"/>
          </a:xfrm>
          <a:custGeom>
            <a:avLst/>
            <a:gdLst>
              <a:gd name="T0" fmla="*/ 0 w 798"/>
              <a:gd name="T1" fmla="*/ 321 h 321"/>
              <a:gd name="T2" fmla="*/ 798 w 798"/>
              <a:gd name="T3" fmla="*/ 0 h 32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98" h="321">
                <a:moveTo>
                  <a:pt x="0" y="321"/>
                </a:moveTo>
                <a:lnTo>
                  <a:pt x="798" y="0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6" name="Group 104">
            <a:extLst>
              <a:ext uri="{FF2B5EF4-FFF2-40B4-BE49-F238E27FC236}">
                <a16:creationId xmlns:a16="http://schemas.microsoft.com/office/drawing/2014/main" id="{9E2456E3-7698-3ADA-2AB1-D2864376C10F}"/>
              </a:ext>
            </a:extLst>
          </p:cNvPr>
          <p:cNvGrpSpPr>
            <a:grpSpLocks/>
          </p:cNvGrpSpPr>
          <p:nvPr/>
        </p:nvGrpSpPr>
        <p:grpSpPr bwMode="auto">
          <a:xfrm>
            <a:off x="8099468" y="1415513"/>
            <a:ext cx="2676525" cy="1885950"/>
            <a:chOff x="4074" y="672"/>
            <a:chExt cx="1686" cy="1188"/>
          </a:xfrm>
        </p:grpSpPr>
        <p:grpSp>
          <p:nvGrpSpPr>
            <p:cNvPr id="107" name="Group 105">
              <a:extLst>
                <a:ext uri="{FF2B5EF4-FFF2-40B4-BE49-F238E27FC236}">
                  <a16:creationId xmlns:a16="http://schemas.microsoft.com/office/drawing/2014/main" id="{510438B6-B69D-0864-9788-482A0CCF15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74" y="672"/>
              <a:ext cx="1686" cy="1188"/>
              <a:chOff x="4074" y="672"/>
              <a:chExt cx="1686" cy="1188"/>
            </a:xfrm>
          </p:grpSpPr>
          <p:sp>
            <p:nvSpPr>
              <p:cNvPr id="109" name="Text Box 106">
                <a:extLst>
                  <a:ext uri="{FF2B5EF4-FFF2-40B4-BE49-F238E27FC236}">
                    <a16:creationId xmlns:a16="http://schemas.microsoft.com/office/drawing/2014/main" id="{4D883014-78F6-29D4-0AFF-398244C3EF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-26119">
                <a:off x="4464" y="672"/>
                <a:ext cx="57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i="1" dirty="0"/>
                  <a:t>b</a:t>
                </a:r>
                <a:r>
                  <a:rPr lang="en-US" altLang="zh-CN" i="1" baseline="-25000" dirty="0"/>
                  <a:t>1</a:t>
                </a:r>
                <a:endParaRPr lang="en-US" altLang="zh-CN" i="1" dirty="0"/>
              </a:p>
            </p:txBody>
          </p:sp>
          <p:sp>
            <p:nvSpPr>
              <p:cNvPr id="110" name="Text Box 107">
                <a:extLst>
                  <a:ext uri="{FF2B5EF4-FFF2-40B4-BE49-F238E27FC236}">
                    <a16:creationId xmlns:a16="http://schemas.microsoft.com/office/drawing/2014/main" id="{7539CC39-AB33-F0E3-5BAA-C762C99D05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-26119">
                <a:off x="4948" y="955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i="1"/>
                  <a:t> a</a:t>
                </a:r>
                <a:r>
                  <a:rPr lang="en-US" altLang="zh-CN" i="1" baseline="-25000"/>
                  <a:t>1</a:t>
                </a:r>
                <a:endParaRPr lang="en-US" altLang="zh-CN" i="1"/>
              </a:p>
            </p:txBody>
          </p:sp>
          <p:sp>
            <p:nvSpPr>
              <p:cNvPr id="111" name="Text Box 108">
                <a:extLst>
                  <a:ext uri="{FF2B5EF4-FFF2-40B4-BE49-F238E27FC236}">
                    <a16:creationId xmlns:a16="http://schemas.microsoft.com/office/drawing/2014/main" id="{78F7915D-6D05-F344-2A2D-DB5882E420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21573881">
                <a:off x="5410" y="1372"/>
                <a:ext cx="350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i="1" dirty="0"/>
                  <a:t>c</a:t>
                </a:r>
                <a:r>
                  <a:rPr lang="en-US" altLang="zh-CN" i="1" baseline="-25000" dirty="0"/>
                  <a:t>1</a:t>
                </a:r>
              </a:p>
            </p:txBody>
          </p:sp>
          <p:sp>
            <p:nvSpPr>
              <p:cNvPr id="112" name="Freeform 109">
                <a:extLst>
                  <a:ext uri="{FF2B5EF4-FFF2-40B4-BE49-F238E27FC236}">
                    <a16:creationId xmlns:a16="http://schemas.microsoft.com/office/drawing/2014/main" id="{72EA4EFF-C4E7-AF75-EA21-2639881209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4" y="936"/>
                <a:ext cx="516" cy="204"/>
              </a:xfrm>
              <a:custGeom>
                <a:avLst/>
                <a:gdLst>
                  <a:gd name="T0" fmla="*/ 0 w 516"/>
                  <a:gd name="T1" fmla="*/ 204 h 204"/>
                  <a:gd name="T2" fmla="*/ 516 w 516"/>
                  <a:gd name="T3" fmla="*/ 0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16" h="204">
                    <a:moveTo>
                      <a:pt x="0" y="204"/>
                    </a:moveTo>
                    <a:lnTo>
                      <a:pt x="51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" name="Freeform 110">
                <a:extLst>
                  <a:ext uri="{FF2B5EF4-FFF2-40B4-BE49-F238E27FC236}">
                    <a16:creationId xmlns:a16="http://schemas.microsoft.com/office/drawing/2014/main" id="{E7A6685A-8BE1-F17A-CD47-F158EEC053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0" y="1200"/>
                <a:ext cx="822" cy="321"/>
              </a:xfrm>
              <a:custGeom>
                <a:avLst/>
                <a:gdLst>
                  <a:gd name="T0" fmla="*/ 0 w 822"/>
                  <a:gd name="T1" fmla="*/ 321 h 321"/>
                  <a:gd name="T2" fmla="*/ 822 w 822"/>
                  <a:gd name="T3" fmla="*/ 0 h 3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822" h="321">
                    <a:moveTo>
                      <a:pt x="0" y="321"/>
                    </a:moveTo>
                    <a:lnTo>
                      <a:pt x="82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" name="Freeform 111">
                <a:extLst>
                  <a:ext uri="{FF2B5EF4-FFF2-40B4-BE49-F238E27FC236}">
                    <a16:creationId xmlns:a16="http://schemas.microsoft.com/office/drawing/2014/main" id="{0227C6A1-84E4-2B1D-81F0-29D4200D6E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8" y="1434"/>
                <a:ext cx="1086" cy="426"/>
              </a:xfrm>
              <a:custGeom>
                <a:avLst/>
                <a:gdLst>
                  <a:gd name="T0" fmla="*/ 0 w 1086"/>
                  <a:gd name="T1" fmla="*/ 426 h 426"/>
                  <a:gd name="T2" fmla="*/ 1086 w 1086"/>
                  <a:gd name="T3" fmla="*/ 0 h 4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086" h="426">
                    <a:moveTo>
                      <a:pt x="0" y="426"/>
                    </a:moveTo>
                    <a:lnTo>
                      <a:pt x="108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" name="Freeform 112">
                <a:extLst>
                  <a:ext uri="{FF2B5EF4-FFF2-40B4-BE49-F238E27FC236}">
                    <a16:creationId xmlns:a16="http://schemas.microsoft.com/office/drawing/2014/main" id="{30137B5F-7F5E-0388-0239-345DD8151D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1" y="936"/>
                <a:ext cx="843" cy="504"/>
              </a:xfrm>
              <a:custGeom>
                <a:avLst/>
                <a:gdLst>
                  <a:gd name="T0" fmla="*/ 0 w 843"/>
                  <a:gd name="T1" fmla="*/ 0 h 504"/>
                  <a:gd name="T2" fmla="*/ 843 w 843"/>
                  <a:gd name="T3" fmla="*/ 504 h 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843" h="504">
                    <a:moveTo>
                      <a:pt x="0" y="0"/>
                    </a:moveTo>
                    <a:lnTo>
                      <a:pt x="843" y="504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8" name="Text Box 113">
              <a:extLst>
                <a:ext uri="{FF2B5EF4-FFF2-40B4-BE49-F238E27FC236}">
                  <a16:creationId xmlns:a16="http://schemas.microsoft.com/office/drawing/2014/main" id="{E0EB829E-2560-F5AC-2BEB-C35E377EEF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26119">
              <a:off x="4848" y="1200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i="1" dirty="0"/>
                <a:t>d</a:t>
              </a:r>
              <a:r>
                <a:rPr lang="en-US" altLang="zh-CN" i="1" baseline="-25000" dirty="0"/>
                <a:t>1</a:t>
              </a:r>
              <a:endParaRPr lang="en-US" altLang="zh-CN" i="1" dirty="0"/>
            </a:p>
          </p:txBody>
        </p:sp>
      </p:grpSp>
      <p:sp>
        <p:nvSpPr>
          <p:cNvPr id="116" name="Rectangle 66">
            <a:extLst>
              <a:ext uri="{FF2B5EF4-FFF2-40B4-BE49-F238E27FC236}">
                <a16:creationId xmlns:a16="http://schemas.microsoft.com/office/drawing/2014/main" id="{5D25D6DB-5FD0-1CBC-9862-109BE0660E1E}"/>
              </a:ext>
            </a:extLst>
          </p:cNvPr>
          <p:cNvSpPr txBox="1">
            <a:spLocks noChangeArrowheads="1"/>
          </p:cNvSpPr>
          <p:nvPr/>
        </p:nvSpPr>
        <p:spPr>
          <a:xfrm>
            <a:off x="1568848" y="1014198"/>
            <a:ext cx="2565968" cy="48013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</a:rPr>
              <a:t>求</a:t>
            </a:r>
            <a:r>
              <a:rPr lang="en-US" altLang="zh-CN" sz="2800" b="1" i="1" dirty="0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</a:rPr>
              <a:t>β</a:t>
            </a:r>
            <a:r>
              <a:rPr lang="zh-CN" altLang="en-US" sz="2800" b="1" dirty="0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</a:rPr>
              <a:t>，</a:t>
            </a:r>
            <a:r>
              <a:rPr lang="en-US" altLang="zh-CN" sz="2800" b="1" i="1" dirty="0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</a:rPr>
              <a:t>V</a:t>
            </a:r>
            <a:r>
              <a:rPr lang="zh-CN" altLang="en-US" sz="2800" b="1" dirty="0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</a:rPr>
              <a:t>面不动。</a:t>
            </a:r>
          </a:p>
        </p:txBody>
      </p:sp>
      <p:cxnSp>
        <p:nvCxnSpPr>
          <p:cNvPr id="117" name="Straight Connector 2">
            <a:extLst>
              <a:ext uri="{FF2B5EF4-FFF2-40B4-BE49-F238E27FC236}">
                <a16:creationId xmlns:a16="http://schemas.microsoft.com/office/drawing/2014/main" id="{BB27931E-56A2-8289-D32D-E8B10675C226}"/>
              </a:ext>
            </a:extLst>
          </p:cNvPr>
          <p:cNvCxnSpPr>
            <a:endCxn id="90" idx="0"/>
          </p:cNvCxnSpPr>
          <p:nvPr/>
        </p:nvCxnSpPr>
        <p:spPr>
          <a:xfrm>
            <a:off x="8688431" y="2599647"/>
            <a:ext cx="52387" cy="158891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8" name="Straight Connector 118">
            <a:extLst>
              <a:ext uri="{FF2B5EF4-FFF2-40B4-BE49-F238E27FC236}">
                <a16:creationId xmlns:a16="http://schemas.microsoft.com/office/drawing/2014/main" id="{378C22C4-AF1E-1080-246B-29F11CAC8048}"/>
              </a:ext>
            </a:extLst>
          </p:cNvPr>
          <p:cNvCxnSpPr/>
          <p:nvPr/>
        </p:nvCxnSpPr>
        <p:spPr>
          <a:xfrm flipH="1">
            <a:off x="8732806" y="2710913"/>
            <a:ext cx="133426" cy="55277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5551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6ED436E-12E9-5FA6-E892-C9CDC69BB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42BB3-ED77-204D-B7C4-98E2A372EED3}" type="datetime1">
              <a:rPr lang="en-US" smtClean="0"/>
              <a:t>10/9/25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6B3A6AB-279E-05DF-3ACA-6DB042FAF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FA54DA-AEB5-4BB7-9B31-742BB3B61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36</a:t>
            </a:fld>
            <a:endParaRPr lang="en-US"/>
          </a:p>
        </p:txBody>
      </p:sp>
      <p:sp>
        <p:nvSpPr>
          <p:cNvPr id="5" name="Line 55">
            <a:extLst>
              <a:ext uri="{FF2B5EF4-FFF2-40B4-BE49-F238E27FC236}">
                <a16:creationId xmlns:a16="http://schemas.microsoft.com/office/drawing/2014/main" id="{1FD5E871-0A72-CF4F-35DE-7BF9BFBF2972}"/>
              </a:ext>
            </a:extLst>
          </p:cNvPr>
          <p:cNvSpPr>
            <a:spLocks noChangeShapeType="1"/>
          </p:cNvSpPr>
          <p:nvPr/>
        </p:nvSpPr>
        <p:spPr bwMode="auto">
          <a:xfrm rot="60000">
            <a:off x="5954749" y="3167720"/>
            <a:ext cx="2108200" cy="11922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endParaRPr lang="en-US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1E691221-85DE-6EAD-1976-8AE78EB5176E}"/>
              </a:ext>
            </a:extLst>
          </p:cNvPr>
          <p:cNvSpPr>
            <a:spLocks/>
          </p:cNvSpPr>
          <p:nvPr/>
        </p:nvSpPr>
        <p:spPr bwMode="auto">
          <a:xfrm>
            <a:off x="7631149" y="3372508"/>
            <a:ext cx="2473325" cy="1430337"/>
          </a:xfrm>
          <a:custGeom>
            <a:avLst/>
            <a:gdLst>
              <a:gd name="T0" fmla="*/ 2165 w 2165"/>
              <a:gd name="T1" fmla="*/ 1292 h 1292"/>
              <a:gd name="T2" fmla="*/ 0 w 2165"/>
              <a:gd name="T3" fmla="*/ 0 h 1292"/>
              <a:gd name="T4" fmla="*/ 1 w 2165"/>
              <a:gd name="T5" fmla="*/ 0 h 12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5" h="1292">
                <a:moveTo>
                  <a:pt x="2165" y="1292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19050" cmpd="sng">
            <a:solidFill>
              <a:schemeClr val="folHlink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7" name="Line 26">
            <a:extLst>
              <a:ext uri="{FF2B5EF4-FFF2-40B4-BE49-F238E27FC236}">
                <a16:creationId xmlns:a16="http://schemas.microsoft.com/office/drawing/2014/main" id="{4C003FCA-A8BF-BC16-D70B-F17D7D1A2E7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558184" y="368958"/>
            <a:ext cx="26988" cy="3008312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8" name="Freeform 23">
            <a:extLst>
              <a:ext uri="{FF2B5EF4-FFF2-40B4-BE49-F238E27FC236}">
                <a16:creationId xmlns:a16="http://schemas.microsoft.com/office/drawing/2014/main" id="{9AA5564A-81AE-EAA7-87FD-5331DACA0F66}"/>
              </a:ext>
            </a:extLst>
          </p:cNvPr>
          <p:cNvSpPr>
            <a:spLocks/>
          </p:cNvSpPr>
          <p:nvPr/>
        </p:nvSpPr>
        <p:spPr bwMode="auto">
          <a:xfrm>
            <a:off x="4575212" y="3380445"/>
            <a:ext cx="3090862" cy="1743075"/>
          </a:xfrm>
          <a:custGeom>
            <a:avLst/>
            <a:gdLst>
              <a:gd name="T0" fmla="*/ 0 w 5163"/>
              <a:gd name="T1" fmla="*/ 3081 h 3081"/>
              <a:gd name="T2" fmla="*/ 5162 w 5163"/>
              <a:gd name="T3" fmla="*/ 0 h 3081"/>
              <a:gd name="T4" fmla="*/ 5163 w 5163"/>
              <a:gd name="T5" fmla="*/ 0 h 30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163" h="3081">
                <a:moveTo>
                  <a:pt x="0" y="3081"/>
                </a:moveTo>
                <a:lnTo>
                  <a:pt x="5162" y="0"/>
                </a:lnTo>
                <a:lnTo>
                  <a:pt x="5163" y="0"/>
                </a:lnTo>
              </a:path>
            </a:pathLst>
          </a:custGeom>
          <a:noFill/>
          <a:ln w="19050" cmpd="sng">
            <a:solidFill>
              <a:srgbClr val="99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CAA87B6A-8E86-46B6-FD93-2FF4237C9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979" y="1888135"/>
            <a:ext cx="3352798" cy="400110"/>
          </a:xfrm>
          <a:prstGeom prst="rect">
            <a:avLst/>
          </a:prstGeom>
          <a:ln>
            <a:headEnd/>
            <a:tailEnd type="none" w="sm" len="lg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91439" rIns="91439"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1pPr>
            <a:lvl2pPr marL="458788"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2pPr>
            <a:lvl3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3pPr>
            <a:lvl4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4pPr>
            <a:lvl5pPr marL="1827213"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5pPr>
            <a:lvl6pPr marL="2284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6pPr>
            <a:lvl7pPr marL="27416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7pPr>
            <a:lvl8pPr marL="31988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8pPr>
            <a:lvl9pPr marL="36560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9pPr>
          </a:lstStyle>
          <a:p>
            <a:pPr eaLnBrk="1" hangingPunct="1"/>
            <a:r>
              <a:rPr lang="zh-CN" altLang="en-US" sz="2000" b="1" dirty="0">
                <a:latin typeface="+mn-ea"/>
                <a:ea typeface="+mn-ea"/>
              </a:rPr>
              <a:t>一次换面后可求解平面实形</a:t>
            </a: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C08D4B2C-26A3-4325-A164-E4D44D4DAB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032" y="2527957"/>
            <a:ext cx="3348528" cy="1169551"/>
          </a:xfrm>
          <a:prstGeom prst="rect">
            <a:avLst/>
          </a:prstGeom>
          <a:ln>
            <a:headEnd/>
            <a:tailEnd type="none" w="sm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39" rIns="91439"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1pPr>
            <a:lvl2pPr marL="458788"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2pPr>
            <a:lvl3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3pPr>
            <a:lvl4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4pPr>
            <a:lvl5pPr marL="1827213"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5pPr>
            <a:lvl6pPr marL="2284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6pPr>
            <a:lvl7pPr marL="27416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7pPr>
            <a:lvl8pPr marL="31988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8pPr>
            <a:lvl9pPr marL="36560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9pPr>
          </a:lstStyle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1" dirty="0">
                <a:latin typeface="+mn-ea"/>
                <a:ea typeface="+mn-ea"/>
              </a:rPr>
              <a:t>关键：</a:t>
            </a:r>
            <a:endParaRPr lang="en-US" altLang="zh-CN" sz="2000" b="1" dirty="0">
              <a:latin typeface="+mn-ea"/>
              <a:ea typeface="+mn-ea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>
                <a:latin typeface="+mn-ea"/>
                <a:ea typeface="+mn-ea"/>
              </a:rPr>
              <a:t>        </a:t>
            </a:r>
            <a:r>
              <a:rPr lang="zh-CN" altLang="en-US" sz="2000" dirty="0">
                <a:latin typeface="+mn-ea"/>
                <a:ea typeface="+mn-ea"/>
              </a:rPr>
              <a:t>新投影轴必须</a:t>
            </a:r>
            <a:r>
              <a:rPr lang="zh-CN" altLang="en-US" sz="2000" dirty="0">
                <a:solidFill>
                  <a:srgbClr val="C00000"/>
                </a:solidFill>
                <a:latin typeface="+mn-ea"/>
                <a:ea typeface="+mn-ea"/>
              </a:rPr>
              <a:t>平行于该平面的积聚性投影。</a:t>
            </a:r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FCC369F1-F281-3F20-D690-124B0B1EB260}"/>
              </a:ext>
            </a:extLst>
          </p:cNvPr>
          <p:cNvSpPr>
            <a:spLocks/>
          </p:cNvSpPr>
          <p:nvPr/>
        </p:nvSpPr>
        <p:spPr bwMode="auto">
          <a:xfrm>
            <a:off x="5294349" y="3493158"/>
            <a:ext cx="0" cy="12700"/>
          </a:xfrm>
          <a:custGeom>
            <a:avLst/>
            <a:gdLst>
              <a:gd name="T0" fmla="*/ 0 w 1"/>
              <a:gd name="T1" fmla="*/ 56 h 56"/>
              <a:gd name="T2" fmla="*/ 0 w 1"/>
              <a:gd name="T3" fmla="*/ 0 h 56"/>
              <a:gd name="T4" fmla="*/ 1 w 1"/>
              <a:gd name="T5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56">
                <a:moveTo>
                  <a:pt x="0" y="56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3175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89ED03D5-7C7E-36D6-68AE-54C9D3F57FD5}"/>
              </a:ext>
            </a:extLst>
          </p:cNvPr>
          <p:cNvSpPr>
            <a:spLocks/>
          </p:cNvSpPr>
          <p:nvPr/>
        </p:nvSpPr>
        <p:spPr bwMode="auto">
          <a:xfrm>
            <a:off x="6226212" y="4685370"/>
            <a:ext cx="3175" cy="549275"/>
          </a:xfrm>
          <a:custGeom>
            <a:avLst/>
            <a:gdLst>
              <a:gd name="T0" fmla="*/ 0 w 2"/>
              <a:gd name="T1" fmla="*/ 0 h 1542"/>
              <a:gd name="T2" fmla="*/ 0 w 2"/>
              <a:gd name="T3" fmla="*/ 1542 h 1542"/>
              <a:gd name="T4" fmla="*/ 2 w 2"/>
              <a:gd name="T5" fmla="*/ 1542 h 15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1542">
                <a:moveTo>
                  <a:pt x="0" y="0"/>
                </a:moveTo>
                <a:lnTo>
                  <a:pt x="0" y="1542"/>
                </a:lnTo>
                <a:lnTo>
                  <a:pt x="2" y="1542"/>
                </a:lnTo>
              </a:path>
            </a:pathLst>
          </a:custGeom>
          <a:noFill/>
          <a:ln w="3175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en-US"/>
          </a:p>
        </p:txBody>
      </p:sp>
      <p:sp>
        <p:nvSpPr>
          <p:cNvPr id="13" name="Freeform 20">
            <a:extLst>
              <a:ext uri="{FF2B5EF4-FFF2-40B4-BE49-F238E27FC236}">
                <a16:creationId xmlns:a16="http://schemas.microsoft.com/office/drawing/2014/main" id="{012B1C69-5794-EFEE-C324-95AA9CD12A3D}"/>
              </a:ext>
            </a:extLst>
          </p:cNvPr>
          <p:cNvSpPr>
            <a:spLocks/>
          </p:cNvSpPr>
          <p:nvPr/>
        </p:nvSpPr>
        <p:spPr bwMode="auto">
          <a:xfrm>
            <a:off x="4538699" y="5133045"/>
            <a:ext cx="2506663" cy="1484313"/>
          </a:xfrm>
          <a:custGeom>
            <a:avLst/>
            <a:gdLst>
              <a:gd name="T0" fmla="*/ 0 w 6974"/>
              <a:gd name="T1" fmla="*/ 0 h 4163"/>
              <a:gd name="T2" fmla="*/ 6973 w 6974"/>
              <a:gd name="T3" fmla="*/ 4163 h 4163"/>
              <a:gd name="T4" fmla="*/ 6974 w 6974"/>
              <a:gd name="T5" fmla="*/ 4163 h 4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974" h="4163">
                <a:moveTo>
                  <a:pt x="0" y="0"/>
                </a:moveTo>
                <a:lnTo>
                  <a:pt x="6973" y="4163"/>
                </a:lnTo>
                <a:lnTo>
                  <a:pt x="6974" y="4163"/>
                </a:lnTo>
              </a:path>
            </a:pathLst>
          </a:custGeom>
          <a:noFill/>
          <a:ln w="28575" cmpd="sng">
            <a:solidFill>
              <a:srgbClr val="99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en-US"/>
          </a:p>
        </p:txBody>
      </p:sp>
      <p:sp>
        <p:nvSpPr>
          <p:cNvPr id="14" name="Freeform 21">
            <a:extLst>
              <a:ext uri="{FF2B5EF4-FFF2-40B4-BE49-F238E27FC236}">
                <a16:creationId xmlns:a16="http://schemas.microsoft.com/office/drawing/2014/main" id="{59EA58F3-7019-6E9F-6FCF-3F70466E94AF}"/>
              </a:ext>
            </a:extLst>
          </p:cNvPr>
          <p:cNvSpPr>
            <a:spLocks/>
          </p:cNvSpPr>
          <p:nvPr/>
        </p:nvSpPr>
        <p:spPr bwMode="auto">
          <a:xfrm>
            <a:off x="7019962" y="4798083"/>
            <a:ext cx="3060700" cy="1814512"/>
          </a:xfrm>
          <a:custGeom>
            <a:avLst/>
            <a:gdLst>
              <a:gd name="T0" fmla="*/ 0 w 8522"/>
              <a:gd name="T1" fmla="*/ 5088 h 5088"/>
              <a:gd name="T2" fmla="*/ 8521 w 8522"/>
              <a:gd name="T3" fmla="*/ 0 h 5088"/>
              <a:gd name="T4" fmla="*/ 8522 w 8522"/>
              <a:gd name="T5" fmla="*/ 0 h 50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522" h="5088">
                <a:moveTo>
                  <a:pt x="0" y="5088"/>
                </a:moveTo>
                <a:lnTo>
                  <a:pt x="8521" y="0"/>
                </a:lnTo>
                <a:lnTo>
                  <a:pt x="8522" y="0"/>
                </a:lnTo>
              </a:path>
            </a:pathLst>
          </a:custGeom>
          <a:noFill/>
          <a:ln w="28575" cmpd="sng">
            <a:solidFill>
              <a:srgbClr val="99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en-US"/>
          </a:p>
        </p:txBody>
      </p:sp>
      <p:sp>
        <p:nvSpPr>
          <p:cNvPr id="15" name="Line 24">
            <a:extLst>
              <a:ext uri="{FF2B5EF4-FFF2-40B4-BE49-F238E27FC236}">
                <a16:creationId xmlns:a16="http://schemas.microsoft.com/office/drawing/2014/main" id="{392A3938-5FD7-32C6-7BB8-66E4ADA165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38699" y="368958"/>
            <a:ext cx="3022600" cy="1793875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en-US"/>
          </a:p>
        </p:txBody>
      </p:sp>
      <p:sp>
        <p:nvSpPr>
          <p:cNvPr id="16" name="Freeform 25">
            <a:extLst>
              <a:ext uri="{FF2B5EF4-FFF2-40B4-BE49-F238E27FC236}">
                <a16:creationId xmlns:a16="http://schemas.microsoft.com/office/drawing/2014/main" id="{ED775EC2-87FF-9C2D-6229-4ADEB1D2A2B1}"/>
              </a:ext>
            </a:extLst>
          </p:cNvPr>
          <p:cNvSpPr>
            <a:spLocks/>
          </p:cNvSpPr>
          <p:nvPr/>
        </p:nvSpPr>
        <p:spPr bwMode="auto">
          <a:xfrm>
            <a:off x="4538699" y="2162833"/>
            <a:ext cx="1588" cy="2970212"/>
          </a:xfrm>
          <a:custGeom>
            <a:avLst/>
            <a:gdLst>
              <a:gd name="T0" fmla="*/ 0 w 1"/>
              <a:gd name="T1" fmla="*/ 0 h 8325"/>
              <a:gd name="T2" fmla="*/ 0 w 1"/>
              <a:gd name="T3" fmla="*/ 8325 h 8325"/>
              <a:gd name="T4" fmla="*/ 1 w 1"/>
              <a:gd name="T5" fmla="*/ 8325 h 83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8325">
                <a:moveTo>
                  <a:pt x="0" y="0"/>
                </a:moveTo>
                <a:lnTo>
                  <a:pt x="0" y="8325"/>
                </a:lnTo>
                <a:lnTo>
                  <a:pt x="1" y="8325"/>
                </a:lnTo>
              </a:path>
            </a:pathLst>
          </a:custGeom>
          <a:noFill/>
          <a:ln w="3175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en-US"/>
          </a:p>
        </p:txBody>
      </p:sp>
      <p:sp>
        <p:nvSpPr>
          <p:cNvPr id="17" name="Freeform 27">
            <a:extLst>
              <a:ext uri="{FF2B5EF4-FFF2-40B4-BE49-F238E27FC236}">
                <a16:creationId xmlns:a16="http://schemas.microsoft.com/office/drawing/2014/main" id="{B621671A-F8F8-94B4-97FE-0D39583D963F}"/>
              </a:ext>
            </a:extLst>
          </p:cNvPr>
          <p:cNvSpPr>
            <a:spLocks/>
          </p:cNvSpPr>
          <p:nvPr/>
        </p:nvSpPr>
        <p:spPr bwMode="auto">
          <a:xfrm>
            <a:off x="5297524" y="2089808"/>
            <a:ext cx="450850" cy="2043112"/>
          </a:xfrm>
          <a:custGeom>
            <a:avLst/>
            <a:gdLst>
              <a:gd name="T0" fmla="*/ 0 w 1253"/>
              <a:gd name="T1" fmla="*/ 5727 h 5727"/>
              <a:gd name="T2" fmla="*/ 1252 w 1253"/>
              <a:gd name="T3" fmla="*/ 0 h 5727"/>
              <a:gd name="T4" fmla="*/ 1253 w 1253"/>
              <a:gd name="T5" fmla="*/ 0 h 57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53" h="5727">
                <a:moveTo>
                  <a:pt x="0" y="5727"/>
                </a:moveTo>
                <a:lnTo>
                  <a:pt x="1252" y="0"/>
                </a:lnTo>
                <a:lnTo>
                  <a:pt x="1253" y="0"/>
                </a:lnTo>
              </a:path>
            </a:pathLst>
          </a:custGeom>
          <a:noFill/>
          <a:ln w="571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en-US"/>
          </a:p>
        </p:txBody>
      </p:sp>
      <p:sp>
        <p:nvSpPr>
          <p:cNvPr id="18" name="Freeform 28">
            <a:extLst>
              <a:ext uri="{FF2B5EF4-FFF2-40B4-BE49-F238E27FC236}">
                <a16:creationId xmlns:a16="http://schemas.microsoft.com/office/drawing/2014/main" id="{D0CC4F69-E9D2-4ED1-22E7-C8D62D213FC4}"/>
              </a:ext>
            </a:extLst>
          </p:cNvPr>
          <p:cNvSpPr>
            <a:spLocks/>
          </p:cNvSpPr>
          <p:nvPr/>
        </p:nvSpPr>
        <p:spPr bwMode="auto">
          <a:xfrm>
            <a:off x="5748374" y="2089808"/>
            <a:ext cx="265113" cy="1084262"/>
          </a:xfrm>
          <a:custGeom>
            <a:avLst/>
            <a:gdLst>
              <a:gd name="T0" fmla="*/ 0 w 741"/>
              <a:gd name="T1" fmla="*/ 0 h 3035"/>
              <a:gd name="T2" fmla="*/ 740 w 741"/>
              <a:gd name="T3" fmla="*/ 3035 h 3035"/>
              <a:gd name="T4" fmla="*/ 741 w 741"/>
              <a:gd name="T5" fmla="*/ 3035 h 30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41" h="3035">
                <a:moveTo>
                  <a:pt x="0" y="0"/>
                </a:moveTo>
                <a:lnTo>
                  <a:pt x="740" y="3035"/>
                </a:lnTo>
                <a:lnTo>
                  <a:pt x="741" y="3035"/>
                </a:lnTo>
              </a:path>
            </a:pathLst>
          </a:custGeom>
          <a:noFill/>
          <a:ln w="571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en-US"/>
          </a:p>
        </p:txBody>
      </p:sp>
      <p:sp>
        <p:nvSpPr>
          <p:cNvPr id="19" name="Freeform 29">
            <a:extLst>
              <a:ext uri="{FF2B5EF4-FFF2-40B4-BE49-F238E27FC236}">
                <a16:creationId xmlns:a16="http://schemas.microsoft.com/office/drawing/2014/main" id="{DFCC520C-226B-7BD8-0DCD-1E52AC8C0DC6}"/>
              </a:ext>
            </a:extLst>
          </p:cNvPr>
          <p:cNvSpPr>
            <a:spLocks/>
          </p:cNvSpPr>
          <p:nvPr/>
        </p:nvSpPr>
        <p:spPr bwMode="auto">
          <a:xfrm>
            <a:off x="5297524" y="3174070"/>
            <a:ext cx="715963" cy="958850"/>
          </a:xfrm>
          <a:custGeom>
            <a:avLst/>
            <a:gdLst>
              <a:gd name="T0" fmla="*/ 1992 w 1992"/>
              <a:gd name="T1" fmla="*/ 0 h 2692"/>
              <a:gd name="T2" fmla="*/ 0 w 1992"/>
              <a:gd name="T3" fmla="*/ 2692 h 2692"/>
              <a:gd name="T4" fmla="*/ 1 w 1992"/>
              <a:gd name="T5" fmla="*/ 2692 h 26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92" h="2692">
                <a:moveTo>
                  <a:pt x="1992" y="0"/>
                </a:moveTo>
                <a:lnTo>
                  <a:pt x="0" y="2692"/>
                </a:lnTo>
                <a:lnTo>
                  <a:pt x="1" y="2692"/>
                </a:lnTo>
              </a:path>
            </a:pathLst>
          </a:custGeom>
          <a:noFill/>
          <a:ln w="571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en-US"/>
          </a:p>
        </p:txBody>
      </p:sp>
      <p:sp>
        <p:nvSpPr>
          <p:cNvPr id="20" name="Text Box 30">
            <a:extLst>
              <a:ext uri="{FF2B5EF4-FFF2-40B4-BE49-F238E27FC236}">
                <a16:creationId xmlns:a16="http://schemas.microsoft.com/office/drawing/2014/main" id="{04AE5FD7-B942-647D-0DBF-FD86F7D69B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1574" y="2213633"/>
            <a:ext cx="1841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1pPr>
            <a:lvl2pPr marL="458788"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2pPr>
            <a:lvl3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3pPr>
            <a:lvl4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4pPr>
            <a:lvl5pPr marL="1827213"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5pPr>
            <a:lvl6pPr marL="2284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6pPr>
            <a:lvl7pPr marL="27416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7pPr>
            <a:lvl8pPr marL="31988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8pPr>
            <a:lvl9pPr marL="36560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9pPr>
          </a:lstStyle>
          <a:p>
            <a:pPr algn="ctr" eaLnBrk="1" hangingPunct="1"/>
            <a:r>
              <a:rPr lang="en-US" altLang="zh-CN" sz="2000" b="1"/>
              <a:t>V</a:t>
            </a:r>
          </a:p>
        </p:txBody>
      </p:sp>
      <p:sp>
        <p:nvSpPr>
          <p:cNvPr id="21" name="Text Box 31">
            <a:extLst>
              <a:ext uri="{FF2B5EF4-FFF2-40B4-BE49-F238E27FC236}">
                <a16:creationId xmlns:a16="http://schemas.microsoft.com/office/drawing/2014/main" id="{4B129978-66DA-E085-0EED-52988A90EF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6963" y="3942420"/>
            <a:ext cx="2388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1pPr>
            <a:lvl2pPr marL="458788"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2pPr>
            <a:lvl3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3pPr>
            <a:lvl4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4pPr>
            <a:lvl5pPr marL="1827213"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5pPr>
            <a:lvl6pPr marL="2284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6pPr>
            <a:lvl7pPr marL="27416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7pPr>
            <a:lvl8pPr marL="31988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8pPr>
            <a:lvl9pPr marL="36560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9pPr>
          </a:lstStyle>
          <a:p>
            <a:pPr algn="ctr" eaLnBrk="1" hangingPunct="1"/>
            <a:r>
              <a:rPr lang="en-US" altLang="zh-CN" b="1" i="1"/>
              <a:t>b'</a:t>
            </a:r>
          </a:p>
        </p:txBody>
      </p:sp>
      <p:sp>
        <p:nvSpPr>
          <p:cNvPr id="22" name="Text Box 32">
            <a:extLst>
              <a:ext uri="{FF2B5EF4-FFF2-40B4-BE49-F238E27FC236}">
                <a16:creationId xmlns:a16="http://schemas.microsoft.com/office/drawing/2014/main" id="{BCA3DE59-7DA1-8D52-7113-4761615DCA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9444" y="1716745"/>
            <a:ext cx="23884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1pPr>
            <a:lvl2pPr marL="458788"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2pPr>
            <a:lvl3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3pPr>
            <a:lvl4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4pPr>
            <a:lvl5pPr marL="1827213"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5pPr>
            <a:lvl6pPr marL="2284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6pPr>
            <a:lvl7pPr marL="27416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7pPr>
            <a:lvl8pPr marL="31988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8pPr>
            <a:lvl9pPr marL="36560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9pPr>
          </a:lstStyle>
          <a:p>
            <a:pPr algn="ctr" eaLnBrk="1" hangingPunct="1"/>
            <a:r>
              <a:rPr lang="en-US" altLang="zh-CN" b="1" i="1" dirty="0"/>
              <a:t>a'</a:t>
            </a:r>
          </a:p>
        </p:txBody>
      </p:sp>
      <p:sp>
        <p:nvSpPr>
          <p:cNvPr id="23" name="Text Box 33">
            <a:extLst>
              <a:ext uri="{FF2B5EF4-FFF2-40B4-BE49-F238E27FC236}">
                <a16:creationId xmlns:a16="http://schemas.microsoft.com/office/drawing/2014/main" id="{767D2421-0478-BF4A-913F-9001C14D6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2387" y="2769258"/>
            <a:ext cx="21907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1pPr>
            <a:lvl2pPr marL="458788"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2pPr>
            <a:lvl3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3pPr>
            <a:lvl4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4pPr>
            <a:lvl5pPr marL="1827213"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5pPr>
            <a:lvl6pPr marL="2284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6pPr>
            <a:lvl7pPr marL="27416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7pPr>
            <a:lvl8pPr marL="31988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8pPr>
            <a:lvl9pPr marL="36560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9pPr>
          </a:lstStyle>
          <a:p>
            <a:pPr algn="ctr" eaLnBrk="1" hangingPunct="1"/>
            <a:r>
              <a:rPr lang="en-US" altLang="zh-CN" b="1"/>
              <a:t>c'</a:t>
            </a:r>
          </a:p>
        </p:txBody>
      </p:sp>
      <p:sp>
        <p:nvSpPr>
          <p:cNvPr id="24" name="Freeform 36">
            <a:extLst>
              <a:ext uri="{FF2B5EF4-FFF2-40B4-BE49-F238E27FC236}">
                <a16:creationId xmlns:a16="http://schemas.microsoft.com/office/drawing/2014/main" id="{F427D2E4-2FC7-DD47-70B8-881F81FCCE99}"/>
              </a:ext>
            </a:extLst>
          </p:cNvPr>
          <p:cNvSpPr>
            <a:spLocks/>
          </p:cNvSpPr>
          <p:nvPr/>
        </p:nvSpPr>
        <p:spPr bwMode="auto">
          <a:xfrm>
            <a:off x="8099462" y="4407558"/>
            <a:ext cx="1587" cy="1108075"/>
          </a:xfrm>
          <a:custGeom>
            <a:avLst/>
            <a:gdLst>
              <a:gd name="T0" fmla="*/ 0 w 1"/>
              <a:gd name="T1" fmla="*/ 3103 h 3103"/>
              <a:gd name="T2" fmla="*/ 0 w 1"/>
              <a:gd name="T3" fmla="*/ 0 h 3103"/>
              <a:gd name="T4" fmla="*/ 1 w 1"/>
              <a:gd name="T5" fmla="*/ 0 h 3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3103">
                <a:moveTo>
                  <a:pt x="0" y="3103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1905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en-US"/>
          </a:p>
        </p:txBody>
      </p:sp>
      <p:sp>
        <p:nvSpPr>
          <p:cNvPr id="25" name="Freeform 47">
            <a:extLst>
              <a:ext uri="{FF2B5EF4-FFF2-40B4-BE49-F238E27FC236}">
                <a16:creationId xmlns:a16="http://schemas.microsoft.com/office/drawing/2014/main" id="{B8EF8381-BB3F-BC09-B29A-3ED08B1FAE56}"/>
              </a:ext>
            </a:extLst>
          </p:cNvPr>
          <p:cNvSpPr>
            <a:spLocks/>
          </p:cNvSpPr>
          <p:nvPr/>
        </p:nvSpPr>
        <p:spPr bwMode="auto">
          <a:xfrm>
            <a:off x="5297524" y="4132920"/>
            <a:ext cx="928688" cy="552450"/>
          </a:xfrm>
          <a:custGeom>
            <a:avLst/>
            <a:gdLst>
              <a:gd name="T0" fmla="*/ 0 w 2583"/>
              <a:gd name="T1" fmla="*/ 0 h 1542"/>
              <a:gd name="T2" fmla="*/ 2581 w 2583"/>
              <a:gd name="T3" fmla="*/ 1542 h 1542"/>
              <a:gd name="T4" fmla="*/ 2583 w 2583"/>
              <a:gd name="T5" fmla="*/ 1542 h 15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583" h="1542">
                <a:moveTo>
                  <a:pt x="0" y="0"/>
                </a:moveTo>
                <a:lnTo>
                  <a:pt x="2581" y="1542"/>
                </a:lnTo>
                <a:lnTo>
                  <a:pt x="2583" y="1542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en-US"/>
          </a:p>
        </p:txBody>
      </p:sp>
      <p:sp>
        <p:nvSpPr>
          <p:cNvPr id="26" name="Freeform 48">
            <a:extLst>
              <a:ext uri="{FF2B5EF4-FFF2-40B4-BE49-F238E27FC236}">
                <a16:creationId xmlns:a16="http://schemas.microsoft.com/office/drawing/2014/main" id="{150B447F-3929-F7BB-514E-11B6172FECB5}"/>
              </a:ext>
            </a:extLst>
          </p:cNvPr>
          <p:cNvSpPr>
            <a:spLocks/>
          </p:cNvSpPr>
          <p:nvPr/>
        </p:nvSpPr>
        <p:spPr bwMode="auto">
          <a:xfrm>
            <a:off x="6226212" y="5236233"/>
            <a:ext cx="1874837" cy="279400"/>
          </a:xfrm>
          <a:custGeom>
            <a:avLst/>
            <a:gdLst>
              <a:gd name="T0" fmla="*/ 0 w 5213"/>
              <a:gd name="T1" fmla="*/ 0 h 790"/>
              <a:gd name="T2" fmla="*/ 5212 w 5213"/>
              <a:gd name="T3" fmla="*/ 790 h 790"/>
              <a:gd name="T4" fmla="*/ 5213 w 5213"/>
              <a:gd name="T5" fmla="*/ 790 h 7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213" h="790">
                <a:moveTo>
                  <a:pt x="0" y="0"/>
                </a:moveTo>
                <a:lnTo>
                  <a:pt x="5212" y="790"/>
                </a:lnTo>
                <a:lnTo>
                  <a:pt x="5213" y="790"/>
                </a:lnTo>
              </a:path>
            </a:pathLst>
          </a:custGeom>
          <a:noFill/>
          <a:ln w="571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en-US"/>
          </a:p>
        </p:txBody>
      </p:sp>
      <p:sp>
        <p:nvSpPr>
          <p:cNvPr id="27" name="Freeform 54">
            <a:extLst>
              <a:ext uri="{FF2B5EF4-FFF2-40B4-BE49-F238E27FC236}">
                <a16:creationId xmlns:a16="http://schemas.microsoft.com/office/drawing/2014/main" id="{C1B4D4F7-13DE-B4F7-988C-B58D10DF432E}"/>
              </a:ext>
            </a:extLst>
          </p:cNvPr>
          <p:cNvSpPr>
            <a:spLocks/>
          </p:cNvSpPr>
          <p:nvPr/>
        </p:nvSpPr>
        <p:spPr bwMode="auto">
          <a:xfrm>
            <a:off x="5748374" y="2089808"/>
            <a:ext cx="1638300" cy="925512"/>
          </a:xfrm>
          <a:custGeom>
            <a:avLst/>
            <a:gdLst>
              <a:gd name="T0" fmla="*/ 0 w 4558"/>
              <a:gd name="T1" fmla="*/ 0 h 2599"/>
              <a:gd name="T2" fmla="*/ 4557 w 4558"/>
              <a:gd name="T3" fmla="*/ 2599 h 2599"/>
              <a:gd name="T4" fmla="*/ 4558 w 4558"/>
              <a:gd name="T5" fmla="*/ 2599 h 25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558" h="2599">
                <a:moveTo>
                  <a:pt x="0" y="0"/>
                </a:moveTo>
                <a:lnTo>
                  <a:pt x="4557" y="2599"/>
                </a:lnTo>
                <a:lnTo>
                  <a:pt x="4558" y="2599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en-US"/>
          </a:p>
        </p:txBody>
      </p:sp>
      <p:sp>
        <p:nvSpPr>
          <p:cNvPr id="28" name="Text Box 56">
            <a:extLst>
              <a:ext uri="{FF2B5EF4-FFF2-40B4-BE49-F238E27FC236}">
                <a16:creationId xmlns:a16="http://schemas.microsoft.com/office/drawing/2014/main" id="{8D68786E-2622-BA39-D228-942F793243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1374" y="5960133"/>
            <a:ext cx="196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1pPr>
            <a:lvl2pPr marL="458788"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2pPr>
            <a:lvl3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3pPr>
            <a:lvl4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4pPr>
            <a:lvl5pPr marL="1827213"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5pPr>
            <a:lvl6pPr marL="2284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6pPr>
            <a:lvl7pPr marL="27416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7pPr>
            <a:lvl8pPr marL="31988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8pPr>
            <a:lvl9pPr marL="36560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9pPr>
          </a:lstStyle>
          <a:p>
            <a:pPr algn="ctr" eaLnBrk="1" hangingPunct="1"/>
            <a:r>
              <a:rPr lang="en-US" altLang="zh-CN" sz="2000" b="1"/>
              <a:t>H</a:t>
            </a:r>
          </a:p>
        </p:txBody>
      </p:sp>
      <p:grpSp>
        <p:nvGrpSpPr>
          <p:cNvPr id="29" name="Group 74">
            <a:extLst>
              <a:ext uri="{FF2B5EF4-FFF2-40B4-BE49-F238E27FC236}">
                <a16:creationId xmlns:a16="http://schemas.microsoft.com/office/drawing/2014/main" id="{48BB37C4-FB77-253F-148F-545A017A40A0}"/>
              </a:ext>
            </a:extLst>
          </p:cNvPr>
          <p:cNvGrpSpPr>
            <a:grpSpLocks/>
          </p:cNvGrpSpPr>
          <p:nvPr/>
        </p:nvGrpSpPr>
        <p:grpSpPr bwMode="auto">
          <a:xfrm>
            <a:off x="6450050" y="1024595"/>
            <a:ext cx="3586163" cy="3403600"/>
            <a:chOff x="2882" y="676"/>
            <a:chExt cx="2259" cy="2144"/>
          </a:xfrm>
        </p:grpSpPr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C52B4957-6911-B98B-4C56-27C842FFF7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8" y="2561"/>
              <a:ext cx="135" cy="17"/>
            </a:xfrm>
            <a:custGeom>
              <a:avLst/>
              <a:gdLst>
                <a:gd name="T0" fmla="*/ 0 w 600"/>
                <a:gd name="T1" fmla="*/ 0 h 67"/>
                <a:gd name="T2" fmla="*/ 599 w 600"/>
                <a:gd name="T3" fmla="*/ 67 h 67"/>
                <a:gd name="T4" fmla="*/ 600 w 600"/>
                <a:gd name="T5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00" h="67">
                  <a:moveTo>
                    <a:pt x="0" y="0"/>
                  </a:moveTo>
                  <a:lnTo>
                    <a:pt x="599" y="67"/>
                  </a:lnTo>
                  <a:lnTo>
                    <a:pt x="600" y="67"/>
                  </a:lnTo>
                </a:path>
              </a:pathLst>
            </a:custGeom>
            <a:noFill/>
            <a:ln w="317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grpSp>
          <p:nvGrpSpPr>
            <p:cNvPr id="31" name="Group 70">
              <a:extLst>
                <a:ext uri="{FF2B5EF4-FFF2-40B4-BE49-F238E27FC236}">
                  <a16:creationId xmlns:a16="http://schemas.microsoft.com/office/drawing/2014/main" id="{69958933-1DC9-73B2-35E3-520AFC2F8C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2" y="676"/>
              <a:ext cx="2259" cy="2144"/>
              <a:chOff x="2871" y="671"/>
              <a:chExt cx="2259" cy="2144"/>
            </a:xfrm>
          </p:grpSpPr>
          <p:grpSp>
            <p:nvGrpSpPr>
              <p:cNvPr id="32" name="Group 69">
                <a:extLst>
                  <a:ext uri="{FF2B5EF4-FFF2-40B4-BE49-F238E27FC236}">
                    <a16:creationId xmlns:a16="http://schemas.microsoft.com/office/drawing/2014/main" id="{1EE7B5DC-6D4E-939B-40B5-50C65B2B3AD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71" y="671"/>
                <a:ext cx="2259" cy="2144"/>
                <a:chOff x="2871" y="671"/>
                <a:chExt cx="2259" cy="2144"/>
              </a:xfrm>
            </p:grpSpPr>
            <p:sp>
              <p:nvSpPr>
                <p:cNvPr id="34" name="Freeform 9">
                  <a:extLst>
                    <a:ext uri="{FF2B5EF4-FFF2-40B4-BE49-F238E27FC236}">
                      <a16:creationId xmlns:a16="http://schemas.microsoft.com/office/drawing/2014/main" id="{ECF94F76-4708-7C10-DF75-77D201930A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50" y="2670"/>
                  <a:ext cx="1280" cy="144"/>
                </a:xfrm>
                <a:custGeom>
                  <a:avLst/>
                  <a:gdLst>
                    <a:gd name="T0" fmla="*/ 0 w 5653"/>
                    <a:gd name="T1" fmla="*/ 0 h 640"/>
                    <a:gd name="T2" fmla="*/ 5652 w 5653"/>
                    <a:gd name="T3" fmla="*/ 640 h 640"/>
                    <a:gd name="T4" fmla="*/ 5653 w 5653"/>
                    <a:gd name="T5" fmla="*/ 640 h 6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653" h="640">
                      <a:moveTo>
                        <a:pt x="0" y="0"/>
                      </a:moveTo>
                      <a:lnTo>
                        <a:pt x="5652" y="640"/>
                      </a:lnTo>
                      <a:lnTo>
                        <a:pt x="5653" y="640"/>
                      </a:lnTo>
                    </a:path>
                  </a:pathLst>
                </a:custGeom>
                <a:noFill/>
                <a:ln w="31750" cmpd="sng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5" name="Freeform 19">
                  <a:extLst>
                    <a:ext uri="{FF2B5EF4-FFF2-40B4-BE49-F238E27FC236}">
                      <a16:creationId xmlns:a16="http://schemas.microsoft.com/office/drawing/2014/main" id="{B4787384-3C3C-1377-1BB3-481F87DC05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71" y="671"/>
                  <a:ext cx="2243" cy="237"/>
                </a:xfrm>
                <a:custGeom>
                  <a:avLst/>
                  <a:gdLst>
                    <a:gd name="T0" fmla="*/ 0 w 9906"/>
                    <a:gd name="T1" fmla="*/ 0 h 1050"/>
                    <a:gd name="T2" fmla="*/ 9905 w 9906"/>
                    <a:gd name="T3" fmla="*/ 1050 h 1050"/>
                    <a:gd name="T4" fmla="*/ 9906 w 9906"/>
                    <a:gd name="T5" fmla="*/ 1050 h 10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9906" h="1050">
                      <a:moveTo>
                        <a:pt x="0" y="0"/>
                      </a:moveTo>
                      <a:lnTo>
                        <a:pt x="9905" y="1050"/>
                      </a:lnTo>
                      <a:lnTo>
                        <a:pt x="9906" y="1050"/>
                      </a:lnTo>
                    </a:path>
                  </a:pathLst>
                </a:custGeom>
                <a:noFill/>
                <a:ln w="12700" cmpd="sng">
                  <a:solidFill>
                    <a:schemeClr val="accent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6" name="Freeform 22">
                  <a:extLst>
                    <a:ext uri="{FF2B5EF4-FFF2-40B4-BE49-F238E27FC236}">
                      <a16:creationId xmlns:a16="http://schemas.microsoft.com/office/drawing/2014/main" id="{B7BFF7C0-575D-9AA0-849A-6034FA2FCD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18" y="911"/>
                  <a:ext cx="1" cy="1904"/>
                </a:xfrm>
                <a:custGeom>
                  <a:avLst/>
                  <a:gdLst>
                    <a:gd name="T0" fmla="*/ 0 w 1"/>
                    <a:gd name="T1" fmla="*/ 0 h 8480"/>
                    <a:gd name="T2" fmla="*/ 0 w 1"/>
                    <a:gd name="T3" fmla="*/ 8480 h 8480"/>
                    <a:gd name="T4" fmla="*/ 1 w 1"/>
                    <a:gd name="T5" fmla="*/ 8480 h 84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8480">
                      <a:moveTo>
                        <a:pt x="0" y="0"/>
                      </a:moveTo>
                      <a:lnTo>
                        <a:pt x="0" y="8480"/>
                      </a:lnTo>
                      <a:lnTo>
                        <a:pt x="1" y="8480"/>
                      </a:lnTo>
                    </a:path>
                  </a:pathLst>
                </a:custGeom>
                <a:noFill/>
                <a:ln w="12700" cmpd="sng">
                  <a:solidFill>
                    <a:schemeClr val="accent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7" name="Freeform 35">
                  <a:extLst>
                    <a:ext uri="{FF2B5EF4-FFF2-40B4-BE49-F238E27FC236}">
                      <a16:creationId xmlns:a16="http://schemas.microsoft.com/office/drawing/2014/main" id="{E61E7180-3C2B-41E9-E789-EC99975D26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8" y="675"/>
                  <a:ext cx="1" cy="1886"/>
                </a:xfrm>
                <a:custGeom>
                  <a:avLst/>
                  <a:gdLst>
                    <a:gd name="T0" fmla="*/ 0 w 2"/>
                    <a:gd name="T1" fmla="*/ 0 h 8394"/>
                    <a:gd name="T2" fmla="*/ 0 w 2"/>
                    <a:gd name="T3" fmla="*/ 8394 h 8394"/>
                    <a:gd name="T4" fmla="*/ 2 w 2"/>
                    <a:gd name="T5" fmla="*/ 8394 h 83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8394">
                      <a:moveTo>
                        <a:pt x="0" y="0"/>
                      </a:moveTo>
                      <a:lnTo>
                        <a:pt x="0" y="8394"/>
                      </a:lnTo>
                      <a:lnTo>
                        <a:pt x="2" y="8394"/>
                      </a:lnTo>
                    </a:path>
                  </a:pathLst>
                </a:custGeom>
                <a:noFill/>
                <a:ln w="12700" cmpd="sng">
                  <a:solidFill>
                    <a:schemeClr val="accent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33" name="Text Box 57">
                <a:extLst>
                  <a:ext uri="{FF2B5EF4-FFF2-40B4-BE49-F238E27FC236}">
                    <a16:creationId xmlns:a16="http://schemas.microsoft.com/office/drawing/2014/main" id="{1046AFC9-DD54-0C08-B20A-2434D04BDF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33" y="1053"/>
                <a:ext cx="16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1pPr>
                <a:lvl2pPr marL="458788"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2pPr>
                <a:lvl3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3pPr>
                <a:lvl4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4pPr>
                <a:lvl5pPr marL="1827213"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5pPr>
                <a:lvl6pPr marL="22844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6pPr>
                <a:lvl7pPr marL="27416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7pPr>
                <a:lvl8pPr marL="31988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8pPr>
                <a:lvl9pPr marL="36560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/>
                  <a:t>V</a:t>
                </a:r>
                <a:r>
                  <a:rPr lang="en-US" altLang="zh-CN" sz="2000" b="1" baseline="-25000"/>
                  <a:t>1</a:t>
                </a:r>
                <a:endParaRPr lang="en-US" altLang="zh-CN" sz="2000" b="1"/>
              </a:p>
            </p:txBody>
          </p:sp>
        </p:grpSp>
      </p:grpSp>
      <p:sp>
        <p:nvSpPr>
          <p:cNvPr id="38" name="Text Box 58">
            <a:extLst>
              <a:ext uri="{FF2B5EF4-FFF2-40B4-BE49-F238E27FC236}">
                <a16:creationId xmlns:a16="http://schemas.microsoft.com/office/drawing/2014/main" id="{AA92D56F-D8AD-BD2C-6EC3-6576ED31FE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1888" y="2777195"/>
            <a:ext cx="17152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66FF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1pPr>
            <a:lvl2pPr marL="458788"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2pPr>
            <a:lvl3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3pPr>
            <a:lvl4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4pPr>
            <a:lvl5pPr marL="1827213"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5pPr>
            <a:lvl6pPr marL="2284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6pPr>
            <a:lvl7pPr marL="27416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7pPr>
            <a:lvl8pPr marL="31988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8pPr>
            <a:lvl9pPr marL="36560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9pPr>
          </a:lstStyle>
          <a:p>
            <a:pPr algn="ctr" eaLnBrk="1" hangingPunct="1"/>
            <a:r>
              <a:rPr lang="en-US" altLang="zh-CN" sz="2000" b="1" i="1" dirty="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39" name="Text Box 59">
            <a:extLst>
              <a:ext uri="{FF2B5EF4-FFF2-40B4-BE49-F238E27FC236}">
                <a16:creationId xmlns:a16="http://schemas.microsoft.com/office/drawing/2014/main" id="{26FE7C7F-BC9F-DC33-3AFC-E3C3CE797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7732" y="4655208"/>
            <a:ext cx="17152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1pPr>
            <a:lvl2pPr marL="458788"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2pPr>
            <a:lvl3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3pPr>
            <a:lvl4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4pPr>
            <a:lvl5pPr marL="1827213"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5pPr>
            <a:lvl6pPr marL="2284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6pPr>
            <a:lvl7pPr marL="27416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7pPr>
            <a:lvl8pPr marL="31988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8pPr>
            <a:lvl9pPr marL="36560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9pPr>
          </a:lstStyle>
          <a:p>
            <a:pPr algn="ctr" eaLnBrk="1" hangingPunct="1"/>
            <a:r>
              <a:rPr lang="en-US" altLang="zh-CN" sz="2000" b="1" i="1" dirty="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40" name="Text Box 60">
            <a:extLst>
              <a:ext uri="{FF2B5EF4-FFF2-40B4-BE49-F238E27FC236}">
                <a16:creationId xmlns:a16="http://schemas.microsoft.com/office/drawing/2014/main" id="{25D9D693-B367-E70E-26A5-BFB0674AC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2776" y="4304370"/>
            <a:ext cx="17152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1pPr>
            <a:lvl2pPr marL="458788"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2pPr>
            <a:lvl3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3pPr>
            <a:lvl4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4pPr>
            <a:lvl5pPr marL="1827213"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5pPr>
            <a:lvl6pPr marL="2284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6pPr>
            <a:lvl7pPr marL="27416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7pPr>
            <a:lvl8pPr marL="31988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8pPr>
            <a:lvl9pPr marL="36560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9pPr>
          </a:lstStyle>
          <a:p>
            <a:pPr algn="ctr" eaLnBrk="1" hangingPunct="1"/>
            <a:r>
              <a:rPr lang="en-US" altLang="zh-CN" sz="2000" b="1" i="1" dirty="0">
                <a:solidFill>
                  <a:schemeClr val="accent2"/>
                </a:solidFill>
              </a:rPr>
              <a:t>C</a:t>
            </a:r>
          </a:p>
        </p:txBody>
      </p:sp>
      <p:sp>
        <p:nvSpPr>
          <p:cNvPr id="41" name="Text Box 61">
            <a:extLst>
              <a:ext uri="{FF2B5EF4-FFF2-40B4-BE49-F238E27FC236}">
                <a16:creationId xmlns:a16="http://schemas.microsoft.com/office/drawing/2014/main" id="{8870512F-513B-0972-F24F-4F3D7F756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0849" y="5218770"/>
            <a:ext cx="1538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1pPr>
            <a:lvl2pPr marL="458788"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2pPr>
            <a:lvl3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3pPr>
            <a:lvl4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4pPr>
            <a:lvl5pPr marL="1827213"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5pPr>
            <a:lvl6pPr marL="2284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6pPr>
            <a:lvl7pPr marL="27416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7pPr>
            <a:lvl8pPr marL="31988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8pPr>
            <a:lvl9pPr marL="36560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9pPr>
          </a:lstStyle>
          <a:p>
            <a:pPr algn="ctr" eaLnBrk="1" hangingPunct="1"/>
            <a:r>
              <a:rPr lang="en-US" altLang="zh-CN" b="1" i="1"/>
              <a:t>b</a:t>
            </a:r>
          </a:p>
        </p:txBody>
      </p:sp>
      <p:sp>
        <p:nvSpPr>
          <p:cNvPr id="42" name="Text Box 62">
            <a:extLst>
              <a:ext uri="{FF2B5EF4-FFF2-40B4-BE49-F238E27FC236}">
                <a16:creationId xmlns:a16="http://schemas.microsoft.com/office/drawing/2014/main" id="{67398ABF-6AA0-6284-8027-88646DEF95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0993" y="5368089"/>
            <a:ext cx="1538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1pPr>
            <a:lvl2pPr marL="458788"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2pPr>
            <a:lvl3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3pPr>
            <a:lvl4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4pPr>
            <a:lvl5pPr marL="1827213"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5pPr>
            <a:lvl6pPr marL="2284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6pPr>
            <a:lvl7pPr marL="27416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7pPr>
            <a:lvl8pPr marL="31988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8pPr>
            <a:lvl9pPr marL="36560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9pPr>
          </a:lstStyle>
          <a:p>
            <a:pPr algn="ctr" eaLnBrk="1" hangingPunct="1"/>
            <a:r>
              <a:rPr lang="en-US" altLang="zh-CN" b="1" i="1" dirty="0"/>
              <a:t>a</a:t>
            </a:r>
          </a:p>
        </p:txBody>
      </p:sp>
      <p:sp>
        <p:nvSpPr>
          <p:cNvPr id="43" name="Text Box 66">
            <a:extLst>
              <a:ext uri="{FF2B5EF4-FFF2-40B4-BE49-F238E27FC236}">
                <a16:creationId xmlns:a16="http://schemas.microsoft.com/office/drawing/2014/main" id="{F2438C83-1580-298B-BA55-3EBD05C52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4174" y="4045608"/>
            <a:ext cx="32226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1pPr>
            <a:lvl2pPr marL="458788"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2pPr>
            <a:lvl3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3pPr>
            <a:lvl4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4pPr>
            <a:lvl5pPr marL="1827213"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5pPr>
            <a:lvl6pPr marL="2284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6pPr>
            <a:lvl7pPr marL="27416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7pPr>
            <a:lvl8pPr marL="31988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8pPr>
            <a:lvl9pPr marL="36560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9pPr>
          </a:lstStyle>
          <a:p>
            <a:pPr algn="ctr" eaLnBrk="1" hangingPunct="1"/>
            <a:r>
              <a:rPr lang="en-US" altLang="zh-CN" b="1"/>
              <a:t>X</a:t>
            </a:r>
            <a:r>
              <a:rPr lang="en-US" altLang="zh-CN" b="1" baseline="-25000"/>
              <a:t>1</a:t>
            </a:r>
            <a:endParaRPr lang="en-US" altLang="zh-CN" b="1"/>
          </a:p>
        </p:txBody>
      </p:sp>
      <p:sp>
        <p:nvSpPr>
          <p:cNvPr id="44" name="Text Box 67">
            <a:extLst>
              <a:ext uri="{FF2B5EF4-FFF2-40B4-BE49-F238E27FC236}">
                <a16:creationId xmlns:a16="http://schemas.microsoft.com/office/drawing/2014/main" id="{1925363C-8B5D-A118-724C-711A7F7F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8778" y="5439433"/>
            <a:ext cx="13625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1pPr>
            <a:lvl2pPr marL="458788"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2pPr>
            <a:lvl3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3pPr>
            <a:lvl4pPr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4pPr>
            <a:lvl5pPr marL="1827213" algn="l" eaLnBrk="0" hangingPunct="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5pPr>
            <a:lvl6pPr marL="2284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6pPr>
            <a:lvl7pPr marL="27416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7pPr>
            <a:lvl8pPr marL="31988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8pPr>
            <a:lvl9pPr marL="36560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  <a:cs typeface="宋体" charset="-122"/>
              </a:defRPr>
            </a:lvl9pPr>
          </a:lstStyle>
          <a:p>
            <a:pPr algn="ctr" eaLnBrk="1" hangingPunct="1"/>
            <a:r>
              <a:rPr lang="en-US" altLang="zh-CN" b="1" i="1"/>
              <a:t>c</a:t>
            </a:r>
          </a:p>
        </p:txBody>
      </p:sp>
      <p:grpSp>
        <p:nvGrpSpPr>
          <p:cNvPr id="45" name="Group 75">
            <a:extLst>
              <a:ext uri="{FF2B5EF4-FFF2-40B4-BE49-F238E27FC236}">
                <a16:creationId xmlns:a16="http://schemas.microsoft.com/office/drawing/2014/main" id="{F50F59AB-4791-796A-8143-A63DCA41B6D7}"/>
              </a:ext>
            </a:extLst>
          </p:cNvPr>
          <p:cNvGrpSpPr>
            <a:grpSpLocks/>
          </p:cNvGrpSpPr>
          <p:nvPr/>
        </p:nvGrpSpPr>
        <p:grpSpPr bwMode="auto">
          <a:xfrm>
            <a:off x="6200813" y="1373845"/>
            <a:ext cx="2881313" cy="3324225"/>
            <a:chOff x="2741" y="888"/>
            <a:chExt cx="1815" cy="2094"/>
          </a:xfrm>
        </p:grpSpPr>
        <p:sp>
          <p:nvSpPr>
            <p:cNvPr id="46" name="Freeform 17">
              <a:extLst>
                <a:ext uri="{FF2B5EF4-FFF2-40B4-BE49-F238E27FC236}">
                  <a16:creationId xmlns:a16="http://schemas.microsoft.com/office/drawing/2014/main" id="{1341408E-747A-C3B4-9294-BEA44FCD03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6" y="2230"/>
              <a:ext cx="128" cy="26"/>
            </a:xfrm>
            <a:custGeom>
              <a:avLst/>
              <a:gdLst>
                <a:gd name="T0" fmla="*/ 0 w 569"/>
                <a:gd name="T1" fmla="*/ 108 h 108"/>
                <a:gd name="T2" fmla="*/ 568 w 569"/>
                <a:gd name="T3" fmla="*/ 0 h 108"/>
                <a:gd name="T4" fmla="*/ 569 w 569"/>
                <a:gd name="T5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9" h="108">
                  <a:moveTo>
                    <a:pt x="0" y="108"/>
                  </a:moveTo>
                  <a:lnTo>
                    <a:pt x="568" y="0"/>
                  </a:lnTo>
                  <a:lnTo>
                    <a:pt x="569" y="0"/>
                  </a:lnTo>
                </a:path>
              </a:pathLst>
            </a:custGeom>
            <a:noFill/>
            <a:ln w="571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grpSp>
          <p:nvGrpSpPr>
            <p:cNvPr id="47" name="Group 71">
              <a:extLst>
                <a:ext uri="{FF2B5EF4-FFF2-40B4-BE49-F238E27FC236}">
                  <a16:creationId xmlns:a16="http://schemas.microsoft.com/office/drawing/2014/main" id="{F93D3952-4DE7-D3F1-2B12-1968913E8C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1" y="888"/>
              <a:ext cx="1815" cy="2094"/>
              <a:chOff x="2741" y="888"/>
              <a:chExt cx="1815" cy="2094"/>
            </a:xfrm>
          </p:grpSpPr>
          <p:sp>
            <p:nvSpPr>
              <p:cNvPr id="48" name="Line 12">
                <a:extLst>
                  <a:ext uri="{FF2B5EF4-FFF2-40B4-BE49-F238E27FC236}">
                    <a16:creationId xmlns:a16="http://schemas.microsoft.com/office/drawing/2014/main" id="{CDEAE787-AA3C-A321-31C5-BC9586C728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1480000" flipV="1">
                <a:off x="3468" y="1252"/>
                <a:ext cx="357" cy="681"/>
              </a:xfrm>
              <a:prstGeom prst="line">
                <a:avLst/>
              </a:prstGeom>
              <a:noFill/>
              <a:ln w="127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9" name="Freeform 16">
                <a:extLst>
                  <a:ext uri="{FF2B5EF4-FFF2-40B4-BE49-F238E27FC236}">
                    <a16:creationId xmlns:a16="http://schemas.microsoft.com/office/drawing/2014/main" id="{6A24023A-C64D-F9B2-2ED6-0120462AE8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1" y="2256"/>
                <a:ext cx="395" cy="726"/>
              </a:xfrm>
              <a:custGeom>
                <a:avLst/>
                <a:gdLst>
                  <a:gd name="T0" fmla="*/ 0 w 1744"/>
                  <a:gd name="T1" fmla="*/ 3233 h 3233"/>
                  <a:gd name="T2" fmla="*/ 1743 w 1744"/>
                  <a:gd name="T3" fmla="*/ 0 h 3233"/>
                  <a:gd name="T4" fmla="*/ 1744 w 1744"/>
                  <a:gd name="T5" fmla="*/ 0 h 3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44" h="3233">
                    <a:moveTo>
                      <a:pt x="0" y="3233"/>
                    </a:moveTo>
                    <a:lnTo>
                      <a:pt x="1743" y="0"/>
                    </a:lnTo>
                    <a:lnTo>
                      <a:pt x="1744" y="0"/>
                    </a:lnTo>
                  </a:path>
                </a:pathLst>
              </a:custGeom>
              <a:noFill/>
              <a:ln w="12700" cmpd="sng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0" name="Freeform 39">
                <a:extLst>
                  <a:ext uri="{FF2B5EF4-FFF2-40B4-BE49-F238E27FC236}">
                    <a16:creationId xmlns:a16="http://schemas.microsoft.com/office/drawing/2014/main" id="{4ABFD1C4-9738-9685-D3DC-DE6F568D6B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6" y="1193"/>
                <a:ext cx="696" cy="1062"/>
              </a:xfrm>
              <a:custGeom>
                <a:avLst/>
                <a:gdLst>
                  <a:gd name="T0" fmla="*/ 3075 w 3075"/>
                  <a:gd name="T1" fmla="*/ 0 h 4725"/>
                  <a:gd name="T2" fmla="*/ 0 w 3075"/>
                  <a:gd name="T3" fmla="*/ 4725 h 4725"/>
                  <a:gd name="T4" fmla="*/ 1 w 3075"/>
                  <a:gd name="T5" fmla="*/ 4725 h 4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075" h="4725">
                    <a:moveTo>
                      <a:pt x="3075" y="0"/>
                    </a:moveTo>
                    <a:lnTo>
                      <a:pt x="0" y="4725"/>
                    </a:lnTo>
                    <a:lnTo>
                      <a:pt x="1" y="4725"/>
                    </a:lnTo>
                  </a:path>
                </a:pathLst>
              </a:custGeom>
              <a:noFill/>
              <a:ln w="571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1" name="Freeform 41">
                <a:extLst>
                  <a:ext uri="{FF2B5EF4-FFF2-40B4-BE49-F238E27FC236}">
                    <a16:creationId xmlns:a16="http://schemas.microsoft.com/office/drawing/2014/main" id="{954B3FE5-1EA4-3E5C-66AF-8DF45100DF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1" y="2039"/>
                <a:ext cx="347" cy="768"/>
              </a:xfrm>
              <a:custGeom>
                <a:avLst/>
                <a:gdLst>
                  <a:gd name="T0" fmla="*/ 0 w 1536"/>
                  <a:gd name="T1" fmla="*/ 3421 h 3421"/>
                  <a:gd name="T2" fmla="*/ 1535 w 1536"/>
                  <a:gd name="T3" fmla="*/ 0 h 3421"/>
                  <a:gd name="T4" fmla="*/ 1536 w 1536"/>
                  <a:gd name="T5" fmla="*/ 0 h 34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36" h="3421">
                    <a:moveTo>
                      <a:pt x="0" y="3421"/>
                    </a:moveTo>
                    <a:lnTo>
                      <a:pt x="1535" y="0"/>
                    </a:lnTo>
                    <a:lnTo>
                      <a:pt x="1536" y="0"/>
                    </a:lnTo>
                  </a:path>
                </a:pathLst>
              </a:custGeom>
              <a:noFill/>
              <a:ln w="12700" cmpd="sng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2" name="Freeform 44">
                <a:extLst>
                  <a:ext uri="{FF2B5EF4-FFF2-40B4-BE49-F238E27FC236}">
                    <a16:creationId xmlns:a16="http://schemas.microsoft.com/office/drawing/2014/main" id="{F3534C09-1976-B7AD-0173-6FBD705FB5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2" y="1193"/>
                <a:ext cx="436" cy="846"/>
              </a:xfrm>
              <a:custGeom>
                <a:avLst/>
                <a:gdLst>
                  <a:gd name="T0" fmla="*/ 1929 w 1929"/>
                  <a:gd name="T1" fmla="*/ 3766 h 3766"/>
                  <a:gd name="T2" fmla="*/ 0 w 1929"/>
                  <a:gd name="T3" fmla="*/ 0 h 3766"/>
                  <a:gd name="T4" fmla="*/ 1 w 1929"/>
                  <a:gd name="T5" fmla="*/ 0 h 37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29" h="3766">
                    <a:moveTo>
                      <a:pt x="1929" y="376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571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3" name="Freeform 45">
                <a:extLst>
                  <a:ext uri="{FF2B5EF4-FFF2-40B4-BE49-F238E27FC236}">
                    <a16:creationId xmlns:a16="http://schemas.microsoft.com/office/drawing/2014/main" id="{326986AE-123E-2FD4-15AE-8FA77F2CBA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2" y="2039"/>
                <a:ext cx="676" cy="128"/>
              </a:xfrm>
              <a:custGeom>
                <a:avLst/>
                <a:gdLst>
                  <a:gd name="T0" fmla="*/ 0 w 2985"/>
                  <a:gd name="T1" fmla="*/ 572 h 572"/>
                  <a:gd name="T2" fmla="*/ 2984 w 2985"/>
                  <a:gd name="T3" fmla="*/ 0 h 572"/>
                  <a:gd name="T4" fmla="*/ 2985 w 2985"/>
                  <a:gd name="T5" fmla="*/ 0 h 5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985" h="572">
                    <a:moveTo>
                      <a:pt x="0" y="572"/>
                    </a:moveTo>
                    <a:lnTo>
                      <a:pt x="2984" y="0"/>
                    </a:lnTo>
                    <a:lnTo>
                      <a:pt x="2985" y="0"/>
                    </a:lnTo>
                  </a:path>
                </a:pathLst>
              </a:custGeom>
              <a:noFill/>
              <a:ln w="571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4" name="Text Box 63">
                <a:extLst>
                  <a:ext uri="{FF2B5EF4-FFF2-40B4-BE49-F238E27FC236}">
                    <a16:creationId xmlns:a16="http://schemas.microsoft.com/office/drawing/2014/main" id="{351DF9C1-8982-4B6F-0213-8A583EA249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13" y="888"/>
                <a:ext cx="20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1pPr>
                <a:lvl2pPr marL="458788"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2pPr>
                <a:lvl3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3pPr>
                <a:lvl4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4pPr>
                <a:lvl5pPr marL="1827213"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5pPr>
                <a:lvl6pPr marL="22844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6pPr>
                <a:lvl7pPr marL="27416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7pPr>
                <a:lvl8pPr marL="31988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8pPr>
                <a:lvl9pPr marL="36560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9pPr>
              </a:lstStyle>
              <a:p>
                <a:pPr algn="ctr" eaLnBrk="1" hangingPunct="1"/>
                <a:r>
                  <a:rPr lang="en-US" altLang="zh-CN" b="1" i="1" dirty="0">
                    <a:solidFill>
                      <a:srgbClr val="FF0000"/>
                    </a:solidFill>
                  </a:rPr>
                  <a:t>a</a:t>
                </a:r>
                <a:r>
                  <a:rPr lang="en-US" altLang="zh-CN" sz="1800" b="1" i="1" dirty="0">
                    <a:solidFill>
                      <a:srgbClr val="FF0000"/>
                    </a:solidFill>
                  </a:rPr>
                  <a:t>'</a:t>
                </a:r>
                <a:r>
                  <a:rPr lang="en-US" altLang="zh-CN" b="1" i="1" baseline="-25000" dirty="0">
                    <a:solidFill>
                      <a:srgbClr val="FF0000"/>
                    </a:solidFill>
                  </a:rPr>
                  <a:t>1</a:t>
                </a:r>
                <a:endParaRPr lang="en-US" altLang="zh-CN" b="1" i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5" name="Text Box 64">
                <a:extLst>
                  <a:ext uri="{FF2B5EF4-FFF2-40B4-BE49-F238E27FC236}">
                    <a16:creationId xmlns:a16="http://schemas.microsoft.com/office/drawing/2014/main" id="{573A8628-4FC6-6658-E05E-4E13433822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5" y="1776"/>
                <a:ext cx="191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1pPr>
                <a:lvl2pPr marL="458788"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2pPr>
                <a:lvl3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3pPr>
                <a:lvl4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4pPr>
                <a:lvl5pPr marL="1827213"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5pPr>
                <a:lvl6pPr marL="22844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6pPr>
                <a:lvl7pPr marL="27416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7pPr>
                <a:lvl8pPr marL="31988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8pPr>
                <a:lvl9pPr marL="36560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9pPr>
              </a:lstStyle>
              <a:p>
                <a:pPr algn="ctr" eaLnBrk="1" hangingPunct="1"/>
                <a:r>
                  <a:rPr lang="en-US" altLang="zh-CN" b="1" i="1" dirty="0">
                    <a:solidFill>
                      <a:srgbClr val="FF0000"/>
                    </a:solidFill>
                  </a:rPr>
                  <a:t>c</a:t>
                </a:r>
                <a:r>
                  <a:rPr lang="en-US" altLang="zh-CN" sz="1800" b="1" i="1" dirty="0">
                    <a:solidFill>
                      <a:srgbClr val="FF0000"/>
                    </a:solidFill>
                  </a:rPr>
                  <a:t>'</a:t>
                </a:r>
                <a:r>
                  <a:rPr lang="en-US" altLang="zh-CN" b="1" i="1" baseline="-25000" dirty="0">
                    <a:solidFill>
                      <a:srgbClr val="FF0000"/>
                    </a:solidFill>
                  </a:rPr>
                  <a:t>1</a:t>
                </a:r>
                <a:endParaRPr lang="en-US" altLang="zh-CN" b="1" i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6" name="Text Box 65">
                <a:extLst>
                  <a:ext uri="{FF2B5EF4-FFF2-40B4-BE49-F238E27FC236}">
                    <a16:creationId xmlns:a16="http://schemas.microsoft.com/office/drawing/2014/main" id="{EA6E299E-9DE3-A2B6-CA39-6F65E67057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7" y="1799"/>
                <a:ext cx="20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1pPr>
                <a:lvl2pPr marL="458788"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2pPr>
                <a:lvl3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3pPr>
                <a:lvl4pPr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4pPr>
                <a:lvl5pPr marL="1827213" algn="l" eaLnBrk="0" hangingPunct="0"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5pPr>
                <a:lvl6pPr marL="22844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6pPr>
                <a:lvl7pPr marL="27416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7pPr>
                <a:lvl8pPr marL="31988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8pPr>
                <a:lvl9pPr marL="365601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charset="0"/>
                    <a:ea typeface="宋体" charset="-122"/>
                    <a:cs typeface="宋体" charset="-122"/>
                  </a:defRPr>
                </a:lvl9pPr>
              </a:lstStyle>
              <a:p>
                <a:pPr algn="ctr" eaLnBrk="1" hangingPunct="1"/>
                <a:r>
                  <a:rPr lang="en-US" altLang="zh-CN" b="1" i="1" dirty="0">
                    <a:solidFill>
                      <a:srgbClr val="FF0000"/>
                    </a:solidFill>
                  </a:rPr>
                  <a:t>b</a:t>
                </a:r>
                <a:r>
                  <a:rPr lang="en-US" altLang="zh-CN" sz="1800" b="1" i="1" dirty="0">
                    <a:solidFill>
                      <a:srgbClr val="FF0000"/>
                    </a:solidFill>
                  </a:rPr>
                  <a:t>'</a:t>
                </a:r>
                <a:r>
                  <a:rPr lang="en-US" altLang="zh-CN" b="1" i="1" baseline="-25000" dirty="0">
                    <a:solidFill>
                      <a:srgbClr val="FF0000"/>
                    </a:solidFill>
                  </a:rPr>
                  <a:t>1</a:t>
                </a:r>
                <a:endParaRPr lang="en-US" altLang="zh-CN" b="1" i="1" dirty="0">
                  <a:solidFill>
                    <a:srgbClr val="FF0000"/>
                  </a:solidFill>
                </a:endParaRPr>
              </a:p>
            </p:txBody>
          </p:sp>
        </p:grpSp>
      </p:grpSp>
      <p:sp>
        <p:nvSpPr>
          <p:cNvPr id="57" name="Freeform 18">
            <a:extLst>
              <a:ext uri="{FF2B5EF4-FFF2-40B4-BE49-F238E27FC236}">
                <a16:creationId xmlns:a16="http://schemas.microsoft.com/office/drawing/2014/main" id="{96B56880-AC9B-E35A-4EFB-9FF1A2A09836}"/>
              </a:ext>
            </a:extLst>
          </p:cNvPr>
          <p:cNvSpPr>
            <a:spLocks/>
          </p:cNvSpPr>
          <p:nvPr/>
        </p:nvSpPr>
        <p:spPr bwMode="auto">
          <a:xfrm>
            <a:off x="6243674" y="3020083"/>
            <a:ext cx="1831975" cy="1666875"/>
          </a:xfrm>
          <a:custGeom>
            <a:avLst/>
            <a:gdLst>
              <a:gd name="T0" fmla="*/ 912 w 912"/>
              <a:gd name="T1" fmla="*/ 672 h 816"/>
              <a:gd name="T2" fmla="*/ 576 w 912"/>
              <a:gd name="T3" fmla="*/ 0 h 816"/>
              <a:gd name="T4" fmla="*/ 0 w 912"/>
              <a:gd name="T5" fmla="*/ 816 h 816"/>
              <a:gd name="T6" fmla="*/ 912 w 912"/>
              <a:gd name="T7" fmla="*/ 672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12" h="816">
                <a:moveTo>
                  <a:pt x="912" y="672"/>
                </a:moveTo>
                <a:lnTo>
                  <a:pt x="576" y="0"/>
                </a:lnTo>
                <a:lnTo>
                  <a:pt x="0" y="816"/>
                </a:lnTo>
                <a:lnTo>
                  <a:pt x="912" y="672"/>
                </a:lnTo>
                <a:close/>
              </a:path>
            </a:pathLst>
          </a:custGeom>
          <a:solidFill>
            <a:srgbClr val="66FF33"/>
          </a:solidFill>
          <a:ln w="317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endParaRPr lang="en-US"/>
          </a:p>
        </p:txBody>
      </p:sp>
      <p:grpSp>
        <p:nvGrpSpPr>
          <p:cNvPr id="58" name="Group 80">
            <a:extLst>
              <a:ext uri="{FF2B5EF4-FFF2-40B4-BE49-F238E27FC236}">
                <a16:creationId xmlns:a16="http://schemas.microsoft.com/office/drawing/2014/main" id="{1EFB8C2B-99E9-0A9D-4D07-459D861D5C13}"/>
              </a:ext>
            </a:extLst>
          </p:cNvPr>
          <p:cNvGrpSpPr>
            <a:grpSpLocks/>
          </p:cNvGrpSpPr>
          <p:nvPr/>
        </p:nvGrpSpPr>
        <p:grpSpPr bwMode="auto">
          <a:xfrm>
            <a:off x="7653374" y="4320245"/>
            <a:ext cx="1854200" cy="1143000"/>
            <a:chOff x="3640" y="2752"/>
            <a:chExt cx="1168" cy="720"/>
          </a:xfrm>
        </p:grpSpPr>
        <p:sp>
          <p:nvSpPr>
            <p:cNvPr id="59" name="Line 76">
              <a:extLst>
                <a:ext uri="{FF2B5EF4-FFF2-40B4-BE49-F238E27FC236}">
                  <a16:creationId xmlns:a16="http://schemas.microsoft.com/office/drawing/2014/main" id="{D503534D-787C-6723-4762-36EB72A862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8" y="2752"/>
              <a:ext cx="200" cy="44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0" name="Line 77">
              <a:extLst>
                <a:ext uri="{FF2B5EF4-FFF2-40B4-BE49-F238E27FC236}">
                  <a16:creationId xmlns:a16="http://schemas.microsoft.com/office/drawing/2014/main" id="{7E69B7C5-2EB0-F322-3ECD-CC45DE8E6A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0" y="3192"/>
              <a:ext cx="968" cy="28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" name="Line 78">
              <a:extLst>
                <a:ext uri="{FF2B5EF4-FFF2-40B4-BE49-F238E27FC236}">
                  <a16:creationId xmlns:a16="http://schemas.microsoft.com/office/drawing/2014/main" id="{5BA625FF-DBDE-1B2C-63F1-DEFD7BDA6C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16" y="3112"/>
              <a:ext cx="128" cy="12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2" name="Line 79">
              <a:extLst>
                <a:ext uri="{FF2B5EF4-FFF2-40B4-BE49-F238E27FC236}">
                  <a16:creationId xmlns:a16="http://schemas.microsoft.com/office/drawing/2014/main" id="{ECC065BF-2F12-B441-4889-F2D350FD4A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88" y="3160"/>
              <a:ext cx="120" cy="13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63" name="Line 46">
            <a:extLst>
              <a:ext uri="{FF2B5EF4-FFF2-40B4-BE49-F238E27FC236}">
                <a16:creationId xmlns:a16="http://schemas.microsoft.com/office/drawing/2014/main" id="{538A3D53-67A8-2ED4-2575-9C5373AEEA01}"/>
              </a:ext>
            </a:extLst>
          </p:cNvPr>
          <p:cNvSpPr>
            <a:spLocks noChangeShapeType="1"/>
          </p:cNvSpPr>
          <p:nvPr/>
        </p:nvSpPr>
        <p:spPr bwMode="auto">
          <a:xfrm rot="60000">
            <a:off x="7375562" y="3018495"/>
            <a:ext cx="46037" cy="239871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64" name="Rectangle 81">
            <a:extLst>
              <a:ext uri="{FF2B5EF4-FFF2-40B4-BE49-F238E27FC236}">
                <a16:creationId xmlns:a16="http://schemas.microsoft.com/office/drawing/2014/main" id="{1065FB5E-2135-9D1F-9E9D-DD2497A9A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1999" y="5102883"/>
            <a:ext cx="349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28575">
                <a:pattFill prst="trellis">
                  <a:fgClr>
                    <a:srgbClr val="FF3300"/>
                  </a:fgClr>
                  <a:bgClr>
                    <a:srgbClr val="FFFF00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/>
              <a:t>X</a:t>
            </a:r>
          </a:p>
        </p:txBody>
      </p:sp>
      <p:grpSp>
        <p:nvGrpSpPr>
          <p:cNvPr id="65" name="Group 84">
            <a:extLst>
              <a:ext uri="{FF2B5EF4-FFF2-40B4-BE49-F238E27FC236}">
                <a16:creationId xmlns:a16="http://schemas.microsoft.com/office/drawing/2014/main" id="{D8649995-2BFD-4E17-AC72-394259EF814D}"/>
              </a:ext>
            </a:extLst>
          </p:cNvPr>
          <p:cNvGrpSpPr>
            <a:grpSpLocks/>
          </p:cNvGrpSpPr>
          <p:nvPr/>
        </p:nvGrpSpPr>
        <p:grpSpPr bwMode="auto">
          <a:xfrm>
            <a:off x="8224874" y="1919945"/>
            <a:ext cx="1549400" cy="850900"/>
            <a:chOff x="4000" y="1240"/>
            <a:chExt cx="976" cy="536"/>
          </a:xfrm>
        </p:grpSpPr>
        <p:sp>
          <p:nvSpPr>
            <p:cNvPr id="66" name="Line 82">
              <a:extLst>
                <a:ext uri="{FF2B5EF4-FFF2-40B4-BE49-F238E27FC236}">
                  <a16:creationId xmlns:a16="http://schemas.microsoft.com/office/drawing/2014/main" id="{4684DA66-193F-6D21-F18D-3364C25DB8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00" y="1472"/>
              <a:ext cx="496" cy="30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7" name="Text Box 83">
              <a:extLst>
                <a:ext uri="{FF2B5EF4-FFF2-40B4-BE49-F238E27FC236}">
                  <a16:creationId xmlns:a16="http://schemas.microsoft.com/office/drawing/2014/main" id="{1062FE42-BF78-5648-FB34-D6F48FC303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0" y="1240"/>
              <a:ext cx="496" cy="233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rgbClr val="0000FF"/>
                  </a:solidFill>
                  <a:ea typeface="楷体_GB2312" charset="0"/>
                </a:rPr>
                <a:t>实 形</a:t>
              </a:r>
            </a:p>
          </p:txBody>
        </p:sp>
      </p:grpSp>
      <p:sp>
        <p:nvSpPr>
          <p:cNvPr id="68" name="Text Box 2">
            <a:extLst>
              <a:ext uri="{FF2B5EF4-FFF2-40B4-BE49-F238E27FC236}">
                <a16:creationId xmlns:a16="http://schemas.microsoft.com/office/drawing/2014/main" id="{1C246270-B172-C698-4578-EAD3CB0C1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155" y="128442"/>
            <a:ext cx="5456235" cy="95410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0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defPPr>
              <a:defRPr lang="en-US"/>
            </a:defPPr>
            <a:lvl1pPr eaLnBrk="0" hangingPunct="0">
              <a:defRPr sz="2800" b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defRPr>
            </a:lvl1pPr>
          </a:lstStyle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 5.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将投影面的垂直面变成投影面的平行面</a:t>
            </a:r>
          </a:p>
        </p:txBody>
      </p:sp>
    </p:spTree>
    <p:extLst>
      <p:ext uri="{BB962C8B-B14F-4D97-AF65-F5344CB8AC3E}">
        <p14:creationId xmlns:p14="http://schemas.microsoft.com/office/powerpoint/2010/main" val="1794863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autoUpdateAnimBg="0"/>
      <p:bldP spid="10" grpId="0" animBg="1" autoUpdateAnimBg="0"/>
      <p:bldP spid="43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0F5489-B916-28ED-959B-7349E1813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298BE-CA2E-FF4A-A7D8-CE16FE1BD119}" type="datetime1">
              <a:rPr lang="en-US" smtClean="0"/>
              <a:t>10/9/25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7667660-03BC-08F9-4792-4635110FB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E4B424-5C0B-CFF1-A5BA-A9C8EACC1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37</a:t>
            </a:fld>
            <a:endParaRPr lang="en-US"/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2595C9FE-585D-336B-DF51-01BDD8F6093F}"/>
              </a:ext>
            </a:extLst>
          </p:cNvPr>
          <p:cNvGrpSpPr>
            <a:grpSpLocks/>
          </p:cNvGrpSpPr>
          <p:nvPr/>
        </p:nvGrpSpPr>
        <p:grpSpPr bwMode="auto">
          <a:xfrm>
            <a:off x="2385218" y="541996"/>
            <a:ext cx="7421563" cy="5614987"/>
            <a:chOff x="720" y="783"/>
            <a:chExt cx="4675" cy="3537"/>
          </a:xfrm>
        </p:grpSpPr>
        <p:grpSp>
          <p:nvGrpSpPr>
            <p:cNvPr id="6" name="Group 3">
              <a:extLst>
                <a:ext uri="{FF2B5EF4-FFF2-40B4-BE49-F238E27FC236}">
                  <a16:creationId xmlns:a16="http://schemas.microsoft.com/office/drawing/2014/main" id="{7C58C58E-D075-1268-A759-C6A8794DA7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" y="783"/>
              <a:ext cx="4306" cy="3537"/>
              <a:chOff x="864" y="240"/>
              <a:chExt cx="4306" cy="3537"/>
            </a:xfrm>
          </p:grpSpPr>
          <p:grpSp>
            <p:nvGrpSpPr>
              <p:cNvPr id="28" name="Group 4">
                <a:extLst>
                  <a:ext uri="{FF2B5EF4-FFF2-40B4-BE49-F238E27FC236}">
                    <a16:creationId xmlns:a16="http://schemas.microsoft.com/office/drawing/2014/main" id="{AAB7A2C6-FF38-F0A0-441A-620676BCCB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4" y="240"/>
                <a:ext cx="4306" cy="3537"/>
                <a:chOff x="1030" y="240"/>
                <a:chExt cx="4140" cy="3537"/>
              </a:xfrm>
            </p:grpSpPr>
            <p:sp>
              <p:nvSpPr>
                <p:cNvPr id="30" name="Rectangle 5">
                  <a:extLst>
                    <a:ext uri="{FF2B5EF4-FFF2-40B4-BE49-F238E27FC236}">
                      <a16:creationId xmlns:a16="http://schemas.microsoft.com/office/drawing/2014/main" id="{C1F8FD25-8BEA-B49E-92C4-8909BABA55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30" y="240"/>
                  <a:ext cx="2740" cy="2004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Freeform 6">
                  <a:extLst>
                    <a:ext uri="{FF2B5EF4-FFF2-40B4-BE49-F238E27FC236}">
                      <a16:creationId xmlns:a16="http://schemas.microsoft.com/office/drawing/2014/main" id="{7817F6A9-3C0B-E58D-55C9-6E280B18AB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30" y="2244"/>
                  <a:ext cx="4128" cy="1533"/>
                </a:xfrm>
                <a:custGeom>
                  <a:avLst/>
                  <a:gdLst>
                    <a:gd name="T0" fmla="*/ 1096 w 3256"/>
                    <a:gd name="T1" fmla="*/ 0 h 1102"/>
                    <a:gd name="T2" fmla="*/ 0 w 3256"/>
                    <a:gd name="T3" fmla="*/ 1102 h 1102"/>
                    <a:gd name="T4" fmla="*/ 2162 w 3256"/>
                    <a:gd name="T5" fmla="*/ 1102 h 1102"/>
                    <a:gd name="T6" fmla="*/ 3256 w 3256"/>
                    <a:gd name="T7" fmla="*/ 0 h 1102"/>
                    <a:gd name="T8" fmla="*/ 1096 w 3256"/>
                    <a:gd name="T9" fmla="*/ 0 h 1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56" h="1102">
                      <a:moveTo>
                        <a:pt x="1096" y="0"/>
                      </a:moveTo>
                      <a:lnTo>
                        <a:pt x="0" y="1102"/>
                      </a:lnTo>
                      <a:lnTo>
                        <a:pt x="2162" y="1102"/>
                      </a:lnTo>
                      <a:lnTo>
                        <a:pt x="3256" y="0"/>
                      </a:lnTo>
                      <a:lnTo>
                        <a:pt x="109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9" name="Text Box 7">
                <a:extLst>
                  <a:ext uri="{FF2B5EF4-FFF2-40B4-BE49-F238E27FC236}">
                    <a16:creationId xmlns:a16="http://schemas.microsoft.com/office/drawing/2014/main" id="{96BE0147-FA0B-690C-ED9F-25EAD355B1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4" y="3456"/>
                <a:ext cx="36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i="1"/>
                  <a:t>H</a:t>
                </a:r>
              </a:p>
            </p:txBody>
          </p:sp>
        </p:grpSp>
        <p:sp>
          <p:nvSpPr>
            <p:cNvPr id="7" name="Text Box 8">
              <a:extLst>
                <a:ext uri="{FF2B5EF4-FFF2-40B4-BE49-F238E27FC236}">
                  <a16:creationId xmlns:a16="http://schemas.microsoft.com/office/drawing/2014/main" id="{74B59216-101B-A371-45DE-69DB0B305D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0" y="2667"/>
              <a:ext cx="3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X</a:t>
              </a:r>
            </a:p>
          </p:txBody>
        </p:sp>
        <p:sp>
          <p:nvSpPr>
            <p:cNvPr id="8" name="Text Box 9">
              <a:extLst>
                <a:ext uri="{FF2B5EF4-FFF2-40B4-BE49-F238E27FC236}">
                  <a16:creationId xmlns:a16="http://schemas.microsoft.com/office/drawing/2014/main" id="{78593524-C24E-CBC1-11F5-99A5CAABEF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8" y="783"/>
              <a:ext cx="3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V</a:t>
              </a:r>
            </a:p>
          </p:txBody>
        </p:sp>
        <p:sp>
          <p:nvSpPr>
            <p:cNvPr id="9" name="Line 10">
              <a:extLst>
                <a:ext uri="{FF2B5EF4-FFF2-40B4-BE49-F238E27FC236}">
                  <a16:creationId xmlns:a16="http://schemas.microsoft.com/office/drawing/2014/main" id="{466F463B-1AC4-5526-92FB-C32E512F8D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03" y="2031"/>
              <a:ext cx="1013" cy="111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Line 11">
              <a:extLst>
                <a:ext uri="{FF2B5EF4-FFF2-40B4-BE49-F238E27FC236}">
                  <a16:creationId xmlns:a16="http://schemas.microsoft.com/office/drawing/2014/main" id="{83B083A3-E2FA-A6C3-1583-3824326DF8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2036"/>
              <a:ext cx="0" cy="10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FD71EFDA-9382-D0F4-D26A-904CF4D61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7" y="2036"/>
              <a:ext cx="789" cy="1103"/>
            </a:xfrm>
            <a:custGeom>
              <a:avLst/>
              <a:gdLst>
                <a:gd name="T0" fmla="*/ 525 w 525"/>
                <a:gd name="T1" fmla="*/ 0 h 669"/>
                <a:gd name="T2" fmla="*/ 525 w 525"/>
                <a:gd name="T3" fmla="*/ 624 h 669"/>
                <a:gd name="T4" fmla="*/ 0 w 525"/>
                <a:gd name="T5" fmla="*/ 669 h 669"/>
                <a:gd name="T6" fmla="*/ 525 w 525"/>
                <a:gd name="T7" fmla="*/ 0 h 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5" h="669">
                  <a:moveTo>
                    <a:pt x="525" y="0"/>
                  </a:moveTo>
                  <a:lnTo>
                    <a:pt x="525" y="624"/>
                  </a:lnTo>
                  <a:lnTo>
                    <a:pt x="0" y="669"/>
                  </a:lnTo>
                  <a:lnTo>
                    <a:pt x="525" y="0"/>
                  </a:lnTo>
                  <a:close/>
                </a:path>
              </a:pathLst>
            </a:custGeom>
            <a:solidFill>
              <a:srgbClr val="33CCFF"/>
            </a:solidFill>
            <a:ln w="38100" cmpd="sng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13">
              <a:extLst>
                <a:ext uri="{FF2B5EF4-FFF2-40B4-BE49-F238E27FC236}">
                  <a16:creationId xmlns:a16="http://schemas.microsoft.com/office/drawing/2014/main" id="{354F8E96-C1B8-61F3-6C42-2062A59D22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3" y="3145"/>
              <a:ext cx="0" cy="7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14">
              <a:extLst>
                <a:ext uri="{FF2B5EF4-FFF2-40B4-BE49-F238E27FC236}">
                  <a16:creationId xmlns:a16="http://schemas.microsoft.com/office/drawing/2014/main" id="{A04D38A9-9D04-E97D-54CA-CEB4B995C8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03" y="3461"/>
              <a:ext cx="793" cy="474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15">
              <a:extLst>
                <a:ext uri="{FF2B5EF4-FFF2-40B4-BE49-F238E27FC236}">
                  <a16:creationId xmlns:a16="http://schemas.microsoft.com/office/drawing/2014/main" id="{492BCD20-4418-FFA7-C2E4-F4094C53AD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6" y="2799"/>
              <a:ext cx="605" cy="6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16">
              <a:extLst>
                <a:ext uri="{FF2B5EF4-FFF2-40B4-BE49-F238E27FC236}">
                  <a16:creationId xmlns:a16="http://schemas.microsoft.com/office/drawing/2014/main" id="{A5DD9F1F-6532-4A64-0AD8-7C69F4DB7A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03" y="2907"/>
              <a:ext cx="937" cy="10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Text Box 17">
              <a:extLst>
                <a:ext uri="{FF2B5EF4-FFF2-40B4-BE49-F238E27FC236}">
                  <a16:creationId xmlns:a16="http://schemas.microsoft.com/office/drawing/2014/main" id="{B45163AF-2C4F-45A0-24EB-8650CC261C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4" y="1770"/>
              <a:ext cx="30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C</a:t>
              </a:r>
            </a:p>
          </p:txBody>
        </p:sp>
        <p:sp>
          <p:nvSpPr>
            <p:cNvPr id="17" name="Line 18">
              <a:extLst>
                <a:ext uri="{FF2B5EF4-FFF2-40B4-BE49-F238E27FC236}">
                  <a16:creationId xmlns:a16="http://schemas.microsoft.com/office/drawing/2014/main" id="{2C3412DC-3165-1883-D478-829C8838E5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6" y="2415"/>
              <a:ext cx="594" cy="6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19">
              <a:extLst>
                <a:ext uri="{FF2B5EF4-FFF2-40B4-BE49-F238E27FC236}">
                  <a16:creationId xmlns:a16="http://schemas.microsoft.com/office/drawing/2014/main" id="{04D1D9B2-2F4E-24B3-F271-7434FB79F5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3065"/>
              <a:ext cx="0" cy="3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Text Box 20">
              <a:extLst>
                <a:ext uri="{FF2B5EF4-FFF2-40B4-BE49-F238E27FC236}">
                  <a16:creationId xmlns:a16="http://schemas.microsoft.com/office/drawing/2014/main" id="{B1704BCD-94E2-1B4F-320F-339723AAF8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3108"/>
              <a:ext cx="3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</a:p>
          </p:txBody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DFBCC866-B80B-1C01-8AA4-9D157B7DB6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1386"/>
              <a:ext cx="362" cy="1029"/>
            </a:xfrm>
            <a:custGeom>
              <a:avLst/>
              <a:gdLst>
                <a:gd name="T0" fmla="*/ 240 w 240"/>
                <a:gd name="T1" fmla="*/ 0 h 624"/>
                <a:gd name="T2" fmla="*/ 240 w 240"/>
                <a:gd name="T3" fmla="*/ 624 h 624"/>
                <a:gd name="T4" fmla="*/ 0 w 240"/>
                <a:gd name="T5" fmla="*/ 384 h 624"/>
                <a:gd name="T6" fmla="*/ 240 w 240"/>
                <a:gd name="T7" fmla="*/ 0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0" h="624">
                  <a:moveTo>
                    <a:pt x="240" y="0"/>
                  </a:moveTo>
                  <a:lnTo>
                    <a:pt x="240" y="624"/>
                  </a:lnTo>
                  <a:lnTo>
                    <a:pt x="0" y="384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rgbClr val="CCFFFF"/>
            </a:solidFill>
            <a:ln w="38100" cmpd="sng">
              <a:solidFill>
                <a:srgbClr val="33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22">
              <a:extLst>
                <a:ext uri="{FF2B5EF4-FFF2-40B4-BE49-F238E27FC236}">
                  <a16:creationId xmlns:a16="http://schemas.microsoft.com/office/drawing/2014/main" id="{2D30387A-66F7-031E-D755-98053FDD9A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09" y="1386"/>
              <a:ext cx="589" cy="6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23">
              <a:extLst>
                <a:ext uri="{FF2B5EF4-FFF2-40B4-BE49-F238E27FC236}">
                  <a16:creationId xmlns:a16="http://schemas.microsoft.com/office/drawing/2014/main" id="{186EDC40-001A-F056-CBC3-0A891C4AA3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8" y="2415"/>
              <a:ext cx="0" cy="3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Line 24">
              <a:extLst>
                <a:ext uri="{FF2B5EF4-FFF2-40B4-BE49-F238E27FC236}">
                  <a16:creationId xmlns:a16="http://schemas.microsoft.com/office/drawing/2014/main" id="{BA11D1A4-D5AA-C9B9-43CA-1689B0A35B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2019"/>
              <a:ext cx="0" cy="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Text Box 25">
              <a:extLst>
                <a:ext uri="{FF2B5EF4-FFF2-40B4-BE49-F238E27FC236}">
                  <a16:creationId xmlns:a16="http://schemas.microsoft.com/office/drawing/2014/main" id="{2048487A-59EB-DB02-8CEA-3829AD24F1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3" y="1071"/>
              <a:ext cx="4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c</a:t>
              </a:r>
              <a:r>
                <a:rPr lang="en-US" altLang="zh-CN" i="1">
                  <a:sym typeface="Symbol" charset="2"/>
                </a:rPr>
                <a:t></a:t>
              </a:r>
              <a:endParaRPr lang="en-US" altLang="zh-CN" i="1"/>
            </a:p>
          </p:txBody>
        </p:sp>
        <p:sp>
          <p:nvSpPr>
            <p:cNvPr id="25" name="Text Box 26">
              <a:extLst>
                <a:ext uri="{FF2B5EF4-FFF2-40B4-BE49-F238E27FC236}">
                  <a16:creationId xmlns:a16="http://schemas.microsoft.com/office/drawing/2014/main" id="{8A3C0BCA-D58D-9D18-F27D-4D165B5AD1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4" y="2274"/>
              <a:ext cx="48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b</a:t>
              </a:r>
              <a:r>
                <a:rPr lang="en-US" altLang="zh-CN" i="1">
                  <a:sym typeface="Symbol" charset="2"/>
                </a:rPr>
                <a:t></a:t>
              </a:r>
              <a:endParaRPr lang="en-US" altLang="zh-CN" i="1"/>
            </a:p>
          </p:txBody>
        </p:sp>
        <p:sp>
          <p:nvSpPr>
            <p:cNvPr id="26" name="Text Box 27">
              <a:extLst>
                <a:ext uri="{FF2B5EF4-FFF2-40B4-BE49-F238E27FC236}">
                  <a16:creationId xmlns:a16="http://schemas.microsoft.com/office/drawing/2014/main" id="{F9F50333-55F8-07AA-DB38-1474E781A9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2" y="1836"/>
              <a:ext cx="4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  <a:r>
                <a:rPr lang="en-US" altLang="zh-CN" i="1">
                  <a:sym typeface="Symbol" charset="2"/>
                </a:rPr>
                <a:t></a:t>
              </a:r>
              <a:endParaRPr lang="en-US" altLang="zh-CN" i="1"/>
            </a:p>
          </p:txBody>
        </p:sp>
        <p:sp>
          <p:nvSpPr>
            <p:cNvPr id="27" name="Text Box 28">
              <a:extLst>
                <a:ext uri="{FF2B5EF4-FFF2-40B4-BE49-F238E27FC236}">
                  <a16:creationId xmlns:a16="http://schemas.microsoft.com/office/drawing/2014/main" id="{A9546EA6-5B9D-E89C-C191-6A9F586D90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2" y="2964"/>
              <a:ext cx="3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B</a:t>
              </a:r>
            </a:p>
          </p:txBody>
        </p:sp>
      </p:grpSp>
      <p:grpSp>
        <p:nvGrpSpPr>
          <p:cNvPr id="32" name="Group 30">
            <a:extLst>
              <a:ext uri="{FF2B5EF4-FFF2-40B4-BE49-F238E27FC236}">
                <a16:creationId xmlns:a16="http://schemas.microsoft.com/office/drawing/2014/main" id="{EEA1F765-E22A-D702-81C2-9A1C0FC2FFCC}"/>
              </a:ext>
            </a:extLst>
          </p:cNvPr>
          <p:cNvGrpSpPr>
            <a:grpSpLocks/>
          </p:cNvGrpSpPr>
          <p:nvPr/>
        </p:nvGrpSpPr>
        <p:grpSpPr bwMode="auto">
          <a:xfrm>
            <a:off x="1280318" y="3084881"/>
            <a:ext cx="5845175" cy="2703512"/>
            <a:chOff x="0" y="2387"/>
            <a:chExt cx="3682" cy="1703"/>
          </a:xfrm>
        </p:grpSpPr>
        <p:grpSp>
          <p:nvGrpSpPr>
            <p:cNvPr id="33" name="Group 31">
              <a:extLst>
                <a:ext uri="{FF2B5EF4-FFF2-40B4-BE49-F238E27FC236}">
                  <a16:creationId xmlns:a16="http://schemas.microsoft.com/office/drawing/2014/main" id="{DF9BBF47-AA0B-7E6D-8D8F-9AB01017E2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2387"/>
              <a:ext cx="3012" cy="1703"/>
              <a:chOff x="0" y="2387"/>
              <a:chExt cx="3012" cy="1703"/>
            </a:xfrm>
          </p:grpSpPr>
          <p:sp>
            <p:nvSpPr>
              <p:cNvPr id="37" name="Freeform 32">
                <a:extLst>
                  <a:ext uri="{FF2B5EF4-FFF2-40B4-BE49-F238E27FC236}">
                    <a16:creationId xmlns:a16="http://schemas.microsoft.com/office/drawing/2014/main" id="{F8B6032B-99D5-A223-665D-2A40144F9C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2387"/>
                <a:ext cx="3012" cy="1535"/>
              </a:xfrm>
              <a:custGeom>
                <a:avLst/>
                <a:gdLst>
                  <a:gd name="T0" fmla="*/ 1232 w 2376"/>
                  <a:gd name="T1" fmla="*/ 1056 h 1056"/>
                  <a:gd name="T2" fmla="*/ 0 w 2376"/>
                  <a:gd name="T3" fmla="*/ 616 h 1056"/>
                  <a:gd name="T4" fmla="*/ 1072 w 2376"/>
                  <a:gd name="T5" fmla="*/ 0 h 1056"/>
                  <a:gd name="T6" fmla="*/ 2376 w 2376"/>
                  <a:gd name="T7" fmla="*/ 424 h 1056"/>
                  <a:gd name="T8" fmla="*/ 1232 w 2376"/>
                  <a:gd name="T9" fmla="*/ 1056 h 10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76" h="1056">
                    <a:moveTo>
                      <a:pt x="1232" y="1056"/>
                    </a:moveTo>
                    <a:lnTo>
                      <a:pt x="0" y="616"/>
                    </a:lnTo>
                    <a:lnTo>
                      <a:pt x="1072" y="0"/>
                    </a:lnTo>
                    <a:lnTo>
                      <a:pt x="2376" y="424"/>
                    </a:lnTo>
                    <a:lnTo>
                      <a:pt x="1232" y="1056"/>
                    </a:lnTo>
                    <a:close/>
                  </a:path>
                </a:pathLst>
              </a:custGeom>
              <a:solidFill>
                <a:srgbClr val="FFCCFF"/>
              </a:solidFill>
              <a:ln w="19050" cap="flat" cmpd="sng">
                <a:solidFill>
                  <a:srgbClr val="FF33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" name="Freeform 33">
                <a:extLst>
                  <a:ext uri="{FF2B5EF4-FFF2-40B4-BE49-F238E27FC236}">
                    <a16:creationId xmlns:a16="http://schemas.microsoft.com/office/drawing/2014/main" id="{3DCAB661-3117-C930-9FF1-F62E3687CB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9" y="2699"/>
                <a:ext cx="1095" cy="645"/>
              </a:xfrm>
              <a:custGeom>
                <a:avLst/>
                <a:gdLst>
                  <a:gd name="T0" fmla="*/ 0 w 864"/>
                  <a:gd name="T1" fmla="*/ 464 h 464"/>
                  <a:gd name="T2" fmla="*/ 864 w 864"/>
                  <a:gd name="T3" fmla="*/ 208 h 464"/>
                  <a:gd name="T4" fmla="*/ 240 w 864"/>
                  <a:gd name="T5" fmla="*/ 0 h 464"/>
                  <a:gd name="T6" fmla="*/ 0 w 864"/>
                  <a:gd name="T7" fmla="*/ 464 h 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64" h="464">
                    <a:moveTo>
                      <a:pt x="0" y="464"/>
                    </a:moveTo>
                    <a:lnTo>
                      <a:pt x="864" y="208"/>
                    </a:lnTo>
                    <a:lnTo>
                      <a:pt x="240" y="0"/>
                    </a:lnTo>
                    <a:lnTo>
                      <a:pt x="0" y="464"/>
                    </a:lnTo>
                    <a:close/>
                  </a:path>
                </a:pathLst>
              </a:custGeom>
              <a:solidFill>
                <a:srgbClr val="CCFFFF"/>
              </a:solidFill>
              <a:ln w="38100" cap="flat" cmpd="sng">
                <a:solidFill>
                  <a:srgbClr val="3366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" name="Text Box 34">
                <a:extLst>
                  <a:ext uri="{FF2B5EF4-FFF2-40B4-BE49-F238E27FC236}">
                    <a16:creationId xmlns:a16="http://schemas.microsoft.com/office/drawing/2014/main" id="{11C434A4-2DB3-8D2A-A152-837A5E2DF0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-2031259">
                <a:off x="1273" y="3802"/>
                <a:ext cx="6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66CC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i="1">
                    <a:solidFill>
                      <a:srgbClr val="FF3399"/>
                    </a:solidFill>
                  </a:rPr>
                  <a:t>X</a:t>
                </a:r>
                <a:r>
                  <a:rPr lang="en-US" altLang="zh-CN" i="1" baseline="-25000">
                    <a:solidFill>
                      <a:srgbClr val="FF3399"/>
                    </a:solidFill>
                  </a:rPr>
                  <a:t>1</a:t>
                </a:r>
                <a:endParaRPr lang="en-US" altLang="zh-CN" i="1"/>
              </a:p>
            </p:txBody>
          </p:sp>
          <p:sp>
            <p:nvSpPr>
              <p:cNvPr id="40" name="Text Box 35">
                <a:extLst>
                  <a:ext uri="{FF2B5EF4-FFF2-40B4-BE49-F238E27FC236}">
                    <a16:creationId xmlns:a16="http://schemas.microsoft.com/office/drawing/2014/main" id="{4292E015-FC64-9611-3368-470DC9E596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9544575">
                <a:off x="120" y="3064"/>
                <a:ext cx="4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i="1"/>
                  <a:t>V</a:t>
                </a:r>
                <a:r>
                  <a:rPr lang="en-US" altLang="zh-CN" i="1" baseline="-25000"/>
                  <a:t>1</a:t>
                </a:r>
                <a:endParaRPr lang="en-US" altLang="zh-CN" i="1"/>
              </a:p>
            </p:txBody>
          </p:sp>
          <p:sp>
            <p:nvSpPr>
              <p:cNvPr id="41" name="Text Box 36">
                <a:extLst>
                  <a:ext uri="{FF2B5EF4-FFF2-40B4-BE49-F238E27FC236}">
                    <a16:creationId xmlns:a16="http://schemas.microsoft.com/office/drawing/2014/main" id="{7630450E-226D-0380-A85F-64794ECF79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-2202958">
                <a:off x="1420" y="2450"/>
                <a:ext cx="46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i="1" baseline="-25000"/>
                  <a:t>c1</a:t>
                </a:r>
                <a:r>
                  <a:rPr lang="en-US" altLang="zh-CN" i="1" baseline="-25000">
                    <a:sym typeface="Symbol" charset="2"/>
                  </a:rPr>
                  <a:t></a:t>
                </a:r>
                <a:endParaRPr lang="en-US" altLang="zh-CN" i="1"/>
              </a:p>
            </p:txBody>
          </p:sp>
          <p:sp>
            <p:nvSpPr>
              <p:cNvPr id="42" name="Text Box 37">
                <a:extLst>
                  <a:ext uri="{FF2B5EF4-FFF2-40B4-BE49-F238E27FC236}">
                    <a16:creationId xmlns:a16="http://schemas.microsoft.com/office/drawing/2014/main" id="{67156FA0-B0E5-76DE-EF4C-510C0AC2B4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-1906532">
                <a:off x="2175" y="2977"/>
                <a:ext cx="46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i="1"/>
                  <a:t>b</a:t>
                </a:r>
                <a:r>
                  <a:rPr lang="en-US" altLang="zh-CN" i="1" baseline="-25000"/>
                  <a:t>1</a:t>
                </a:r>
                <a:r>
                  <a:rPr lang="en-US" altLang="zh-CN" i="1">
                    <a:sym typeface="Symbol" charset="2"/>
                  </a:rPr>
                  <a:t></a:t>
                </a:r>
                <a:endParaRPr lang="en-US" altLang="zh-CN" i="1"/>
              </a:p>
            </p:txBody>
          </p:sp>
          <p:sp>
            <p:nvSpPr>
              <p:cNvPr id="43" name="Text Box 38">
                <a:extLst>
                  <a:ext uri="{FF2B5EF4-FFF2-40B4-BE49-F238E27FC236}">
                    <a16:creationId xmlns:a16="http://schemas.microsoft.com/office/drawing/2014/main" id="{3E980ECF-93BE-A6F3-404B-44886BDF12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-2452967">
                <a:off x="983" y="3118"/>
                <a:ext cx="46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i="1"/>
                  <a:t>a</a:t>
                </a:r>
                <a:r>
                  <a:rPr lang="en-US" altLang="zh-CN" i="1" baseline="-25000"/>
                  <a:t>1</a:t>
                </a:r>
                <a:r>
                  <a:rPr lang="en-US" altLang="zh-CN" i="1">
                    <a:sym typeface="Symbol" charset="2"/>
                  </a:rPr>
                  <a:t></a:t>
                </a:r>
                <a:endParaRPr lang="en-US" altLang="zh-CN" i="1"/>
              </a:p>
            </p:txBody>
          </p:sp>
        </p:grpSp>
        <p:grpSp>
          <p:nvGrpSpPr>
            <p:cNvPr id="34" name="Group 39">
              <a:extLst>
                <a:ext uri="{FF2B5EF4-FFF2-40B4-BE49-F238E27FC236}">
                  <a16:creationId xmlns:a16="http://schemas.microsoft.com/office/drawing/2014/main" id="{275AF92C-C368-6594-ED3E-0DED768032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69" y="2703"/>
              <a:ext cx="2313" cy="1209"/>
              <a:chOff x="1369" y="2703"/>
              <a:chExt cx="2313" cy="1209"/>
            </a:xfrm>
          </p:grpSpPr>
          <p:sp>
            <p:nvSpPr>
              <p:cNvPr id="35" name="Line 40">
                <a:extLst>
                  <a:ext uri="{FF2B5EF4-FFF2-40B4-BE49-F238E27FC236}">
                    <a16:creationId xmlns:a16="http://schemas.microsoft.com/office/drawing/2014/main" id="{91CE8DFB-14B0-1B68-2385-93F516256F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369" y="3357"/>
                <a:ext cx="1522" cy="5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" name="Line 41">
                <a:extLst>
                  <a:ext uri="{FF2B5EF4-FFF2-40B4-BE49-F238E27FC236}">
                    <a16:creationId xmlns:a16="http://schemas.microsoft.com/office/drawing/2014/main" id="{5FF1FB6F-EBDD-ADF7-A34F-78C2E9ECD8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673" y="2703"/>
                <a:ext cx="2009" cy="73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44" name="Group 42">
            <a:extLst>
              <a:ext uri="{FF2B5EF4-FFF2-40B4-BE49-F238E27FC236}">
                <a16:creationId xmlns:a16="http://schemas.microsoft.com/office/drawing/2014/main" id="{EE199656-23C9-AA95-9227-2980E95EC54A}"/>
              </a:ext>
            </a:extLst>
          </p:cNvPr>
          <p:cNvGrpSpPr>
            <a:grpSpLocks/>
          </p:cNvGrpSpPr>
          <p:nvPr/>
        </p:nvGrpSpPr>
        <p:grpSpPr bwMode="auto">
          <a:xfrm>
            <a:off x="3032918" y="1071931"/>
            <a:ext cx="4114800" cy="4738687"/>
            <a:chOff x="1008" y="576"/>
            <a:chExt cx="2592" cy="2985"/>
          </a:xfrm>
        </p:grpSpPr>
        <p:sp>
          <p:nvSpPr>
            <p:cNvPr id="45" name="Freeform 43">
              <a:extLst>
                <a:ext uri="{FF2B5EF4-FFF2-40B4-BE49-F238E27FC236}">
                  <a16:creationId xmlns:a16="http://schemas.microsoft.com/office/drawing/2014/main" id="{5E088B09-E427-74D7-5905-534B65337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5" y="576"/>
              <a:ext cx="1442" cy="2771"/>
            </a:xfrm>
            <a:custGeom>
              <a:avLst/>
              <a:gdLst>
                <a:gd name="T0" fmla="*/ 0 w 960"/>
                <a:gd name="T1" fmla="*/ 1680 h 1680"/>
                <a:gd name="T2" fmla="*/ 960 w 960"/>
                <a:gd name="T3" fmla="*/ 1152 h 1680"/>
                <a:gd name="T4" fmla="*/ 960 w 960"/>
                <a:gd name="T5" fmla="*/ 0 h 1680"/>
                <a:gd name="T6" fmla="*/ 0 w 960"/>
                <a:gd name="T7" fmla="*/ 528 h 1680"/>
                <a:gd name="T8" fmla="*/ 0 w 960"/>
                <a:gd name="T9" fmla="*/ 1680 h 1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0" h="1680">
                  <a:moveTo>
                    <a:pt x="0" y="1680"/>
                  </a:moveTo>
                  <a:lnTo>
                    <a:pt x="960" y="1152"/>
                  </a:lnTo>
                  <a:lnTo>
                    <a:pt x="960" y="0"/>
                  </a:lnTo>
                  <a:lnTo>
                    <a:pt x="0" y="528"/>
                  </a:lnTo>
                  <a:lnTo>
                    <a:pt x="0" y="1680"/>
                  </a:lnTo>
                  <a:close/>
                </a:path>
              </a:pathLst>
            </a:custGeom>
            <a:solidFill>
              <a:srgbClr val="FFCCFF"/>
            </a:solidFill>
            <a:ln w="19050" cap="flat" cmpd="sng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Text Box 44">
              <a:extLst>
                <a:ext uri="{FF2B5EF4-FFF2-40B4-BE49-F238E27FC236}">
                  <a16:creationId xmlns:a16="http://schemas.microsoft.com/office/drawing/2014/main" id="{A4759233-57A7-DB1C-B544-E1AF7EECEB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7" y="1337"/>
              <a:ext cx="4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V</a:t>
              </a:r>
              <a:r>
                <a:rPr lang="en-US" altLang="zh-CN" i="1" baseline="-25000"/>
                <a:t>1</a:t>
              </a:r>
              <a:endParaRPr lang="en-US" altLang="zh-CN" i="1"/>
            </a:p>
          </p:txBody>
        </p:sp>
        <p:sp>
          <p:nvSpPr>
            <p:cNvPr id="47" name="Freeform 45">
              <a:extLst>
                <a:ext uri="{FF2B5EF4-FFF2-40B4-BE49-F238E27FC236}">
                  <a16:creationId xmlns:a16="http://schemas.microsoft.com/office/drawing/2014/main" id="{7E214BC6-B272-C2CF-2EDF-F11470D0C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0" y="1130"/>
              <a:ext cx="789" cy="1104"/>
            </a:xfrm>
            <a:custGeom>
              <a:avLst/>
              <a:gdLst>
                <a:gd name="T0" fmla="*/ 525 w 525"/>
                <a:gd name="T1" fmla="*/ 0 h 669"/>
                <a:gd name="T2" fmla="*/ 525 w 525"/>
                <a:gd name="T3" fmla="*/ 624 h 669"/>
                <a:gd name="T4" fmla="*/ 0 w 525"/>
                <a:gd name="T5" fmla="*/ 669 h 669"/>
                <a:gd name="T6" fmla="*/ 525 w 525"/>
                <a:gd name="T7" fmla="*/ 0 h 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5" h="669">
                  <a:moveTo>
                    <a:pt x="525" y="0"/>
                  </a:moveTo>
                  <a:lnTo>
                    <a:pt x="525" y="624"/>
                  </a:lnTo>
                  <a:lnTo>
                    <a:pt x="0" y="669"/>
                  </a:lnTo>
                  <a:lnTo>
                    <a:pt x="525" y="0"/>
                  </a:lnTo>
                  <a:close/>
                </a:path>
              </a:pathLst>
            </a:custGeom>
            <a:solidFill>
              <a:srgbClr val="CCFFFF"/>
            </a:solidFill>
            <a:ln w="38100" cap="flat" cmpd="sng">
              <a:solidFill>
                <a:srgbClr val="3366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Line 46">
              <a:extLst>
                <a:ext uri="{FF2B5EF4-FFF2-40B4-BE49-F238E27FC236}">
                  <a16:creationId xmlns:a16="http://schemas.microsoft.com/office/drawing/2014/main" id="{EF3B2297-CC55-2526-FA15-6D5E506AC9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0" y="2238"/>
              <a:ext cx="0" cy="7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Line 47">
              <a:extLst>
                <a:ext uri="{FF2B5EF4-FFF2-40B4-BE49-F238E27FC236}">
                  <a16:creationId xmlns:a16="http://schemas.microsoft.com/office/drawing/2014/main" id="{2C22D252-77E8-E9B6-17BE-8142365668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2" y="2159"/>
              <a:ext cx="0" cy="3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Text Box 48">
              <a:extLst>
                <a:ext uri="{FF2B5EF4-FFF2-40B4-BE49-F238E27FC236}">
                  <a16:creationId xmlns:a16="http://schemas.microsoft.com/office/drawing/2014/main" id="{28461E36-529A-8365-3048-A68D4DEB3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3" y="853"/>
              <a:ext cx="42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c</a:t>
              </a:r>
              <a:r>
                <a:rPr lang="en-US" altLang="zh-CN" i="1" baseline="-25000"/>
                <a:t>1</a:t>
              </a:r>
              <a:r>
                <a:rPr lang="en-US" altLang="zh-CN" i="1">
                  <a:sym typeface="Symbol" charset="2"/>
                </a:rPr>
                <a:t></a:t>
              </a:r>
              <a:endParaRPr lang="en-US" altLang="zh-CN" i="1"/>
            </a:p>
          </p:txBody>
        </p:sp>
        <p:sp>
          <p:nvSpPr>
            <p:cNvPr id="51" name="Text Box 49">
              <a:extLst>
                <a:ext uri="{FF2B5EF4-FFF2-40B4-BE49-F238E27FC236}">
                  <a16:creationId xmlns:a16="http://schemas.microsoft.com/office/drawing/2014/main" id="{5F334CCA-C0E4-892E-F3C7-5438287F1E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7" y="2149"/>
              <a:ext cx="4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b</a:t>
              </a:r>
              <a:r>
                <a:rPr lang="en-US" altLang="zh-CN" i="1" baseline="-25000"/>
                <a:t>1</a:t>
              </a:r>
              <a:r>
                <a:rPr lang="en-US" altLang="zh-CN" i="1">
                  <a:sym typeface="Symbol" charset="2"/>
                </a:rPr>
                <a:t></a:t>
              </a:r>
              <a:endParaRPr lang="en-US" altLang="zh-CN" i="1"/>
            </a:p>
          </p:txBody>
        </p:sp>
        <p:sp>
          <p:nvSpPr>
            <p:cNvPr id="52" name="Text Box 50">
              <a:extLst>
                <a:ext uri="{FF2B5EF4-FFF2-40B4-BE49-F238E27FC236}">
                  <a16:creationId xmlns:a16="http://schemas.microsoft.com/office/drawing/2014/main" id="{B0D20F0D-1289-A784-1FCB-5FB86C9B8F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1" y="1939"/>
              <a:ext cx="4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  <a:r>
                <a:rPr lang="en-US" altLang="zh-CN" i="1" baseline="-25000"/>
                <a:t>1</a:t>
              </a:r>
              <a:r>
                <a:rPr lang="en-US" altLang="zh-CN" i="1">
                  <a:sym typeface="Symbol" charset="2"/>
                </a:rPr>
                <a:t></a:t>
              </a:r>
              <a:endParaRPr lang="en-US" altLang="zh-CN" i="1"/>
            </a:p>
          </p:txBody>
        </p:sp>
        <p:sp>
          <p:nvSpPr>
            <p:cNvPr id="53" name="Line 51">
              <a:extLst>
                <a:ext uri="{FF2B5EF4-FFF2-40B4-BE49-F238E27FC236}">
                  <a16:creationId xmlns:a16="http://schemas.microsoft.com/office/drawing/2014/main" id="{FA780A1A-76F4-06CB-7CE5-E11A3A2EBC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33" y="1130"/>
              <a:ext cx="967" cy="35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Line 52">
              <a:extLst>
                <a:ext uri="{FF2B5EF4-FFF2-40B4-BE49-F238E27FC236}">
                  <a16:creationId xmlns:a16="http://schemas.microsoft.com/office/drawing/2014/main" id="{1FCB30E5-F56D-AED2-1ADC-FFA0CE6F45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33" y="2158"/>
              <a:ext cx="967" cy="3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Line 53">
              <a:extLst>
                <a:ext uri="{FF2B5EF4-FFF2-40B4-BE49-F238E27FC236}">
                  <a16:creationId xmlns:a16="http://schemas.microsoft.com/office/drawing/2014/main" id="{C440BF89-42BF-1E11-9BEE-7DCF5C70ED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840" y="2238"/>
              <a:ext cx="992" cy="3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Line 54">
              <a:extLst>
                <a:ext uri="{FF2B5EF4-FFF2-40B4-BE49-F238E27FC236}">
                  <a16:creationId xmlns:a16="http://schemas.microsoft.com/office/drawing/2014/main" id="{32DDBA1B-8190-1A95-3F18-77A313B904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840" y="3029"/>
              <a:ext cx="992" cy="3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Line 55">
              <a:extLst>
                <a:ext uri="{FF2B5EF4-FFF2-40B4-BE49-F238E27FC236}">
                  <a16:creationId xmlns:a16="http://schemas.microsoft.com/office/drawing/2014/main" id="{CF166DB6-FEBA-6A7F-1F47-C1C3FE4A41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33" y="2555"/>
              <a:ext cx="967" cy="3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Text Box 56">
              <a:extLst>
                <a:ext uri="{FF2B5EF4-FFF2-40B4-BE49-F238E27FC236}">
                  <a16:creationId xmlns:a16="http://schemas.microsoft.com/office/drawing/2014/main" id="{23DC23DC-346F-AB1C-511C-74B7CE0EA7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4" y="3273"/>
              <a:ext cx="6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66CC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FF3399"/>
                  </a:solidFill>
                </a:rPr>
                <a:t>X</a:t>
              </a:r>
              <a:r>
                <a:rPr lang="en-US" altLang="zh-CN" i="1" baseline="-25000">
                  <a:solidFill>
                    <a:srgbClr val="FF3399"/>
                  </a:solidFill>
                </a:rPr>
                <a:t>1</a:t>
              </a:r>
              <a:endParaRPr lang="en-US" altLang="zh-CN" i="1"/>
            </a:p>
          </p:txBody>
        </p:sp>
        <p:sp>
          <p:nvSpPr>
            <p:cNvPr id="59" name="Freeform 57">
              <a:extLst>
                <a:ext uri="{FF2B5EF4-FFF2-40B4-BE49-F238E27FC236}">
                  <a16:creationId xmlns:a16="http://schemas.microsoft.com/office/drawing/2014/main" id="{B30C09A5-ADD6-F4BE-3829-1BAB557DDB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1449"/>
              <a:ext cx="323" cy="41"/>
            </a:xfrm>
            <a:custGeom>
              <a:avLst/>
              <a:gdLst>
                <a:gd name="T0" fmla="*/ 254 w 254"/>
                <a:gd name="T1" fmla="*/ 0 h 30"/>
                <a:gd name="T2" fmla="*/ 233 w 254"/>
                <a:gd name="T3" fmla="*/ 0 h 30"/>
                <a:gd name="T4" fmla="*/ 204 w 254"/>
                <a:gd name="T5" fmla="*/ 2 h 30"/>
                <a:gd name="T6" fmla="*/ 174 w 254"/>
                <a:gd name="T7" fmla="*/ 4 h 30"/>
                <a:gd name="T8" fmla="*/ 136 w 254"/>
                <a:gd name="T9" fmla="*/ 8 h 30"/>
                <a:gd name="T10" fmla="*/ 102 w 254"/>
                <a:gd name="T11" fmla="*/ 12 h 30"/>
                <a:gd name="T12" fmla="*/ 0 w 254"/>
                <a:gd name="T1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4" h="30">
                  <a:moveTo>
                    <a:pt x="254" y="0"/>
                  </a:moveTo>
                  <a:lnTo>
                    <a:pt x="233" y="0"/>
                  </a:lnTo>
                  <a:lnTo>
                    <a:pt x="204" y="2"/>
                  </a:lnTo>
                  <a:lnTo>
                    <a:pt x="174" y="4"/>
                  </a:lnTo>
                  <a:lnTo>
                    <a:pt x="136" y="8"/>
                  </a:lnTo>
                  <a:lnTo>
                    <a:pt x="102" y="12"/>
                  </a:lnTo>
                  <a:lnTo>
                    <a:pt x="0" y="3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7397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1336829-7F2B-D6E6-8C9C-99130008D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C6520-5D9C-9E48-B76C-AAE39ECFD028}" type="datetime1">
              <a:rPr lang="en-US" smtClean="0"/>
              <a:t>10/9/25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CA070FD-150A-C042-05D9-DBBEF78A0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0B17BA-8954-D33A-A57C-5C6CE23FA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38</a:t>
            </a:fld>
            <a:endParaRPr lang="en-US"/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09C4EA63-358C-6022-6E33-41FB62FFEBEB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2163726"/>
            <a:ext cx="2667000" cy="1806575"/>
            <a:chOff x="768" y="1296"/>
            <a:chExt cx="1680" cy="1138"/>
          </a:xfrm>
        </p:grpSpPr>
        <p:sp>
          <p:nvSpPr>
            <p:cNvPr id="6" name="Line 3">
              <a:extLst>
                <a:ext uri="{FF2B5EF4-FFF2-40B4-BE49-F238E27FC236}">
                  <a16:creationId xmlns:a16="http://schemas.microsoft.com/office/drawing/2014/main" id="{3F67A2A0-FDAE-A724-AAC5-24FDBED9C9D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1625" y="967"/>
              <a:ext cx="493" cy="11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4A6B85EE-9F13-358F-5717-401AED383D0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1165" y="1440"/>
              <a:ext cx="597" cy="13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" name="Group 5">
            <a:extLst>
              <a:ext uri="{FF2B5EF4-FFF2-40B4-BE49-F238E27FC236}">
                <a16:creationId xmlns:a16="http://schemas.microsoft.com/office/drawing/2014/main" id="{FBD1EDF0-C942-66F1-1B42-027718562B6A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1249326"/>
            <a:ext cx="1752600" cy="2151063"/>
            <a:chOff x="528" y="720"/>
            <a:chExt cx="1104" cy="1355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75EF1536-4152-9626-E53F-A413CA455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1008"/>
              <a:ext cx="624" cy="816"/>
            </a:xfrm>
            <a:custGeom>
              <a:avLst/>
              <a:gdLst>
                <a:gd name="T0" fmla="*/ 0 w 624"/>
                <a:gd name="T1" fmla="*/ 0 h 816"/>
                <a:gd name="T2" fmla="*/ 96 w 624"/>
                <a:gd name="T3" fmla="*/ 816 h 816"/>
                <a:gd name="T4" fmla="*/ 624 w 624"/>
                <a:gd name="T5" fmla="*/ 288 h 816"/>
                <a:gd name="T6" fmla="*/ 0 w 624"/>
                <a:gd name="T7" fmla="*/ 0 h 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4" h="816">
                  <a:moveTo>
                    <a:pt x="0" y="0"/>
                  </a:moveTo>
                  <a:lnTo>
                    <a:pt x="96" y="816"/>
                  </a:lnTo>
                  <a:lnTo>
                    <a:pt x="62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  <a:ln w="38100" cap="flat" cmpd="sng">
              <a:solidFill>
                <a:srgbClr val="3366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Text Box 7">
              <a:extLst>
                <a:ext uri="{FF2B5EF4-FFF2-40B4-BE49-F238E27FC236}">
                  <a16:creationId xmlns:a16="http://schemas.microsoft.com/office/drawing/2014/main" id="{2D6718C9-036E-B549-2954-AB8E9A2F2B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7" y="1787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 dirty="0"/>
                <a:t>a</a:t>
              </a:r>
              <a:r>
                <a:rPr lang="en-US" altLang="zh-CN" i="1" baseline="-25000" dirty="0"/>
                <a:t>1</a:t>
              </a:r>
              <a:r>
                <a:rPr lang="en-US" altLang="zh-CN" i="1" dirty="0">
                  <a:sym typeface="Symbol" charset="2"/>
                </a:rPr>
                <a:t></a:t>
              </a:r>
            </a:p>
          </p:txBody>
        </p:sp>
        <p:sp>
          <p:nvSpPr>
            <p:cNvPr id="11" name="Text Box 8">
              <a:extLst>
                <a:ext uri="{FF2B5EF4-FFF2-40B4-BE49-F238E27FC236}">
                  <a16:creationId xmlns:a16="http://schemas.microsoft.com/office/drawing/2014/main" id="{372F0CE4-7F27-91AE-951B-0C0BD0B54E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720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c</a:t>
              </a:r>
              <a:r>
                <a:rPr lang="en-US" altLang="zh-CN" i="1" baseline="-25000"/>
                <a:t>1</a:t>
              </a:r>
              <a:r>
                <a:rPr lang="en-US" altLang="zh-CN" i="1">
                  <a:sym typeface="Symbol" charset="2"/>
                </a:rPr>
                <a:t></a:t>
              </a:r>
            </a:p>
          </p:txBody>
        </p:sp>
        <p:sp>
          <p:nvSpPr>
            <p:cNvPr id="12" name="Text Box 9">
              <a:extLst>
                <a:ext uri="{FF2B5EF4-FFF2-40B4-BE49-F238E27FC236}">
                  <a16:creationId xmlns:a16="http://schemas.microsoft.com/office/drawing/2014/main" id="{0E3BAF7A-80EB-4109-F56E-A5095D0BBB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1008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b</a:t>
              </a:r>
              <a:r>
                <a:rPr lang="en-US" altLang="zh-CN" i="1" baseline="-25000"/>
                <a:t>1</a:t>
              </a:r>
              <a:r>
                <a:rPr lang="en-US" altLang="zh-CN" i="1">
                  <a:sym typeface="Symbol" charset="2"/>
                </a:rPr>
                <a:t></a:t>
              </a:r>
            </a:p>
          </p:txBody>
        </p:sp>
      </p:grpSp>
      <p:grpSp>
        <p:nvGrpSpPr>
          <p:cNvPr id="13" name="Group 10">
            <a:extLst>
              <a:ext uri="{FF2B5EF4-FFF2-40B4-BE49-F238E27FC236}">
                <a16:creationId xmlns:a16="http://schemas.microsoft.com/office/drawing/2014/main" id="{FC0A8EC1-C1AE-1A3E-BF27-392E266AA6BF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1935126"/>
            <a:ext cx="1077913" cy="2457450"/>
            <a:chOff x="1056" y="1152"/>
            <a:chExt cx="679" cy="1548"/>
          </a:xfrm>
        </p:grpSpPr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B1163CBE-4894-8A7A-1300-A27D8F9A24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21" y="1152"/>
              <a:ext cx="514" cy="120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Text Box 12">
              <a:extLst>
                <a:ext uri="{FF2B5EF4-FFF2-40B4-BE49-F238E27FC236}">
                  <a16:creationId xmlns:a16="http://schemas.microsoft.com/office/drawing/2014/main" id="{53036A4F-AB45-7745-FE52-50DB6B9B0C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4009188">
              <a:off x="960" y="2316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FF3399"/>
                  </a:solidFill>
                </a:rPr>
                <a:t>X1</a:t>
              </a:r>
              <a:endParaRPr lang="en-US" altLang="zh-CN" i="1"/>
            </a:p>
          </p:txBody>
        </p:sp>
      </p:grpSp>
      <p:grpSp>
        <p:nvGrpSpPr>
          <p:cNvPr id="16" name="Group 13">
            <a:extLst>
              <a:ext uri="{FF2B5EF4-FFF2-40B4-BE49-F238E27FC236}">
                <a16:creationId xmlns:a16="http://schemas.microsoft.com/office/drawing/2014/main" id="{6A60D8E8-7631-2C89-BF3D-949E9B41DB62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58726"/>
            <a:ext cx="5638800" cy="4572000"/>
            <a:chOff x="96" y="96"/>
            <a:chExt cx="3552" cy="2880"/>
          </a:xfrm>
        </p:grpSpPr>
        <p:sp>
          <p:nvSpPr>
            <p:cNvPr id="17" name="Rectangle 14">
              <a:extLst>
                <a:ext uri="{FF2B5EF4-FFF2-40B4-BE49-F238E27FC236}">
                  <a16:creationId xmlns:a16="http://schemas.microsoft.com/office/drawing/2014/main" id="{BD49A2FE-6115-4C17-0710-8BE137487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96"/>
              <a:ext cx="3552" cy="2880"/>
            </a:xfrm>
            <a:prstGeom prst="rect">
              <a:avLst/>
            </a:prstGeom>
            <a:noFill/>
            <a:ln w="9525">
              <a:solidFill>
                <a:srgbClr val="0000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1A08914D-C849-6FAD-CE32-76DF3EA1F1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392"/>
              <a:ext cx="7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1DBCD4DF-4B9F-553D-8149-4D0478CD1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0" y="336"/>
              <a:ext cx="285" cy="740"/>
            </a:xfrm>
            <a:custGeom>
              <a:avLst/>
              <a:gdLst>
                <a:gd name="T0" fmla="*/ 240 w 240"/>
                <a:gd name="T1" fmla="*/ 0 h 624"/>
                <a:gd name="T2" fmla="*/ 240 w 240"/>
                <a:gd name="T3" fmla="*/ 624 h 624"/>
                <a:gd name="T4" fmla="*/ 0 w 240"/>
                <a:gd name="T5" fmla="*/ 384 h 624"/>
                <a:gd name="T6" fmla="*/ 240 w 240"/>
                <a:gd name="T7" fmla="*/ 0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0" h="624">
                  <a:moveTo>
                    <a:pt x="240" y="0"/>
                  </a:moveTo>
                  <a:lnTo>
                    <a:pt x="240" y="624"/>
                  </a:lnTo>
                  <a:lnTo>
                    <a:pt x="0" y="384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rgbClr val="CCFFFF"/>
            </a:solidFill>
            <a:ln w="38100" cmpd="sng">
              <a:solidFill>
                <a:srgbClr val="33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10325914-6C5A-122C-C9D1-BDB82164B8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1056"/>
              <a:ext cx="0" cy="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61239103-51C3-680A-670B-17958331BC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768"/>
              <a:ext cx="0" cy="16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C94DCCF8-55F8-6034-9A69-FF34567355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0" y="1776"/>
              <a:ext cx="288" cy="672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Text Box 20">
              <a:extLst>
                <a:ext uri="{FF2B5EF4-FFF2-40B4-BE49-F238E27FC236}">
                  <a16:creationId xmlns:a16="http://schemas.microsoft.com/office/drawing/2014/main" id="{60BAB511-DD82-01E9-E3F8-E82793B55F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1584"/>
              <a:ext cx="38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 dirty="0"/>
                <a:t>c</a:t>
              </a:r>
              <a:r>
                <a:rPr lang="en-US" altLang="zh-CN" dirty="0"/>
                <a:t>(</a:t>
              </a:r>
              <a:r>
                <a:rPr lang="en-US" altLang="zh-CN" i="1" dirty="0"/>
                <a:t>b</a:t>
              </a:r>
              <a:r>
                <a:rPr lang="en-US" altLang="zh-CN" dirty="0"/>
                <a:t>)</a:t>
              </a:r>
            </a:p>
          </p:txBody>
        </p:sp>
        <p:sp>
          <p:nvSpPr>
            <p:cNvPr id="24" name="Text Box 21">
              <a:extLst>
                <a:ext uri="{FF2B5EF4-FFF2-40B4-BE49-F238E27FC236}">
                  <a16:creationId xmlns:a16="http://schemas.microsoft.com/office/drawing/2014/main" id="{C2DC4BDC-19A7-DA62-7B66-EC1D925E1B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2376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</a:p>
          </p:txBody>
        </p:sp>
        <p:sp>
          <p:nvSpPr>
            <p:cNvPr id="25" name="Text Box 22">
              <a:extLst>
                <a:ext uri="{FF2B5EF4-FFF2-40B4-BE49-F238E27FC236}">
                  <a16:creationId xmlns:a16="http://schemas.microsoft.com/office/drawing/2014/main" id="{B524A550-1C37-844F-1C61-789FF7AF27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924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 b</a:t>
              </a:r>
              <a:r>
                <a:rPr lang="en-US" altLang="zh-CN" i="1">
                  <a:sym typeface="Symbol" charset="2"/>
                </a:rPr>
                <a:t></a:t>
              </a:r>
              <a:endParaRPr lang="en-US" altLang="zh-CN" i="1"/>
            </a:p>
          </p:txBody>
        </p:sp>
        <p:sp>
          <p:nvSpPr>
            <p:cNvPr id="26" name="Text Box 23">
              <a:extLst>
                <a:ext uri="{FF2B5EF4-FFF2-40B4-BE49-F238E27FC236}">
                  <a16:creationId xmlns:a16="http://schemas.microsoft.com/office/drawing/2014/main" id="{FAAFBE47-7A28-D77A-CE9B-7CDAB197AA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576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 a</a:t>
              </a:r>
              <a:r>
                <a:rPr lang="en-US" altLang="zh-CN" i="1">
                  <a:sym typeface="Symbol" charset="2"/>
                </a:rPr>
                <a:t></a:t>
              </a:r>
              <a:endParaRPr lang="en-US" altLang="zh-CN" i="1"/>
            </a:p>
          </p:txBody>
        </p:sp>
        <p:sp>
          <p:nvSpPr>
            <p:cNvPr id="27" name="Text Box 24">
              <a:extLst>
                <a:ext uri="{FF2B5EF4-FFF2-40B4-BE49-F238E27FC236}">
                  <a16:creationId xmlns:a16="http://schemas.microsoft.com/office/drawing/2014/main" id="{474CCC29-F642-3C2C-8D1B-6D91F49F9A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96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c</a:t>
              </a:r>
              <a:r>
                <a:rPr lang="en-US" altLang="zh-CN" i="1">
                  <a:sym typeface="Symbol" charset="2"/>
                </a:rPr>
                <a:t></a:t>
              </a:r>
              <a:endParaRPr lang="en-US" altLang="zh-CN" i="1"/>
            </a:p>
          </p:txBody>
        </p:sp>
        <p:sp>
          <p:nvSpPr>
            <p:cNvPr id="28" name="Text Box 25">
              <a:extLst>
                <a:ext uri="{FF2B5EF4-FFF2-40B4-BE49-F238E27FC236}">
                  <a16:creationId xmlns:a16="http://schemas.microsoft.com/office/drawing/2014/main" id="{06EBB54A-6F62-932D-733F-BAABCAA4C3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24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X</a:t>
              </a:r>
            </a:p>
          </p:txBody>
        </p:sp>
      </p:grpSp>
      <p:grpSp>
        <p:nvGrpSpPr>
          <p:cNvPr id="29" name="Group 26">
            <a:extLst>
              <a:ext uri="{FF2B5EF4-FFF2-40B4-BE49-F238E27FC236}">
                <a16:creationId xmlns:a16="http://schemas.microsoft.com/office/drawing/2014/main" id="{F7832CE9-FFE0-BEFD-2334-F2ACFA08546A}"/>
              </a:ext>
            </a:extLst>
          </p:cNvPr>
          <p:cNvGrpSpPr>
            <a:grpSpLocks/>
          </p:cNvGrpSpPr>
          <p:nvPr/>
        </p:nvGrpSpPr>
        <p:grpSpPr bwMode="auto">
          <a:xfrm>
            <a:off x="3238500" y="2392326"/>
            <a:ext cx="7031038" cy="4114800"/>
            <a:chOff x="1368" y="1440"/>
            <a:chExt cx="4429" cy="2592"/>
          </a:xfrm>
        </p:grpSpPr>
        <p:sp>
          <p:nvSpPr>
            <p:cNvPr id="30" name="Freeform 27">
              <a:extLst>
                <a:ext uri="{FF2B5EF4-FFF2-40B4-BE49-F238E27FC236}">
                  <a16:creationId xmlns:a16="http://schemas.microsoft.com/office/drawing/2014/main" id="{43F09336-A0A8-D075-DB6E-4E82312BFB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6" y="2880"/>
              <a:ext cx="3256" cy="1102"/>
            </a:xfrm>
            <a:custGeom>
              <a:avLst/>
              <a:gdLst>
                <a:gd name="T0" fmla="*/ 1096 w 3256"/>
                <a:gd name="T1" fmla="*/ 0 h 1102"/>
                <a:gd name="T2" fmla="*/ 0 w 3256"/>
                <a:gd name="T3" fmla="*/ 1102 h 1102"/>
                <a:gd name="T4" fmla="*/ 2162 w 3256"/>
                <a:gd name="T5" fmla="*/ 1102 h 1102"/>
                <a:gd name="T6" fmla="*/ 3256 w 3256"/>
                <a:gd name="T7" fmla="*/ 0 h 1102"/>
                <a:gd name="T8" fmla="*/ 1096 w 3256"/>
                <a:gd name="T9" fmla="*/ 0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56" h="1102">
                  <a:moveTo>
                    <a:pt x="1096" y="0"/>
                  </a:moveTo>
                  <a:lnTo>
                    <a:pt x="0" y="1102"/>
                  </a:lnTo>
                  <a:lnTo>
                    <a:pt x="2162" y="1102"/>
                  </a:lnTo>
                  <a:lnTo>
                    <a:pt x="3256" y="0"/>
                  </a:lnTo>
                  <a:lnTo>
                    <a:pt x="1096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F7489E59-404E-F029-1059-55C80B34E8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8" y="2592"/>
              <a:ext cx="2376" cy="1104"/>
            </a:xfrm>
            <a:custGeom>
              <a:avLst/>
              <a:gdLst>
                <a:gd name="T0" fmla="*/ 1232 w 2376"/>
                <a:gd name="T1" fmla="*/ 1056 h 1056"/>
                <a:gd name="T2" fmla="*/ 0 w 2376"/>
                <a:gd name="T3" fmla="*/ 616 h 1056"/>
                <a:gd name="T4" fmla="*/ 1072 w 2376"/>
                <a:gd name="T5" fmla="*/ 0 h 1056"/>
                <a:gd name="T6" fmla="*/ 2376 w 2376"/>
                <a:gd name="T7" fmla="*/ 424 h 1056"/>
                <a:gd name="T8" fmla="*/ 1232 w 2376"/>
                <a:gd name="T9" fmla="*/ 1056 h 10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76" h="1056">
                  <a:moveTo>
                    <a:pt x="1232" y="1056"/>
                  </a:moveTo>
                  <a:lnTo>
                    <a:pt x="0" y="616"/>
                  </a:lnTo>
                  <a:lnTo>
                    <a:pt x="1072" y="0"/>
                  </a:lnTo>
                  <a:lnTo>
                    <a:pt x="2376" y="424"/>
                  </a:lnTo>
                  <a:lnTo>
                    <a:pt x="1232" y="1056"/>
                  </a:lnTo>
                  <a:close/>
                </a:path>
              </a:pathLst>
            </a:custGeom>
            <a:solidFill>
              <a:srgbClr val="FFCCFF"/>
            </a:solidFill>
            <a:ln w="19050" cap="flat" cmpd="sng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Rectangle 29">
              <a:extLst>
                <a:ext uri="{FF2B5EF4-FFF2-40B4-BE49-F238E27FC236}">
                  <a16:creationId xmlns:a16="http://schemas.microsoft.com/office/drawing/2014/main" id="{DF22ACF1-3D48-6F9A-BB59-31B1E95203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440"/>
              <a:ext cx="2162" cy="14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Line 30">
              <a:extLst>
                <a:ext uri="{FF2B5EF4-FFF2-40B4-BE49-F238E27FC236}">
                  <a16:creationId xmlns:a16="http://schemas.microsoft.com/office/drawing/2014/main" id="{49A4EB31-E2D2-5E9F-6149-05731DE1F3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448" y="3290"/>
              <a:ext cx="1200" cy="3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Line 31">
              <a:extLst>
                <a:ext uri="{FF2B5EF4-FFF2-40B4-BE49-F238E27FC236}">
                  <a16:creationId xmlns:a16="http://schemas.microsoft.com/office/drawing/2014/main" id="{BAF46820-8B51-79A7-43D8-5C295096FB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88" y="2820"/>
              <a:ext cx="1584" cy="5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Freeform 32">
              <a:extLst>
                <a:ext uri="{FF2B5EF4-FFF2-40B4-BE49-F238E27FC236}">
                  <a16:creationId xmlns:a16="http://schemas.microsoft.com/office/drawing/2014/main" id="{6E77A610-2F2D-E71C-B274-95B2A7AA99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" y="1872"/>
              <a:ext cx="285" cy="740"/>
            </a:xfrm>
            <a:custGeom>
              <a:avLst/>
              <a:gdLst>
                <a:gd name="T0" fmla="*/ 240 w 240"/>
                <a:gd name="T1" fmla="*/ 0 h 624"/>
                <a:gd name="T2" fmla="*/ 240 w 240"/>
                <a:gd name="T3" fmla="*/ 624 h 624"/>
                <a:gd name="T4" fmla="*/ 0 w 240"/>
                <a:gd name="T5" fmla="*/ 384 h 624"/>
                <a:gd name="T6" fmla="*/ 240 w 240"/>
                <a:gd name="T7" fmla="*/ 0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0" h="624">
                  <a:moveTo>
                    <a:pt x="240" y="0"/>
                  </a:moveTo>
                  <a:lnTo>
                    <a:pt x="240" y="624"/>
                  </a:lnTo>
                  <a:lnTo>
                    <a:pt x="0" y="384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rgbClr val="CCFFFF"/>
            </a:solidFill>
            <a:ln w="38100" cmpd="sng">
              <a:solidFill>
                <a:srgbClr val="33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Line 33">
              <a:extLst>
                <a:ext uri="{FF2B5EF4-FFF2-40B4-BE49-F238E27FC236}">
                  <a16:creationId xmlns:a16="http://schemas.microsoft.com/office/drawing/2014/main" id="{5CF548F9-D08F-A929-C1ED-4C85AC6701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9" y="2612"/>
              <a:ext cx="0" cy="2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Line 34">
              <a:extLst>
                <a:ext uri="{FF2B5EF4-FFF2-40B4-BE49-F238E27FC236}">
                  <a16:creationId xmlns:a16="http://schemas.microsoft.com/office/drawing/2014/main" id="{078FBDA0-6327-5A9C-1CD4-108D27637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2327"/>
              <a:ext cx="0" cy="5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Freeform 35">
              <a:extLst>
                <a:ext uri="{FF2B5EF4-FFF2-40B4-BE49-F238E27FC236}">
                  <a16:creationId xmlns:a16="http://schemas.microsoft.com/office/drawing/2014/main" id="{35B744B9-77D5-99EE-2A8E-64C5053821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4" y="3350"/>
              <a:ext cx="618" cy="336"/>
            </a:xfrm>
            <a:custGeom>
              <a:avLst/>
              <a:gdLst>
                <a:gd name="T0" fmla="*/ 0 w 618"/>
                <a:gd name="T1" fmla="*/ 336 h 336"/>
                <a:gd name="T2" fmla="*/ 618 w 618"/>
                <a:gd name="T3" fmla="*/ 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18" h="336">
                  <a:moveTo>
                    <a:pt x="0" y="336"/>
                  </a:moveTo>
                  <a:lnTo>
                    <a:pt x="618" y="0"/>
                  </a:lnTo>
                </a:path>
              </a:pathLst>
            </a:custGeom>
            <a:noFill/>
            <a:ln w="38100" cmpd="sng">
              <a:solidFill>
                <a:srgbClr val="3366FF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Line 36">
              <a:extLst>
                <a:ext uri="{FF2B5EF4-FFF2-40B4-BE49-F238E27FC236}">
                  <a16:creationId xmlns:a16="http://schemas.microsoft.com/office/drawing/2014/main" id="{D922EA3B-AEEA-E910-6B85-4D24EC5E69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3" y="2880"/>
              <a:ext cx="479" cy="4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Line 37">
              <a:extLst>
                <a:ext uri="{FF2B5EF4-FFF2-40B4-BE49-F238E27FC236}">
                  <a16:creationId xmlns:a16="http://schemas.microsoft.com/office/drawing/2014/main" id="{6183B8A1-EEE0-12B9-4AD2-8F7E5445C9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48" y="2880"/>
              <a:ext cx="816" cy="8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Text Box 38">
              <a:extLst>
                <a:ext uri="{FF2B5EF4-FFF2-40B4-BE49-F238E27FC236}">
                  <a16:creationId xmlns:a16="http://schemas.microsoft.com/office/drawing/2014/main" id="{14D6A577-6EBD-6D3F-7BFC-2EE61B72CF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1440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V</a:t>
              </a:r>
            </a:p>
          </p:txBody>
        </p:sp>
        <p:sp>
          <p:nvSpPr>
            <p:cNvPr id="42" name="Text Box 39">
              <a:extLst>
                <a:ext uri="{FF2B5EF4-FFF2-40B4-BE49-F238E27FC236}">
                  <a16:creationId xmlns:a16="http://schemas.microsoft.com/office/drawing/2014/main" id="{9555336E-C838-A60C-01DF-60DFF9B3FE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3744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H</a:t>
              </a:r>
            </a:p>
          </p:txBody>
        </p:sp>
        <p:sp>
          <p:nvSpPr>
            <p:cNvPr id="43" name="Text Box 40">
              <a:extLst>
                <a:ext uri="{FF2B5EF4-FFF2-40B4-BE49-F238E27FC236}">
                  <a16:creationId xmlns:a16="http://schemas.microsoft.com/office/drawing/2014/main" id="{8FEB6C33-5B79-EB01-DD1E-6E30DB9906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0" y="214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 a</a:t>
              </a:r>
              <a:r>
                <a:rPr lang="en-US" altLang="zh-CN" i="1">
                  <a:sym typeface="Symbol" charset="2"/>
                </a:rPr>
                <a:t></a:t>
              </a:r>
              <a:endParaRPr lang="en-US" altLang="zh-CN" i="1"/>
            </a:p>
          </p:txBody>
        </p:sp>
        <p:sp>
          <p:nvSpPr>
            <p:cNvPr id="44" name="Text Box 41">
              <a:extLst>
                <a:ext uri="{FF2B5EF4-FFF2-40B4-BE49-F238E27FC236}">
                  <a16:creationId xmlns:a16="http://schemas.microsoft.com/office/drawing/2014/main" id="{BA1DAD62-C758-B8A2-3790-C1FE09CA66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7" y="1646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 c</a:t>
              </a:r>
              <a:r>
                <a:rPr lang="en-US" altLang="zh-CN" i="1">
                  <a:sym typeface="Symbol" charset="2"/>
                </a:rPr>
                <a:t></a:t>
              </a:r>
              <a:endParaRPr lang="en-US" altLang="zh-CN" i="1"/>
            </a:p>
          </p:txBody>
        </p:sp>
        <p:sp>
          <p:nvSpPr>
            <p:cNvPr id="45" name="Text Box 42">
              <a:extLst>
                <a:ext uri="{FF2B5EF4-FFF2-40B4-BE49-F238E27FC236}">
                  <a16:creationId xmlns:a16="http://schemas.microsoft.com/office/drawing/2014/main" id="{5CCF965F-7CB6-40C1-B91C-83733B6D84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5" y="2462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b</a:t>
              </a:r>
              <a:r>
                <a:rPr lang="en-US" altLang="zh-CN" i="1">
                  <a:sym typeface="Symbol" charset="2"/>
                </a:rPr>
                <a:t></a:t>
              </a:r>
              <a:endParaRPr lang="en-US" altLang="zh-CN" i="1"/>
            </a:p>
          </p:txBody>
        </p:sp>
        <p:sp>
          <p:nvSpPr>
            <p:cNvPr id="46" name="Text Box 43">
              <a:extLst>
                <a:ext uri="{FF2B5EF4-FFF2-40B4-BE49-F238E27FC236}">
                  <a16:creationId xmlns:a16="http://schemas.microsoft.com/office/drawing/2014/main" id="{5EA7E6A1-E138-69DA-4B79-D45268EFBB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9" y="2767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 dirty="0"/>
                <a:t>X</a:t>
              </a:r>
            </a:p>
          </p:txBody>
        </p:sp>
        <p:sp>
          <p:nvSpPr>
            <p:cNvPr id="47" name="Text Box 44">
              <a:extLst>
                <a:ext uri="{FF2B5EF4-FFF2-40B4-BE49-F238E27FC236}">
                  <a16:creationId xmlns:a16="http://schemas.microsoft.com/office/drawing/2014/main" id="{C5CB49CF-894F-61D7-936A-8BF80C3482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732148">
              <a:off x="2352" y="3636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66CC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FF3399"/>
                  </a:solidFill>
                </a:rPr>
                <a:t>X</a:t>
              </a:r>
              <a:r>
                <a:rPr lang="en-US" altLang="zh-CN" i="1" baseline="-25000">
                  <a:solidFill>
                    <a:srgbClr val="FF3399"/>
                  </a:solidFill>
                </a:rPr>
                <a:t>1</a:t>
              </a:r>
              <a:endParaRPr lang="en-US" altLang="zh-CN" i="1"/>
            </a:p>
          </p:txBody>
        </p:sp>
        <p:sp>
          <p:nvSpPr>
            <p:cNvPr id="48" name="Text Box 45">
              <a:extLst>
                <a:ext uri="{FF2B5EF4-FFF2-40B4-BE49-F238E27FC236}">
                  <a16:creationId xmlns:a16="http://schemas.microsoft.com/office/drawing/2014/main" id="{EDA87811-7357-2870-87B6-06C9BCAB94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413318">
              <a:off x="1488" y="304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V</a:t>
              </a:r>
              <a:r>
                <a:rPr lang="en-US" altLang="zh-CN" i="1" baseline="-25000"/>
                <a:t>1</a:t>
              </a:r>
              <a:endParaRPr lang="en-US" altLang="zh-CN" i="1"/>
            </a:p>
          </p:txBody>
        </p:sp>
        <p:sp>
          <p:nvSpPr>
            <p:cNvPr id="49" name="Text Box 46">
              <a:extLst>
                <a:ext uri="{FF2B5EF4-FFF2-40B4-BE49-F238E27FC236}">
                  <a16:creationId xmlns:a16="http://schemas.microsoft.com/office/drawing/2014/main" id="{1BFAB781-4B89-829D-38C7-BE5DF395D3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2079054">
              <a:off x="2341" y="2623"/>
              <a:ext cx="4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c</a:t>
              </a:r>
              <a:r>
                <a:rPr lang="en-US" altLang="zh-CN" i="1" baseline="-25000"/>
                <a:t>1</a:t>
              </a:r>
              <a:r>
                <a:rPr lang="en-US" altLang="zh-CN" i="1">
                  <a:sym typeface="Symbol" charset="2"/>
                </a:rPr>
                <a:t></a:t>
              </a:r>
              <a:endParaRPr lang="en-US" altLang="zh-CN" i="1"/>
            </a:p>
          </p:txBody>
        </p:sp>
        <p:sp>
          <p:nvSpPr>
            <p:cNvPr id="50" name="Text Box 47">
              <a:extLst>
                <a:ext uri="{FF2B5EF4-FFF2-40B4-BE49-F238E27FC236}">
                  <a16:creationId xmlns:a16="http://schemas.microsoft.com/office/drawing/2014/main" id="{1B82901C-CE6A-C716-4C9F-36AFD1342C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812354">
              <a:off x="3002" y="3006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  b</a:t>
              </a:r>
              <a:r>
                <a:rPr lang="en-US" altLang="zh-CN" i="1" baseline="-25000"/>
                <a:t>1</a:t>
              </a:r>
              <a:r>
                <a:rPr lang="en-US" altLang="zh-CN" i="1">
                  <a:sym typeface="Symbol" charset="2"/>
                </a:rPr>
                <a:t></a:t>
              </a:r>
              <a:endParaRPr lang="en-US" altLang="zh-CN" i="1"/>
            </a:p>
          </p:txBody>
        </p:sp>
        <p:sp>
          <p:nvSpPr>
            <p:cNvPr id="51" name="Text Box 48">
              <a:extLst>
                <a:ext uri="{FF2B5EF4-FFF2-40B4-BE49-F238E27FC236}">
                  <a16:creationId xmlns:a16="http://schemas.microsoft.com/office/drawing/2014/main" id="{B44132E4-C9D6-D19C-1448-E1B5C22B84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2159136">
              <a:off x="2102" y="3030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  <a:r>
                <a:rPr lang="en-US" altLang="zh-CN" i="1" baseline="-25000">
                  <a:sym typeface="Symbol" charset="2"/>
                </a:rPr>
                <a:t>1</a:t>
              </a:r>
              <a:r>
                <a:rPr lang="en-US" altLang="zh-CN" i="1">
                  <a:sym typeface="Symbol" charset="2"/>
                </a:rPr>
                <a:t></a:t>
              </a:r>
              <a:endParaRPr lang="en-US" altLang="zh-CN" i="1"/>
            </a:p>
          </p:txBody>
        </p:sp>
        <p:sp>
          <p:nvSpPr>
            <p:cNvPr id="52" name="Line 49">
              <a:extLst>
                <a:ext uri="{FF2B5EF4-FFF2-40B4-BE49-F238E27FC236}">
                  <a16:creationId xmlns:a16="http://schemas.microsoft.com/office/drawing/2014/main" id="{8DDC207A-811E-5D71-60A9-97233B00397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4269694">
              <a:off x="3453" y="2931"/>
              <a:ext cx="1" cy="2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Text Box 50">
              <a:extLst>
                <a:ext uri="{FF2B5EF4-FFF2-40B4-BE49-F238E27FC236}">
                  <a16:creationId xmlns:a16="http://schemas.microsoft.com/office/drawing/2014/main" id="{12C03698-E31D-6702-548B-75E7ACA47C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3264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 dirty="0"/>
                <a:t>b</a:t>
              </a:r>
            </a:p>
          </p:txBody>
        </p:sp>
        <p:sp>
          <p:nvSpPr>
            <p:cNvPr id="54" name="Text Box 51">
              <a:extLst>
                <a:ext uri="{FF2B5EF4-FFF2-40B4-BE49-F238E27FC236}">
                  <a16:creationId xmlns:a16="http://schemas.microsoft.com/office/drawing/2014/main" id="{406288D7-F2B9-E490-9387-53285F437C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3264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c</a:t>
              </a:r>
            </a:p>
          </p:txBody>
        </p:sp>
        <p:sp>
          <p:nvSpPr>
            <p:cNvPr id="55" name="Text Box 52">
              <a:extLst>
                <a:ext uri="{FF2B5EF4-FFF2-40B4-BE49-F238E27FC236}">
                  <a16:creationId xmlns:a16="http://schemas.microsoft.com/office/drawing/2014/main" id="{10641648-BAC4-2289-078F-1E512D8045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364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</a:p>
          </p:txBody>
        </p:sp>
        <p:sp>
          <p:nvSpPr>
            <p:cNvPr id="56" name="Freeform 53">
              <a:extLst>
                <a:ext uri="{FF2B5EF4-FFF2-40B4-BE49-F238E27FC236}">
                  <a16:creationId xmlns:a16="http://schemas.microsoft.com/office/drawing/2014/main" id="{1C5EE796-3E84-F655-6E69-9F148D75F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8" y="2816"/>
              <a:ext cx="864" cy="464"/>
            </a:xfrm>
            <a:custGeom>
              <a:avLst/>
              <a:gdLst>
                <a:gd name="T0" fmla="*/ 0 w 864"/>
                <a:gd name="T1" fmla="*/ 464 h 464"/>
                <a:gd name="T2" fmla="*/ 864 w 864"/>
                <a:gd name="T3" fmla="*/ 208 h 464"/>
                <a:gd name="T4" fmla="*/ 240 w 864"/>
                <a:gd name="T5" fmla="*/ 0 h 464"/>
                <a:gd name="T6" fmla="*/ 0 w 864"/>
                <a:gd name="T7" fmla="*/ 464 h 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4" h="464">
                  <a:moveTo>
                    <a:pt x="0" y="464"/>
                  </a:moveTo>
                  <a:lnTo>
                    <a:pt x="864" y="208"/>
                  </a:lnTo>
                  <a:lnTo>
                    <a:pt x="240" y="0"/>
                  </a:lnTo>
                  <a:lnTo>
                    <a:pt x="0" y="464"/>
                  </a:lnTo>
                  <a:close/>
                </a:path>
              </a:pathLst>
            </a:custGeom>
            <a:solidFill>
              <a:srgbClr val="CCFFFF"/>
            </a:solidFill>
            <a:ln w="38100" cap="flat" cmpd="sng">
              <a:solidFill>
                <a:srgbClr val="3366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39917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247E06C-48CB-32CF-7C36-D590FB822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B271A-7545-7F48-9792-73C6D529562C}" type="datetime1">
              <a:rPr lang="en-US" smtClean="0"/>
              <a:t>10/9/25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44A7A81-EB2E-41AA-EBDF-D04B2D5D5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812FF3-56DE-E9C4-5223-126BE2696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39</a:t>
            </a:fld>
            <a:endParaRPr lang="en-US"/>
          </a:p>
        </p:txBody>
      </p:sp>
      <p:sp>
        <p:nvSpPr>
          <p:cNvPr id="5" name="Line 2">
            <a:extLst>
              <a:ext uri="{FF2B5EF4-FFF2-40B4-BE49-F238E27FC236}">
                <a16:creationId xmlns:a16="http://schemas.microsoft.com/office/drawing/2014/main" id="{E9132146-6C01-0377-33CA-95389148B7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3021" y="4885698"/>
            <a:ext cx="2514600" cy="569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E60D3B38-E123-47B0-A5D5-C79CB9AB7B94}"/>
              </a:ext>
            </a:extLst>
          </p:cNvPr>
          <p:cNvSpPr>
            <a:spLocks/>
          </p:cNvSpPr>
          <p:nvPr/>
        </p:nvSpPr>
        <p:spPr bwMode="auto">
          <a:xfrm>
            <a:off x="4844246" y="4504698"/>
            <a:ext cx="1004887" cy="246062"/>
          </a:xfrm>
          <a:custGeom>
            <a:avLst/>
            <a:gdLst>
              <a:gd name="T0" fmla="*/ 0 w 633"/>
              <a:gd name="T1" fmla="*/ 0 h 155"/>
              <a:gd name="T2" fmla="*/ 633 w 633"/>
              <a:gd name="T3" fmla="*/ 155 h 15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33" h="155">
                <a:moveTo>
                  <a:pt x="0" y="0"/>
                </a:moveTo>
                <a:lnTo>
                  <a:pt x="633" y="155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id="{71624B2C-1E98-70FA-3B6F-0AD1A37DF89D}"/>
              </a:ext>
            </a:extLst>
          </p:cNvPr>
          <p:cNvSpPr>
            <a:spLocks/>
          </p:cNvSpPr>
          <p:nvPr/>
        </p:nvSpPr>
        <p:spPr bwMode="auto">
          <a:xfrm>
            <a:off x="5874533" y="2980698"/>
            <a:ext cx="2303463" cy="1746250"/>
          </a:xfrm>
          <a:custGeom>
            <a:avLst/>
            <a:gdLst>
              <a:gd name="T0" fmla="*/ 0 w 1451"/>
              <a:gd name="T1" fmla="*/ 1100 h 1100"/>
              <a:gd name="T2" fmla="*/ 1451 w 1451"/>
              <a:gd name="T3" fmla="*/ 0 h 11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451" h="1100">
                <a:moveTo>
                  <a:pt x="0" y="1100"/>
                </a:moveTo>
                <a:lnTo>
                  <a:pt x="1451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Line 18">
            <a:extLst>
              <a:ext uri="{FF2B5EF4-FFF2-40B4-BE49-F238E27FC236}">
                <a16:creationId xmlns:a16="http://schemas.microsoft.com/office/drawing/2014/main" id="{1727B6E9-9DEE-757F-8CF7-9A83629F50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38475" y="4514223"/>
            <a:ext cx="1268413" cy="942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" name="Group 19">
            <a:extLst>
              <a:ext uri="{FF2B5EF4-FFF2-40B4-BE49-F238E27FC236}">
                <a16:creationId xmlns:a16="http://schemas.microsoft.com/office/drawing/2014/main" id="{6CB6A750-5C77-8AF0-8964-D10E9EC039EF}"/>
              </a:ext>
            </a:extLst>
          </p:cNvPr>
          <p:cNvGrpSpPr>
            <a:grpSpLocks/>
          </p:cNvGrpSpPr>
          <p:nvPr/>
        </p:nvGrpSpPr>
        <p:grpSpPr bwMode="auto">
          <a:xfrm rot="69348">
            <a:off x="5838021" y="4179260"/>
            <a:ext cx="1592262" cy="1698625"/>
            <a:chOff x="3024" y="2646"/>
            <a:chExt cx="1003" cy="1070"/>
          </a:xfrm>
        </p:grpSpPr>
        <p:sp>
          <p:nvSpPr>
            <p:cNvPr id="10" name="Line 20">
              <a:extLst>
                <a:ext uri="{FF2B5EF4-FFF2-40B4-BE49-F238E27FC236}">
                  <a16:creationId xmlns:a16="http://schemas.microsoft.com/office/drawing/2014/main" id="{527468F4-E265-BE42-BAE0-2C1EB2B77C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646"/>
              <a:ext cx="759" cy="8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Text Box 21">
              <a:extLst>
                <a:ext uri="{FF2B5EF4-FFF2-40B4-BE49-F238E27FC236}">
                  <a16:creationId xmlns:a16="http://schemas.microsoft.com/office/drawing/2014/main" id="{7B82771A-ACBF-F617-2B56-4087112FDC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9" y="3485"/>
              <a:ext cx="2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b="1"/>
                <a:t>X</a:t>
              </a:r>
              <a:r>
                <a:rPr lang="en-US" altLang="zh-CN" b="1" baseline="-20000"/>
                <a:t>2</a:t>
              </a:r>
              <a:endParaRPr lang="en-US" altLang="zh-CN" b="1"/>
            </a:p>
          </p:txBody>
        </p:sp>
        <p:sp>
          <p:nvSpPr>
            <p:cNvPr id="12" name="Text Box 22">
              <a:extLst>
                <a:ext uri="{FF2B5EF4-FFF2-40B4-BE49-F238E27FC236}">
                  <a16:creationId xmlns:a16="http://schemas.microsoft.com/office/drawing/2014/main" id="{8527998D-CBEC-B8B1-6747-DBC9CB90DF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1" y="3410"/>
              <a:ext cx="2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b="1"/>
                <a:t>V</a:t>
              </a:r>
              <a:r>
                <a:rPr lang="en-US" altLang="zh-CN" b="1" baseline="-20000"/>
                <a:t>1</a:t>
              </a:r>
              <a:endParaRPr lang="en-US" altLang="zh-CN" b="1"/>
            </a:p>
          </p:txBody>
        </p:sp>
        <p:sp>
          <p:nvSpPr>
            <p:cNvPr id="13" name="Text Box 23">
              <a:extLst>
                <a:ext uri="{FF2B5EF4-FFF2-40B4-BE49-F238E27FC236}">
                  <a16:creationId xmlns:a16="http://schemas.microsoft.com/office/drawing/2014/main" id="{7A7CD8FB-C2D5-DB33-CF99-924D3096CF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4" y="3257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b="1"/>
                <a:t>H</a:t>
              </a:r>
              <a:r>
                <a:rPr lang="en-US" altLang="zh-CN" b="1" baseline="-20000"/>
                <a:t>2</a:t>
              </a:r>
              <a:endParaRPr lang="en-US" altLang="zh-CN" b="1"/>
            </a:p>
          </p:txBody>
        </p:sp>
      </p:grpSp>
      <p:sp>
        <p:nvSpPr>
          <p:cNvPr id="14" name="Text Box 24">
            <a:extLst>
              <a:ext uri="{FF2B5EF4-FFF2-40B4-BE49-F238E27FC236}">
                <a16:creationId xmlns:a16="http://schemas.microsoft.com/office/drawing/2014/main" id="{C24D3CA8-1810-5475-89FD-7DAA99B52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282" y="640044"/>
            <a:ext cx="64739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0" hangingPunct="0"/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6. 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把一般位置平面变换成投影面平行面</a:t>
            </a:r>
          </a:p>
        </p:txBody>
      </p:sp>
      <p:sp>
        <p:nvSpPr>
          <p:cNvPr id="15" name="Line 25">
            <a:extLst>
              <a:ext uri="{FF2B5EF4-FFF2-40B4-BE49-F238E27FC236}">
                <a16:creationId xmlns:a16="http://schemas.microsoft.com/office/drawing/2014/main" id="{5EC8035B-9279-7E7C-09E8-D71EB9687F5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8371" y="3683960"/>
            <a:ext cx="32654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Freeform 26">
            <a:extLst>
              <a:ext uri="{FF2B5EF4-FFF2-40B4-BE49-F238E27FC236}">
                <a16:creationId xmlns:a16="http://schemas.microsoft.com/office/drawing/2014/main" id="{72BA645F-DC07-0A46-7010-C6AADFE363E8}"/>
              </a:ext>
            </a:extLst>
          </p:cNvPr>
          <p:cNvSpPr>
            <a:spLocks/>
          </p:cNvSpPr>
          <p:nvPr/>
        </p:nvSpPr>
        <p:spPr bwMode="auto">
          <a:xfrm>
            <a:off x="2869396" y="2377448"/>
            <a:ext cx="2000250" cy="763587"/>
          </a:xfrm>
          <a:custGeom>
            <a:avLst/>
            <a:gdLst>
              <a:gd name="T0" fmla="*/ 685 w 1260"/>
              <a:gd name="T1" fmla="*/ 0 h 481"/>
              <a:gd name="T2" fmla="*/ 0 w 1260"/>
              <a:gd name="T3" fmla="*/ 481 h 481"/>
              <a:gd name="T4" fmla="*/ 1260 w 1260"/>
              <a:gd name="T5" fmla="*/ 480 h 481"/>
              <a:gd name="T6" fmla="*/ 685 w 1260"/>
              <a:gd name="T7" fmla="*/ 0 h 4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60" h="481">
                <a:moveTo>
                  <a:pt x="685" y="0"/>
                </a:moveTo>
                <a:lnTo>
                  <a:pt x="0" y="481"/>
                </a:lnTo>
                <a:lnTo>
                  <a:pt x="1260" y="480"/>
                </a:lnTo>
                <a:lnTo>
                  <a:pt x="685" y="0"/>
                </a:lnTo>
                <a:close/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Line 27">
            <a:extLst>
              <a:ext uri="{FF2B5EF4-FFF2-40B4-BE49-F238E27FC236}">
                <a16:creationId xmlns:a16="http://schemas.microsoft.com/office/drawing/2014/main" id="{5D99E7F2-023D-B14F-9D5B-5D52BC177C6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2571" y="3128335"/>
            <a:ext cx="0" cy="911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Line 28">
            <a:extLst>
              <a:ext uri="{FF2B5EF4-FFF2-40B4-BE49-F238E27FC236}">
                <a16:creationId xmlns:a16="http://schemas.microsoft.com/office/drawing/2014/main" id="{F556ECA6-4FBA-7F99-1CA1-3764132028DC}"/>
              </a:ext>
            </a:extLst>
          </p:cNvPr>
          <p:cNvSpPr>
            <a:spLocks noChangeShapeType="1"/>
          </p:cNvSpPr>
          <p:nvPr/>
        </p:nvSpPr>
        <p:spPr bwMode="auto">
          <a:xfrm>
            <a:off x="4866471" y="3139448"/>
            <a:ext cx="0" cy="1374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Freeform 29">
            <a:extLst>
              <a:ext uri="{FF2B5EF4-FFF2-40B4-BE49-F238E27FC236}">
                <a16:creationId xmlns:a16="http://schemas.microsoft.com/office/drawing/2014/main" id="{FAF02095-8A9B-F772-A8AB-35BBDEF91044}"/>
              </a:ext>
            </a:extLst>
          </p:cNvPr>
          <p:cNvSpPr>
            <a:spLocks/>
          </p:cNvSpPr>
          <p:nvPr/>
        </p:nvSpPr>
        <p:spPr bwMode="auto">
          <a:xfrm>
            <a:off x="2872571" y="4028448"/>
            <a:ext cx="1997075" cy="866775"/>
          </a:xfrm>
          <a:custGeom>
            <a:avLst/>
            <a:gdLst>
              <a:gd name="T0" fmla="*/ 0 w 1258"/>
              <a:gd name="T1" fmla="*/ 0 h 546"/>
              <a:gd name="T2" fmla="*/ 684 w 1258"/>
              <a:gd name="T3" fmla="*/ 546 h 546"/>
              <a:gd name="T4" fmla="*/ 1258 w 1258"/>
              <a:gd name="T5" fmla="*/ 306 h 546"/>
              <a:gd name="T6" fmla="*/ 0 w 1258"/>
              <a:gd name="T7" fmla="*/ 0 h 5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58" h="546">
                <a:moveTo>
                  <a:pt x="0" y="0"/>
                </a:moveTo>
                <a:lnTo>
                  <a:pt x="684" y="546"/>
                </a:lnTo>
                <a:lnTo>
                  <a:pt x="1258" y="306"/>
                </a:lnTo>
                <a:lnTo>
                  <a:pt x="0" y="0"/>
                </a:lnTo>
                <a:close/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Line 30">
            <a:extLst>
              <a:ext uri="{FF2B5EF4-FFF2-40B4-BE49-F238E27FC236}">
                <a16:creationId xmlns:a16="http://schemas.microsoft.com/office/drawing/2014/main" id="{05FF03F2-AB8B-62D0-A051-F8F0754F496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8421" y="2377448"/>
            <a:ext cx="0" cy="25288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Text Box 31">
            <a:extLst>
              <a:ext uri="{FF2B5EF4-FFF2-40B4-BE49-F238E27FC236}">
                <a16:creationId xmlns:a16="http://schemas.microsoft.com/office/drawing/2014/main" id="{BADADA24-E666-7B54-8FE2-E1FD9D933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8083" y="3824732"/>
            <a:ext cx="3064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b="1" i="1" dirty="0"/>
              <a:t>a</a:t>
            </a:r>
          </a:p>
        </p:txBody>
      </p:sp>
      <p:sp>
        <p:nvSpPr>
          <p:cNvPr id="22" name="Text Box 32">
            <a:extLst>
              <a:ext uri="{FF2B5EF4-FFF2-40B4-BE49-F238E27FC236}">
                <a16:creationId xmlns:a16="http://schemas.microsoft.com/office/drawing/2014/main" id="{482DD54B-13F1-3CF9-BDF2-1926B9C55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1071" y="4224782"/>
            <a:ext cx="3064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b="1" i="1"/>
              <a:t>b</a:t>
            </a:r>
          </a:p>
        </p:txBody>
      </p:sp>
      <p:sp>
        <p:nvSpPr>
          <p:cNvPr id="23" name="Text Box 33">
            <a:extLst>
              <a:ext uri="{FF2B5EF4-FFF2-40B4-BE49-F238E27FC236}">
                <a16:creationId xmlns:a16="http://schemas.microsoft.com/office/drawing/2014/main" id="{1C7D1E45-78FD-DDAA-6342-3DC4AE8F1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2358" y="2910332"/>
            <a:ext cx="4171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b="1" i="1" dirty="0"/>
              <a:t> a</a:t>
            </a:r>
            <a:r>
              <a:rPr lang="en-US" altLang="zh-CN" b="1" i="1" dirty="0">
                <a:sym typeface="Symbol" charset="2"/>
              </a:rPr>
              <a:t></a:t>
            </a:r>
          </a:p>
        </p:txBody>
      </p:sp>
      <p:sp>
        <p:nvSpPr>
          <p:cNvPr id="24" name="Text Box 34">
            <a:extLst>
              <a:ext uri="{FF2B5EF4-FFF2-40B4-BE49-F238E27FC236}">
                <a16:creationId xmlns:a16="http://schemas.microsoft.com/office/drawing/2014/main" id="{092F475C-7B42-5E31-0716-5C7758B7BE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8071" y="2034032"/>
            <a:ext cx="389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b="1" i="1"/>
              <a:t> c</a:t>
            </a:r>
            <a:r>
              <a:rPr lang="en-US" altLang="zh-CN" b="1" i="1">
                <a:sym typeface="Symbol" charset="2"/>
              </a:rPr>
              <a:t></a:t>
            </a:r>
          </a:p>
        </p:txBody>
      </p:sp>
      <p:sp>
        <p:nvSpPr>
          <p:cNvPr id="25" name="Text Box 35">
            <a:extLst>
              <a:ext uri="{FF2B5EF4-FFF2-40B4-BE49-F238E27FC236}">
                <a16:creationId xmlns:a16="http://schemas.microsoft.com/office/drawing/2014/main" id="{A8139197-9447-4101-192D-C733B5874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9158" y="2956369"/>
            <a:ext cx="4171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b="1" i="1" dirty="0"/>
              <a:t> b</a:t>
            </a:r>
            <a:r>
              <a:rPr lang="en-US" altLang="zh-CN" b="1" i="1" dirty="0">
                <a:sym typeface="Symbol" charset="2"/>
              </a:rPr>
              <a:t></a:t>
            </a:r>
          </a:p>
        </p:txBody>
      </p:sp>
      <p:sp>
        <p:nvSpPr>
          <p:cNvPr id="26" name="Text Box 36">
            <a:extLst>
              <a:ext uri="{FF2B5EF4-FFF2-40B4-BE49-F238E27FC236}">
                <a16:creationId xmlns:a16="http://schemas.microsoft.com/office/drawing/2014/main" id="{DB173BCB-8F0D-5DB6-0176-4A027E917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4358" y="3501398"/>
            <a:ext cx="349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b="1"/>
              <a:t>X</a:t>
            </a:r>
          </a:p>
        </p:txBody>
      </p:sp>
      <p:sp>
        <p:nvSpPr>
          <p:cNvPr id="27" name="Text Box 37">
            <a:extLst>
              <a:ext uri="{FF2B5EF4-FFF2-40B4-BE49-F238E27FC236}">
                <a16:creationId xmlns:a16="http://schemas.microsoft.com/office/drawing/2014/main" id="{50639660-388B-31E7-20C5-722A7B26B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7246" y="3361698"/>
            <a:ext cx="349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b="1"/>
              <a:t>V</a:t>
            </a:r>
          </a:p>
        </p:txBody>
      </p:sp>
      <p:sp>
        <p:nvSpPr>
          <p:cNvPr id="28" name="Text Box 38">
            <a:extLst>
              <a:ext uri="{FF2B5EF4-FFF2-40B4-BE49-F238E27FC236}">
                <a16:creationId xmlns:a16="http://schemas.microsoft.com/office/drawing/2014/main" id="{D7388867-9790-1DCE-4B9A-7FE581F8C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7721" y="3653798"/>
            <a:ext cx="361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b="1"/>
              <a:t>H</a:t>
            </a:r>
          </a:p>
        </p:txBody>
      </p:sp>
      <p:sp>
        <p:nvSpPr>
          <p:cNvPr id="29" name="Text Box 39">
            <a:extLst>
              <a:ext uri="{FF2B5EF4-FFF2-40B4-BE49-F238E27FC236}">
                <a16:creationId xmlns:a16="http://schemas.microsoft.com/office/drawing/2014/main" id="{A8EAAE92-6769-0594-06AA-D6F54188AB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2208" y="4840732"/>
            <a:ext cx="27924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b="1" i="1"/>
              <a:t>c</a:t>
            </a:r>
          </a:p>
        </p:txBody>
      </p:sp>
      <p:sp>
        <p:nvSpPr>
          <p:cNvPr id="30" name="Text Box 40">
            <a:extLst>
              <a:ext uri="{FF2B5EF4-FFF2-40B4-BE49-F238E27FC236}">
                <a16:creationId xmlns:a16="http://schemas.microsoft.com/office/drawing/2014/main" id="{AC860684-B499-268D-E47E-A384B504A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3164" y="1949106"/>
            <a:ext cx="11929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FF3300"/>
                </a:solidFill>
                <a:latin typeface="+mn-ea"/>
              </a:rPr>
              <a:t>作 图：</a:t>
            </a:r>
            <a:endParaRPr lang="zh-CN" altLang="en-US" sz="2400" dirty="0">
              <a:solidFill>
                <a:srgbClr val="FF3300"/>
              </a:solidFill>
              <a:latin typeface="+mn-ea"/>
            </a:endParaRPr>
          </a:p>
        </p:txBody>
      </p:sp>
      <p:sp>
        <p:nvSpPr>
          <p:cNvPr id="31" name="AutoShape 41">
            <a:extLst>
              <a:ext uri="{FF2B5EF4-FFF2-40B4-BE49-F238E27FC236}">
                <a16:creationId xmlns:a16="http://schemas.microsoft.com/office/drawing/2014/main" id="{EB2C9EE8-5591-AD7F-DBE5-3F01A6F20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1458" y="2038804"/>
            <a:ext cx="2074863" cy="515362"/>
          </a:xfrm>
          <a:prstGeom prst="cloudCallout">
            <a:avLst>
              <a:gd name="adj1" fmla="val -63236"/>
              <a:gd name="adj2" fmla="val 102699"/>
            </a:avLst>
          </a:prstGeom>
          <a:solidFill>
            <a:srgbClr val="FFCCFF"/>
          </a:solidFill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lang="en-US" altLang="zh-CN" sz="1600" b="1">
                <a:latin typeface="+mn-ea"/>
              </a:rPr>
              <a:t>AB</a:t>
            </a:r>
            <a:r>
              <a:rPr lang="zh-CN" altLang="zh-CN" sz="1600" b="1">
                <a:latin typeface="+mn-ea"/>
              </a:rPr>
              <a:t>是水平线</a:t>
            </a:r>
            <a:endParaRPr lang="zh-CN" altLang="en-US" sz="1600">
              <a:latin typeface="+mn-ea"/>
            </a:endParaRPr>
          </a:p>
        </p:txBody>
      </p:sp>
      <p:sp>
        <p:nvSpPr>
          <p:cNvPr id="32" name="Text Box 42">
            <a:extLst>
              <a:ext uri="{FF2B5EF4-FFF2-40B4-BE49-F238E27FC236}">
                <a16:creationId xmlns:a16="http://schemas.microsoft.com/office/drawing/2014/main" id="{EBE039E0-7F4D-31A2-482A-0FE68BA13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810" y="1199435"/>
            <a:ext cx="17235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0" hangingPunct="0"/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空间分析：</a:t>
            </a:r>
          </a:p>
        </p:txBody>
      </p:sp>
      <p:grpSp>
        <p:nvGrpSpPr>
          <p:cNvPr id="33" name="Group 44">
            <a:extLst>
              <a:ext uri="{FF2B5EF4-FFF2-40B4-BE49-F238E27FC236}">
                <a16:creationId xmlns:a16="http://schemas.microsoft.com/office/drawing/2014/main" id="{8DA94BE7-4781-F5B7-44D5-5334DA28741A}"/>
              </a:ext>
            </a:extLst>
          </p:cNvPr>
          <p:cNvGrpSpPr>
            <a:grpSpLocks/>
          </p:cNvGrpSpPr>
          <p:nvPr/>
        </p:nvGrpSpPr>
        <p:grpSpPr bwMode="auto">
          <a:xfrm>
            <a:off x="2882096" y="3142623"/>
            <a:ext cx="2962275" cy="1600200"/>
            <a:chOff x="1149" y="1993"/>
            <a:chExt cx="1866" cy="1008"/>
          </a:xfrm>
        </p:grpSpPr>
        <p:sp>
          <p:nvSpPr>
            <p:cNvPr id="34" name="Freeform 45">
              <a:extLst>
                <a:ext uri="{FF2B5EF4-FFF2-40B4-BE49-F238E27FC236}">
                  <a16:creationId xmlns:a16="http://schemas.microsoft.com/office/drawing/2014/main" id="{C831BB41-0670-0E5A-13C1-2177D4E62D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9" y="1993"/>
              <a:ext cx="1" cy="349"/>
            </a:xfrm>
            <a:custGeom>
              <a:avLst/>
              <a:gdLst>
                <a:gd name="T0" fmla="*/ 0 w 1"/>
                <a:gd name="T1" fmla="*/ 0 h 349"/>
                <a:gd name="T2" fmla="*/ 0 w 1"/>
                <a:gd name="T3" fmla="*/ 349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49">
                  <a:moveTo>
                    <a:pt x="0" y="0"/>
                  </a:moveTo>
                  <a:lnTo>
                    <a:pt x="0" y="349"/>
                  </a:lnTo>
                </a:path>
              </a:pathLst>
            </a:custGeom>
            <a:noFill/>
            <a:ln w="38100" cap="flat" cmpd="sng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5" name="Freeform 46">
              <a:extLst>
                <a:ext uri="{FF2B5EF4-FFF2-40B4-BE49-F238E27FC236}">
                  <a16:creationId xmlns:a16="http://schemas.microsoft.com/office/drawing/2014/main" id="{65422FCD-5146-CEA9-0627-322B2B7F6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2926"/>
              <a:ext cx="330" cy="75"/>
            </a:xfrm>
            <a:custGeom>
              <a:avLst/>
              <a:gdLst>
                <a:gd name="T0" fmla="*/ 0 w 330"/>
                <a:gd name="T1" fmla="*/ 0 h 75"/>
                <a:gd name="T2" fmla="*/ 330 w 330"/>
                <a:gd name="T3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30" h="75">
                  <a:moveTo>
                    <a:pt x="0" y="0"/>
                  </a:moveTo>
                  <a:lnTo>
                    <a:pt x="330" y="75"/>
                  </a:lnTo>
                </a:path>
              </a:pathLst>
            </a:custGeom>
            <a:noFill/>
            <a:ln w="38100" cap="flat" cmpd="sng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36" name="Group 47">
            <a:extLst>
              <a:ext uri="{FF2B5EF4-FFF2-40B4-BE49-F238E27FC236}">
                <a16:creationId xmlns:a16="http://schemas.microsoft.com/office/drawing/2014/main" id="{A8CE02E1-AC1C-4E5E-BA59-BC0C9327E208}"/>
              </a:ext>
            </a:extLst>
          </p:cNvPr>
          <p:cNvGrpSpPr>
            <a:grpSpLocks/>
          </p:cNvGrpSpPr>
          <p:nvPr/>
        </p:nvGrpSpPr>
        <p:grpSpPr bwMode="auto">
          <a:xfrm>
            <a:off x="3944133" y="2385385"/>
            <a:ext cx="2516188" cy="3071813"/>
            <a:chOff x="1818" y="1511"/>
            <a:chExt cx="1585" cy="1935"/>
          </a:xfrm>
        </p:grpSpPr>
        <p:sp>
          <p:nvSpPr>
            <p:cNvPr id="37" name="Line 48">
              <a:extLst>
                <a:ext uri="{FF2B5EF4-FFF2-40B4-BE49-F238E27FC236}">
                  <a16:creationId xmlns:a16="http://schemas.microsoft.com/office/drawing/2014/main" id="{5FF1CDCB-8C9C-7A6F-F9B6-10E32B354E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8" y="1511"/>
              <a:ext cx="0" cy="823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8" name="Freeform 49">
              <a:extLst>
                <a:ext uri="{FF2B5EF4-FFF2-40B4-BE49-F238E27FC236}">
                  <a16:creationId xmlns:a16="http://schemas.microsoft.com/office/drawing/2014/main" id="{A9A7A01E-D731-B042-8040-CA687A357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1" y="3258"/>
              <a:ext cx="812" cy="188"/>
            </a:xfrm>
            <a:custGeom>
              <a:avLst/>
              <a:gdLst>
                <a:gd name="T0" fmla="*/ 0 w 812"/>
                <a:gd name="T1" fmla="*/ 0 h 188"/>
                <a:gd name="T2" fmla="*/ 812 w 812"/>
                <a:gd name="T3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2" h="188">
                  <a:moveTo>
                    <a:pt x="0" y="0"/>
                  </a:moveTo>
                  <a:lnTo>
                    <a:pt x="812" y="188"/>
                  </a:lnTo>
                </a:path>
              </a:pathLst>
            </a:custGeom>
            <a:noFill/>
            <a:ln w="38100" cap="flat" cmpd="sng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39" name="Line 62">
            <a:extLst>
              <a:ext uri="{FF2B5EF4-FFF2-40B4-BE49-F238E27FC236}">
                <a16:creationId xmlns:a16="http://schemas.microsoft.com/office/drawing/2014/main" id="{3C514C6D-2C2E-BE4D-543C-C7695FDC6FA9}"/>
              </a:ext>
            </a:extLst>
          </p:cNvPr>
          <p:cNvSpPr>
            <a:spLocks noChangeShapeType="1"/>
          </p:cNvSpPr>
          <p:nvPr/>
        </p:nvSpPr>
        <p:spPr bwMode="auto">
          <a:xfrm>
            <a:off x="5872946" y="4745998"/>
            <a:ext cx="611187" cy="7032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0" name="Group 63">
            <a:extLst>
              <a:ext uri="{FF2B5EF4-FFF2-40B4-BE49-F238E27FC236}">
                <a16:creationId xmlns:a16="http://schemas.microsoft.com/office/drawing/2014/main" id="{E8665335-F1D4-E22E-1F33-FECBCBC5DB5E}"/>
              </a:ext>
            </a:extLst>
          </p:cNvPr>
          <p:cNvGrpSpPr>
            <a:grpSpLocks/>
          </p:cNvGrpSpPr>
          <p:nvPr/>
        </p:nvGrpSpPr>
        <p:grpSpPr bwMode="auto">
          <a:xfrm>
            <a:off x="3944133" y="4504701"/>
            <a:ext cx="3762376" cy="720726"/>
            <a:chOff x="1818" y="2851"/>
            <a:chExt cx="2370" cy="454"/>
          </a:xfrm>
        </p:grpSpPr>
        <p:sp>
          <p:nvSpPr>
            <p:cNvPr id="41" name="Freeform 64">
              <a:extLst>
                <a:ext uri="{FF2B5EF4-FFF2-40B4-BE49-F238E27FC236}">
                  <a16:creationId xmlns:a16="http://schemas.microsoft.com/office/drawing/2014/main" id="{CF4FEA44-59AB-941B-B34D-08602CD23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8" y="3102"/>
              <a:ext cx="768" cy="165"/>
            </a:xfrm>
            <a:custGeom>
              <a:avLst/>
              <a:gdLst>
                <a:gd name="T0" fmla="*/ 0 w 768"/>
                <a:gd name="T1" fmla="*/ 0 h 165"/>
                <a:gd name="T2" fmla="*/ 768 w 768"/>
                <a:gd name="T3" fmla="*/ 165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8" h="165">
                  <a:moveTo>
                    <a:pt x="0" y="0"/>
                  </a:moveTo>
                  <a:lnTo>
                    <a:pt x="768" y="165"/>
                  </a:lnTo>
                </a:path>
              </a:pathLst>
            </a:custGeom>
            <a:noFill/>
            <a:ln w="38100" cap="flat" cmpd="sng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2" name="Freeform 65">
              <a:extLst>
                <a:ext uri="{FF2B5EF4-FFF2-40B4-BE49-F238E27FC236}">
                  <a16:creationId xmlns:a16="http://schemas.microsoft.com/office/drawing/2014/main" id="{D898DC3F-299B-6A64-4C08-74E38099D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1" y="2851"/>
              <a:ext cx="597" cy="454"/>
            </a:xfrm>
            <a:custGeom>
              <a:avLst/>
              <a:gdLst>
                <a:gd name="T0" fmla="*/ 0 w 584"/>
                <a:gd name="T1" fmla="*/ 445 h 445"/>
                <a:gd name="T2" fmla="*/ 584 w 584"/>
                <a:gd name="T3" fmla="*/ 0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84" h="445">
                  <a:moveTo>
                    <a:pt x="0" y="445"/>
                  </a:moveTo>
                  <a:lnTo>
                    <a:pt x="584" y="0"/>
                  </a:lnTo>
                </a:path>
              </a:pathLst>
            </a:custGeom>
            <a:noFill/>
            <a:ln w="38100" cap="flat" cmpd="sng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43" name="Group 66">
            <a:extLst>
              <a:ext uri="{FF2B5EF4-FFF2-40B4-BE49-F238E27FC236}">
                <a16:creationId xmlns:a16="http://schemas.microsoft.com/office/drawing/2014/main" id="{C810688B-FD82-9D3B-C685-4A00D4D6515E}"/>
              </a:ext>
            </a:extLst>
          </p:cNvPr>
          <p:cNvGrpSpPr>
            <a:grpSpLocks/>
          </p:cNvGrpSpPr>
          <p:nvPr/>
        </p:nvGrpSpPr>
        <p:grpSpPr bwMode="auto">
          <a:xfrm>
            <a:off x="4855358" y="4242760"/>
            <a:ext cx="1665288" cy="381000"/>
            <a:chOff x="2401" y="2686"/>
            <a:chExt cx="1049" cy="240"/>
          </a:xfrm>
        </p:grpSpPr>
        <p:sp>
          <p:nvSpPr>
            <p:cNvPr id="44" name="Freeform 67">
              <a:extLst>
                <a:ext uri="{FF2B5EF4-FFF2-40B4-BE49-F238E27FC236}">
                  <a16:creationId xmlns:a16="http://schemas.microsoft.com/office/drawing/2014/main" id="{E7376E0A-63D8-0AFC-7EC7-CB7C24A9D7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1" y="2857"/>
              <a:ext cx="284" cy="69"/>
            </a:xfrm>
            <a:custGeom>
              <a:avLst/>
              <a:gdLst>
                <a:gd name="T0" fmla="*/ 0 w 284"/>
                <a:gd name="T1" fmla="*/ 0 h 69"/>
                <a:gd name="T2" fmla="*/ 284 w 284"/>
                <a:gd name="T3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4" h="69">
                  <a:moveTo>
                    <a:pt x="0" y="0"/>
                  </a:moveTo>
                  <a:lnTo>
                    <a:pt x="284" y="69"/>
                  </a:lnTo>
                </a:path>
              </a:pathLst>
            </a:custGeom>
            <a:noFill/>
            <a:ln w="38100" cap="flat" cmpd="sng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5" name="Freeform 68">
              <a:extLst>
                <a:ext uri="{FF2B5EF4-FFF2-40B4-BE49-F238E27FC236}">
                  <a16:creationId xmlns:a16="http://schemas.microsoft.com/office/drawing/2014/main" id="{354EC582-BAFB-A30D-C539-450FE3D4C7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0" y="2686"/>
              <a:ext cx="240" cy="180"/>
            </a:xfrm>
            <a:custGeom>
              <a:avLst/>
              <a:gdLst>
                <a:gd name="T0" fmla="*/ 0 w 240"/>
                <a:gd name="T1" fmla="*/ 180 h 180"/>
                <a:gd name="T2" fmla="*/ 240 w 240"/>
                <a:gd name="T3" fmla="*/ 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0" h="180">
                  <a:moveTo>
                    <a:pt x="0" y="180"/>
                  </a:moveTo>
                  <a:lnTo>
                    <a:pt x="240" y="0"/>
                  </a:lnTo>
                </a:path>
              </a:pathLst>
            </a:custGeom>
            <a:noFill/>
            <a:ln w="38100" cap="flat" cmpd="sng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46" name="Text Box 69">
            <a:extLst>
              <a:ext uri="{FF2B5EF4-FFF2-40B4-BE49-F238E27FC236}">
                <a16:creationId xmlns:a16="http://schemas.microsoft.com/office/drawing/2014/main" id="{CD2B6DCB-82BB-AC37-BDCC-F44FBA24F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7833" y="5927098"/>
            <a:ext cx="20281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400" b="1">
                <a:solidFill>
                  <a:srgbClr val="FF0000"/>
                </a:solidFill>
                <a:latin typeface="+mn-ea"/>
              </a:rPr>
              <a:t>X</a:t>
            </a:r>
            <a:r>
              <a:rPr lang="en-US" altLang="zh-CN" sz="2400" b="1" baseline="-25000">
                <a:solidFill>
                  <a:srgbClr val="FF0000"/>
                </a:solidFill>
                <a:latin typeface="+mn-ea"/>
              </a:rPr>
              <a:t>2</a:t>
            </a:r>
            <a:r>
              <a:rPr lang="zh-CN" altLang="en-US" sz="2400" b="1">
                <a:solidFill>
                  <a:srgbClr val="FF0000"/>
                </a:solidFill>
                <a:latin typeface="+mn-ea"/>
              </a:rPr>
              <a:t>轴</a:t>
            </a:r>
            <a:r>
              <a:rPr lang="zh-CN" altLang="zh-CN" sz="2400" b="1">
                <a:solidFill>
                  <a:srgbClr val="FF0000"/>
                </a:solidFill>
                <a:latin typeface="+mn-ea"/>
              </a:rPr>
              <a:t>的位置？</a:t>
            </a:r>
            <a:endParaRPr lang="zh-CN" altLang="en-US" sz="2400" b="1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7" name="AutoShape 70">
            <a:extLst>
              <a:ext uri="{FF2B5EF4-FFF2-40B4-BE49-F238E27FC236}">
                <a16:creationId xmlns:a16="http://schemas.microsoft.com/office/drawing/2014/main" id="{B5D618E0-6512-9B51-0A89-432C8CAF3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46" y="4552323"/>
            <a:ext cx="2106612" cy="762000"/>
          </a:xfrm>
          <a:prstGeom prst="wedgeEllipseCallout">
            <a:avLst>
              <a:gd name="adj1" fmla="val -62963"/>
              <a:gd name="adj2" fmla="val -101875"/>
            </a:avLst>
          </a:prstGeom>
          <a:solidFill>
            <a:srgbClr val="FFFF99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zh-CN" altLang="en-US" sz="2400" b="1">
                <a:latin typeface="+mn-ea"/>
              </a:rPr>
              <a:t>平面的实形</a:t>
            </a:r>
          </a:p>
        </p:txBody>
      </p:sp>
      <p:grpSp>
        <p:nvGrpSpPr>
          <p:cNvPr id="48" name="Group 71">
            <a:extLst>
              <a:ext uri="{FF2B5EF4-FFF2-40B4-BE49-F238E27FC236}">
                <a16:creationId xmlns:a16="http://schemas.microsoft.com/office/drawing/2014/main" id="{D1E33D8A-1B30-D066-596A-69FDA643EBE1}"/>
              </a:ext>
            </a:extLst>
          </p:cNvPr>
          <p:cNvGrpSpPr>
            <a:grpSpLocks/>
          </p:cNvGrpSpPr>
          <p:nvPr/>
        </p:nvGrpSpPr>
        <p:grpSpPr bwMode="auto">
          <a:xfrm>
            <a:off x="6060271" y="4266573"/>
            <a:ext cx="222250" cy="274637"/>
            <a:chOff x="3151" y="2701"/>
            <a:chExt cx="140" cy="173"/>
          </a:xfrm>
        </p:grpSpPr>
        <p:sp>
          <p:nvSpPr>
            <p:cNvPr id="49" name="Freeform 72">
              <a:extLst>
                <a:ext uri="{FF2B5EF4-FFF2-40B4-BE49-F238E27FC236}">
                  <a16:creationId xmlns:a16="http://schemas.microsoft.com/office/drawing/2014/main" id="{3DAF0DD6-037A-54F1-00C2-E647190C1F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" y="2772"/>
              <a:ext cx="115" cy="41"/>
            </a:xfrm>
            <a:custGeom>
              <a:avLst/>
              <a:gdLst>
                <a:gd name="T0" fmla="*/ 0 w 115"/>
                <a:gd name="T1" fmla="*/ 22 h 41"/>
                <a:gd name="T2" fmla="*/ 48 w 115"/>
                <a:gd name="T3" fmla="*/ 2 h 41"/>
                <a:gd name="T4" fmla="*/ 87 w 115"/>
                <a:gd name="T5" fmla="*/ 12 h 41"/>
                <a:gd name="T6" fmla="*/ 115 w 115"/>
                <a:gd name="T7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5" h="41">
                  <a:moveTo>
                    <a:pt x="0" y="22"/>
                  </a:moveTo>
                  <a:cubicBezTo>
                    <a:pt x="16" y="13"/>
                    <a:pt x="34" y="4"/>
                    <a:pt x="48" y="2"/>
                  </a:cubicBezTo>
                  <a:cubicBezTo>
                    <a:pt x="62" y="0"/>
                    <a:pt x="76" y="6"/>
                    <a:pt x="87" y="12"/>
                  </a:cubicBezTo>
                  <a:cubicBezTo>
                    <a:pt x="98" y="18"/>
                    <a:pt x="109" y="35"/>
                    <a:pt x="115" y="41"/>
                  </a:cubicBezTo>
                </a:path>
              </a:pathLst>
            </a:custGeom>
            <a:noFill/>
            <a:ln w="1270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Text Box 73">
              <a:extLst>
                <a:ext uri="{FF2B5EF4-FFF2-40B4-BE49-F238E27FC236}">
                  <a16:creationId xmlns:a16="http://schemas.microsoft.com/office/drawing/2014/main" id="{D29FA298-E2A8-978E-ED04-B486C1A40C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1" y="2701"/>
              <a:ext cx="14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1200" b="1"/>
                <a:t>.</a:t>
              </a:r>
            </a:p>
          </p:txBody>
        </p:sp>
      </p:grpSp>
      <p:grpSp>
        <p:nvGrpSpPr>
          <p:cNvPr id="51" name="Group 74">
            <a:extLst>
              <a:ext uri="{FF2B5EF4-FFF2-40B4-BE49-F238E27FC236}">
                <a16:creationId xmlns:a16="http://schemas.microsoft.com/office/drawing/2014/main" id="{321CC56A-3208-1C8E-14F8-086BF10C3DFE}"/>
              </a:ext>
            </a:extLst>
          </p:cNvPr>
          <p:cNvGrpSpPr>
            <a:grpSpLocks/>
          </p:cNvGrpSpPr>
          <p:nvPr/>
        </p:nvGrpSpPr>
        <p:grpSpPr bwMode="auto">
          <a:xfrm>
            <a:off x="4717246" y="4239585"/>
            <a:ext cx="750887" cy="1730375"/>
            <a:chOff x="2300" y="2684"/>
            <a:chExt cx="473" cy="1090"/>
          </a:xfrm>
        </p:grpSpPr>
        <p:sp>
          <p:nvSpPr>
            <p:cNvPr id="52" name="Line 75">
              <a:extLst>
                <a:ext uri="{FF2B5EF4-FFF2-40B4-BE49-F238E27FC236}">
                  <a16:creationId xmlns:a16="http://schemas.microsoft.com/office/drawing/2014/main" id="{F87D8437-748F-D726-66D7-FA4852C9EB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08" y="2684"/>
              <a:ext cx="230" cy="8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Text Box 76">
              <a:extLst>
                <a:ext uri="{FF2B5EF4-FFF2-40B4-BE49-F238E27FC236}">
                  <a16:creationId xmlns:a16="http://schemas.microsoft.com/office/drawing/2014/main" id="{D4D0B248-F91E-27F3-C236-A7BE413C4D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0" y="3543"/>
              <a:ext cx="2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b="1"/>
                <a:t>X</a:t>
              </a:r>
              <a:r>
                <a:rPr lang="en-US" altLang="zh-CN" b="1" baseline="-20000"/>
                <a:t>1</a:t>
              </a:r>
              <a:endParaRPr lang="en-US" altLang="zh-CN" b="1"/>
            </a:p>
          </p:txBody>
        </p:sp>
        <p:sp>
          <p:nvSpPr>
            <p:cNvPr id="54" name="Text Box 77">
              <a:extLst>
                <a:ext uri="{FF2B5EF4-FFF2-40B4-BE49-F238E27FC236}">
                  <a16:creationId xmlns:a16="http://schemas.microsoft.com/office/drawing/2014/main" id="{32E388DB-659D-8CC8-F5A8-24FA699F04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0" y="3359"/>
              <a:ext cx="2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b="1"/>
                <a:t>H</a:t>
              </a:r>
            </a:p>
          </p:txBody>
        </p:sp>
        <p:sp>
          <p:nvSpPr>
            <p:cNvPr id="55" name="Text Box 78">
              <a:extLst>
                <a:ext uri="{FF2B5EF4-FFF2-40B4-BE49-F238E27FC236}">
                  <a16:creationId xmlns:a16="http://schemas.microsoft.com/office/drawing/2014/main" id="{29F1D061-7AEC-84C6-F94E-F911655904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5" y="3432"/>
              <a:ext cx="2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b="1"/>
                <a:t>V</a:t>
              </a:r>
              <a:r>
                <a:rPr lang="en-US" altLang="zh-CN" b="1" baseline="-20000"/>
                <a:t>1</a:t>
              </a:r>
              <a:endParaRPr lang="en-US" altLang="zh-CN" b="1"/>
            </a:p>
          </p:txBody>
        </p:sp>
      </p:grpSp>
      <p:grpSp>
        <p:nvGrpSpPr>
          <p:cNvPr id="56" name="Group 79">
            <a:extLst>
              <a:ext uri="{FF2B5EF4-FFF2-40B4-BE49-F238E27FC236}">
                <a16:creationId xmlns:a16="http://schemas.microsoft.com/office/drawing/2014/main" id="{64EC477C-F8F8-567E-2B2D-7B0B1DBCA0F2}"/>
              </a:ext>
            </a:extLst>
          </p:cNvPr>
          <p:cNvGrpSpPr>
            <a:grpSpLocks/>
          </p:cNvGrpSpPr>
          <p:nvPr/>
        </p:nvGrpSpPr>
        <p:grpSpPr bwMode="auto">
          <a:xfrm>
            <a:off x="5153808" y="4360235"/>
            <a:ext cx="222250" cy="274638"/>
            <a:chOff x="2489" y="3105"/>
            <a:chExt cx="140" cy="173"/>
          </a:xfrm>
        </p:grpSpPr>
        <p:sp>
          <p:nvSpPr>
            <p:cNvPr id="57" name="Freeform 80">
              <a:extLst>
                <a:ext uri="{FF2B5EF4-FFF2-40B4-BE49-F238E27FC236}">
                  <a16:creationId xmlns:a16="http://schemas.microsoft.com/office/drawing/2014/main" id="{6C0FB477-F0B1-6EAF-7216-1539A634EC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1" y="3170"/>
              <a:ext cx="105" cy="70"/>
            </a:xfrm>
            <a:custGeom>
              <a:avLst/>
              <a:gdLst>
                <a:gd name="T0" fmla="*/ 0 w 105"/>
                <a:gd name="T1" fmla="*/ 70 h 70"/>
                <a:gd name="T2" fmla="*/ 14 w 105"/>
                <a:gd name="T3" fmla="*/ 27 h 70"/>
                <a:gd name="T4" fmla="*/ 57 w 105"/>
                <a:gd name="T5" fmla="*/ 3 h 70"/>
                <a:gd name="T6" fmla="*/ 105 w 105"/>
                <a:gd name="T7" fmla="*/ 8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5" h="70">
                  <a:moveTo>
                    <a:pt x="0" y="70"/>
                  </a:moveTo>
                  <a:cubicBezTo>
                    <a:pt x="2" y="54"/>
                    <a:pt x="4" y="38"/>
                    <a:pt x="14" y="27"/>
                  </a:cubicBezTo>
                  <a:cubicBezTo>
                    <a:pt x="24" y="16"/>
                    <a:pt x="42" y="6"/>
                    <a:pt x="57" y="3"/>
                  </a:cubicBezTo>
                  <a:cubicBezTo>
                    <a:pt x="72" y="0"/>
                    <a:pt x="88" y="4"/>
                    <a:pt x="105" y="8"/>
                  </a:cubicBezTo>
                </a:path>
              </a:pathLst>
            </a:custGeom>
            <a:noFill/>
            <a:ln w="1270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Text Box 81">
              <a:extLst>
                <a:ext uri="{FF2B5EF4-FFF2-40B4-BE49-F238E27FC236}">
                  <a16:creationId xmlns:a16="http://schemas.microsoft.com/office/drawing/2014/main" id="{86A57719-05DC-97A2-4CB7-3587E01C2F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9" y="3105"/>
              <a:ext cx="14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1200" b="1"/>
                <a:t>.</a:t>
              </a:r>
            </a:p>
          </p:txBody>
        </p:sp>
      </p:grpSp>
      <p:sp>
        <p:nvSpPr>
          <p:cNvPr id="59" name="Freeform 82">
            <a:extLst>
              <a:ext uri="{FF2B5EF4-FFF2-40B4-BE49-F238E27FC236}">
                <a16:creationId xmlns:a16="http://schemas.microsoft.com/office/drawing/2014/main" id="{8FE7A43F-93A1-8332-F671-72BF7890087B}"/>
              </a:ext>
            </a:extLst>
          </p:cNvPr>
          <p:cNvSpPr>
            <a:spLocks/>
          </p:cNvSpPr>
          <p:nvPr/>
        </p:nvSpPr>
        <p:spPr bwMode="auto">
          <a:xfrm>
            <a:off x="6495246" y="3037848"/>
            <a:ext cx="1639887" cy="1449387"/>
          </a:xfrm>
          <a:custGeom>
            <a:avLst/>
            <a:gdLst>
              <a:gd name="T0" fmla="*/ 0 w 1033"/>
              <a:gd name="T1" fmla="*/ 771 h 913"/>
              <a:gd name="T2" fmla="*/ 1033 w 1033"/>
              <a:gd name="T3" fmla="*/ 0 h 913"/>
              <a:gd name="T4" fmla="*/ 767 w 1033"/>
              <a:gd name="T5" fmla="*/ 913 h 913"/>
              <a:gd name="T6" fmla="*/ 0 w 1033"/>
              <a:gd name="T7" fmla="*/ 771 h 9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33" h="913">
                <a:moveTo>
                  <a:pt x="0" y="771"/>
                </a:moveTo>
                <a:lnTo>
                  <a:pt x="1033" y="0"/>
                </a:lnTo>
                <a:lnTo>
                  <a:pt x="767" y="913"/>
                </a:lnTo>
                <a:lnTo>
                  <a:pt x="0" y="771"/>
                </a:lnTo>
                <a:close/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0" name="Group 83">
            <a:extLst>
              <a:ext uri="{FF2B5EF4-FFF2-40B4-BE49-F238E27FC236}">
                <a16:creationId xmlns:a16="http://schemas.microsoft.com/office/drawing/2014/main" id="{084B0C56-0C01-A08F-5370-8A9BFE3303E7}"/>
              </a:ext>
            </a:extLst>
          </p:cNvPr>
          <p:cNvGrpSpPr>
            <a:grpSpLocks/>
          </p:cNvGrpSpPr>
          <p:nvPr/>
        </p:nvGrpSpPr>
        <p:grpSpPr bwMode="auto">
          <a:xfrm>
            <a:off x="2866221" y="3033085"/>
            <a:ext cx="5267325" cy="1585913"/>
            <a:chOff x="1140" y="1927"/>
            <a:chExt cx="3318" cy="999"/>
          </a:xfrm>
        </p:grpSpPr>
        <p:sp>
          <p:nvSpPr>
            <p:cNvPr id="61" name="Freeform 84">
              <a:extLst>
                <a:ext uri="{FF2B5EF4-FFF2-40B4-BE49-F238E27FC236}">
                  <a16:creationId xmlns:a16="http://schemas.microsoft.com/office/drawing/2014/main" id="{FCD5E1D6-B2F3-203E-24DC-2B009BE61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0" y="2551"/>
              <a:ext cx="1545" cy="375"/>
            </a:xfrm>
            <a:custGeom>
              <a:avLst/>
              <a:gdLst>
                <a:gd name="T0" fmla="*/ 0 w 1545"/>
                <a:gd name="T1" fmla="*/ 0 h 375"/>
                <a:gd name="T2" fmla="*/ 1545 w 1545"/>
                <a:gd name="T3" fmla="*/ 375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45" h="375">
                  <a:moveTo>
                    <a:pt x="0" y="0"/>
                  </a:moveTo>
                  <a:lnTo>
                    <a:pt x="1545" y="375"/>
                  </a:lnTo>
                </a:path>
              </a:pathLst>
            </a:custGeom>
            <a:noFill/>
            <a:ln w="38100" cap="flat" cmpd="sng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2" name="Line 85">
              <a:extLst>
                <a:ext uri="{FF2B5EF4-FFF2-40B4-BE49-F238E27FC236}">
                  <a16:creationId xmlns:a16="http://schemas.microsoft.com/office/drawing/2014/main" id="{86C2EE23-03FC-D767-B063-5DC84C6F62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10" y="1927"/>
              <a:ext cx="1248" cy="939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63" name="AutoShape 86">
            <a:extLst>
              <a:ext uri="{FF2B5EF4-FFF2-40B4-BE49-F238E27FC236}">
                <a16:creationId xmlns:a16="http://schemas.microsoft.com/office/drawing/2014/main" id="{A7EFD698-83CA-47FC-3C95-3FCF18D21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6346" y="5931860"/>
            <a:ext cx="1570037" cy="474663"/>
          </a:xfrm>
          <a:prstGeom prst="wedgeRoundRectCallout">
            <a:avLst>
              <a:gd name="adj1" fmla="val 21282"/>
              <a:gd name="adj2" fmla="val -203176"/>
              <a:gd name="adj3" fmla="val 16667"/>
            </a:avLst>
          </a:prstGeom>
          <a:solidFill>
            <a:srgbClr val="99FFCC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zh-CN" altLang="en-US" sz="2400" b="1">
                <a:latin typeface="+mn-ea"/>
              </a:rPr>
              <a:t>与其平行</a:t>
            </a:r>
          </a:p>
        </p:txBody>
      </p:sp>
      <p:grpSp>
        <p:nvGrpSpPr>
          <p:cNvPr id="64" name="Group 94">
            <a:extLst>
              <a:ext uri="{FF2B5EF4-FFF2-40B4-BE49-F238E27FC236}">
                <a16:creationId xmlns:a16="http://schemas.microsoft.com/office/drawing/2014/main" id="{FC7C0AD8-F7AE-058F-E75C-2EA7DC122DE9}"/>
              </a:ext>
            </a:extLst>
          </p:cNvPr>
          <p:cNvGrpSpPr>
            <a:grpSpLocks/>
          </p:cNvGrpSpPr>
          <p:nvPr/>
        </p:nvGrpSpPr>
        <p:grpSpPr bwMode="auto">
          <a:xfrm>
            <a:off x="3769667" y="1209931"/>
            <a:ext cx="5797550" cy="461963"/>
            <a:chOff x="1420" y="504"/>
            <a:chExt cx="4340" cy="291"/>
          </a:xfrm>
        </p:grpSpPr>
        <p:sp>
          <p:nvSpPr>
            <p:cNvPr id="65" name="Text Box 15">
              <a:extLst>
                <a:ext uri="{FF2B5EF4-FFF2-40B4-BE49-F238E27FC236}">
                  <a16:creationId xmlns:a16="http://schemas.microsoft.com/office/drawing/2014/main" id="{C2E7C6B1-4AD6-26B4-2253-4399DA0249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0" y="504"/>
              <a:ext cx="434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l" eaLnBrk="0" hangingPunct="0"/>
              <a:r>
                <a:rPr lang="zh-CN" altLang="en-US" sz="2400" b="1" dirty="0">
                  <a:latin typeface="+mn-ea"/>
                </a:rPr>
                <a:t>一般平面     垂直面     平行面 </a:t>
              </a:r>
            </a:p>
          </p:txBody>
        </p:sp>
        <p:sp>
          <p:nvSpPr>
            <p:cNvPr id="66" name="Line 88">
              <a:extLst>
                <a:ext uri="{FF2B5EF4-FFF2-40B4-BE49-F238E27FC236}">
                  <a16:creationId xmlns:a16="http://schemas.microsoft.com/office/drawing/2014/main" id="{0BBF44E7-FE5E-CD16-E23D-0BB00E2754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8" y="649"/>
              <a:ext cx="263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US" sz="1600">
                <a:latin typeface="+mn-ea"/>
              </a:endParaRPr>
            </a:p>
          </p:txBody>
        </p:sp>
        <p:sp>
          <p:nvSpPr>
            <p:cNvPr id="67" name="Line 89">
              <a:extLst>
                <a:ext uri="{FF2B5EF4-FFF2-40B4-BE49-F238E27FC236}">
                  <a16:creationId xmlns:a16="http://schemas.microsoft.com/office/drawing/2014/main" id="{76826744-C763-F355-1C82-55A084F4AE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5" y="649"/>
              <a:ext cx="248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US" sz="1600">
                <a:latin typeface="+mn-ea"/>
              </a:endParaRPr>
            </a:p>
          </p:txBody>
        </p:sp>
      </p:grpSp>
      <p:grpSp>
        <p:nvGrpSpPr>
          <p:cNvPr id="68" name="Group 59">
            <a:extLst>
              <a:ext uri="{FF2B5EF4-FFF2-40B4-BE49-F238E27FC236}">
                <a16:creationId xmlns:a16="http://schemas.microsoft.com/office/drawing/2014/main" id="{B1006AA8-DA3D-A3EE-926E-4296CD86945A}"/>
              </a:ext>
            </a:extLst>
          </p:cNvPr>
          <p:cNvGrpSpPr>
            <a:grpSpLocks/>
          </p:cNvGrpSpPr>
          <p:nvPr/>
        </p:nvGrpSpPr>
        <p:grpSpPr bwMode="auto">
          <a:xfrm>
            <a:off x="6299989" y="5277820"/>
            <a:ext cx="412750" cy="504826"/>
            <a:chOff x="3302" y="3338"/>
            <a:chExt cx="260" cy="318"/>
          </a:xfrm>
        </p:grpSpPr>
        <p:sp>
          <p:nvSpPr>
            <p:cNvPr id="69" name="Text Box 60">
              <a:extLst>
                <a:ext uri="{FF2B5EF4-FFF2-40B4-BE49-F238E27FC236}">
                  <a16:creationId xmlns:a16="http://schemas.microsoft.com/office/drawing/2014/main" id="{94E55D02-9377-E17B-982B-DA97104A68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2" y="3423"/>
              <a:ext cx="26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b="1" i="1" dirty="0"/>
                <a:t>c'</a:t>
              </a:r>
              <a:r>
                <a:rPr lang="en-US" altLang="zh-CN" b="1" i="1" baseline="-20000" dirty="0"/>
                <a:t>1</a:t>
              </a:r>
            </a:p>
          </p:txBody>
        </p:sp>
        <p:sp>
          <p:nvSpPr>
            <p:cNvPr id="70" name="Text Box 61">
              <a:extLst>
                <a:ext uri="{FF2B5EF4-FFF2-40B4-BE49-F238E27FC236}">
                  <a16:creationId xmlns:a16="http://schemas.microsoft.com/office/drawing/2014/main" id="{BF1125F0-665E-6E0E-C01E-5B6A449F26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4" y="3338"/>
              <a:ext cx="22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1400" b="1" dirty="0">
                  <a:solidFill>
                    <a:srgbClr val="FF0000"/>
                  </a:solidFill>
                </a:rPr>
                <a:t>●</a:t>
              </a:r>
            </a:p>
          </p:txBody>
        </p:sp>
      </p:grpSp>
      <p:grpSp>
        <p:nvGrpSpPr>
          <p:cNvPr id="71" name="Group 3">
            <a:extLst>
              <a:ext uri="{FF2B5EF4-FFF2-40B4-BE49-F238E27FC236}">
                <a16:creationId xmlns:a16="http://schemas.microsoft.com/office/drawing/2014/main" id="{22859370-4A29-ED5C-21F5-654BA6E51E6F}"/>
              </a:ext>
            </a:extLst>
          </p:cNvPr>
          <p:cNvGrpSpPr>
            <a:grpSpLocks/>
          </p:cNvGrpSpPr>
          <p:nvPr/>
        </p:nvGrpSpPr>
        <p:grpSpPr bwMode="auto">
          <a:xfrm>
            <a:off x="5272871" y="4288024"/>
            <a:ext cx="879475" cy="609601"/>
            <a:chOff x="2661" y="2716"/>
            <a:chExt cx="554" cy="384"/>
          </a:xfrm>
        </p:grpSpPr>
        <p:sp>
          <p:nvSpPr>
            <p:cNvPr id="72" name="Text Box 4">
              <a:extLst>
                <a:ext uri="{FF2B5EF4-FFF2-40B4-BE49-F238E27FC236}">
                  <a16:creationId xmlns:a16="http://schemas.microsoft.com/office/drawing/2014/main" id="{1EFC9EBB-55CF-9E4D-1AE0-41141E6C80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1" y="2716"/>
              <a:ext cx="55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b="1" i="1" dirty="0"/>
                <a:t>a‘</a:t>
              </a:r>
              <a:r>
                <a:rPr lang="en-US" altLang="zh-CN" b="1" i="1" baseline="-20000" dirty="0"/>
                <a:t>1</a:t>
              </a:r>
              <a:r>
                <a:rPr lang="en-US" altLang="zh-CN" b="1" dirty="0"/>
                <a:t>(</a:t>
              </a:r>
              <a:r>
                <a:rPr lang="en-US" altLang="zh-CN" b="1" i="1" dirty="0"/>
                <a:t>b'</a:t>
              </a:r>
              <a:r>
                <a:rPr lang="en-US" altLang="zh-CN" b="1" i="1" baseline="-20000" dirty="0"/>
                <a:t>1 </a:t>
              </a:r>
              <a:r>
                <a:rPr lang="en-US" altLang="zh-CN" b="1" dirty="0"/>
                <a:t>)</a:t>
              </a:r>
              <a:endParaRPr lang="en-US" altLang="zh-CN" b="1" i="1" baseline="-20000" dirty="0"/>
            </a:p>
          </p:txBody>
        </p:sp>
        <p:sp>
          <p:nvSpPr>
            <p:cNvPr id="73" name="Text Box 5">
              <a:extLst>
                <a:ext uri="{FF2B5EF4-FFF2-40B4-BE49-F238E27FC236}">
                  <a16:creationId xmlns:a16="http://schemas.microsoft.com/office/drawing/2014/main" id="{C9B43781-6D28-0ED2-3F3D-25FB3FF866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7" y="2906"/>
              <a:ext cx="22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1400" b="1" dirty="0">
                  <a:solidFill>
                    <a:srgbClr val="FF0000"/>
                  </a:solidFill>
                </a:rPr>
                <a:t>●</a:t>
              </a:r>
            </a:p>
          </p:txBody>
        </p:sp>
      </p:grpSp>
      <p:grpSp>
        <p:nvGrpSpPr>
          <p:cNvPr id="74" name="Group 50">
            <a:extLst>
              <a:ext uri="{FF2B5EF4-FFF2-40B4-BE49-F238E27FC236}">
                <a16:creationId xmlns:a16="http://schemas.microsoft.com/office/drawing/2014/main" id="{03D3A14C-9D13-D9D7-E003-578B90251982}"/>
              </a:ext>
            </a:extLst>
          </p:cNvPr>
          <p:cNvGrpSpPr>
            <a:grpSpLocks/>
          </p:cNvGrpSpPr>
          <p:nvPr/>
        </p:nvGrpSpPr>
        <p:grpSpPr bwMode="auto">
          <a:xfrm>
            <a:off x="7938284" y="2639830"/>
            <a:ext cx="433388" cy="546100"/>
            <a:chOff x="4346" y="1679"/>
            <a:chExt cx="273" cy="344"/>
          </a:xfrm>
        </p:grpSpPr>
        <p:sp>
          <p:nvSpPr>
            <p:cNvPr id="75" name="Text Box 51">
              <a:extLst>
                <a:ext uri="{FF2B5EF4-FFF2-40B4-BE49-F238E27FC236}">
                  <a16:creationId xmlns:a16="http://schemas.microsoft.com/office/drawing/2014/main" id="{DB724F80-DBEF-22A1-D3FF-1C88ABA54E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6" y="1679"/>
              <a:ext cx="24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b="1" i="1"/>
                <a:t>a</a:t>
              </a:r>
              <a:r>
                <a:rPr lang="en-US" altLang="zh-CN" b="1" i="1" baseline="-20000"/>
                <a:t>2</a:t>
              </a:r>
              <a:endParaRPr lang="en-US" altLang="zh-CN" b="1" i="1"/>
            </a:p>
          </p:txBody>
        </p:sp>
        <p:sp>
          <p:nvSpPr>
            <p:cNvPr id="76" name="Text Box 52">
              <a:extLst>
                <a:ext uri="{FF2B5EF4-FFF2-40B4-BE49-F238E27FC236}">
                  <a16:creationId xmlns:a16="http://schemas.microsoft.com/office/drawing/2014/main" id="{E41088B2-056F-E323-FB22-6C06ADDB79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6" y="1829"/>
              <a:ext cx="22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1400" b="1" dirty="0">
                  <a:solidFill>
                    <a:srgbClr val="FF0000"/>
                  </a:solidFill>
                </a:rPr>
                <a:t>●</a:t>
              </a:r>
            </a:p>
          </p:txBody>
        </p:sp>
      </p:grpSp>
      <p:grpSp>
        <p:nvGrpSpPr>
          <p:cNvPr id="77" name="Group 56">
            <a:extLst>
              <a:ext uri="{FF2B5EF4-FFF2-40B4-BE49-F238E27FC236}">
                <a16:creationId xmlns:a16="http://schemas.microsoft.com/office/drawing/2014/main" id="{62E0A864-2348-218E-57E7-521AD2B42BAB}"/>
              </a:ext>
            </a:extLst>
          </p:cNvPr>
          <p:cNvGrpSpPr>
            <a:grpSpLocks/>
          </p:cNvGrpSpPr>
          <p:nvPr/>
        </p:nvGrpSpPr>
        <p:grpSpPr bwMode="auto">
          <a:xfrm>
            <a:off x="6095200" y="3909389"/>
            <a:ext cx="595313" cy="503238"/>
            <a:chOff x="3173" y="2476"/>
            <a:chExt cx="375" cy="317"/>
          </a:xfrm>
        </p:grpSpPr>
        <p:sp>
          <p:nvSpPr>
            <p:cNvPr id="78" name="Text Box 57">
              <a:extLst>
                <a:ext uri="{FF2B5EF4-FFF2-40B4-BE49-F238E27FC236}">
                  <a16:creationId xmlns:a16="http://schemas.microsoft.com/office/drawing/2014/main" id="{775AB024-1F98-2BAB-4A77-A6F6551CED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3" y="2476"/>
              <a:ext cx="24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b="1" i="1"/>
                <a:t>b</a:t>
              </a:r>
              <a:r>
                <a:rPr lang="en-US" altLang="zh-CN" b="1" i="1" baseline="-20000"/>
                <a:t>2</a:t>
              </a:r>
              <a:endParaRPr lang="en-US" altLang="zh-CN" b="1" i="1"/>
            </a:p>
          </p:txBody>
        </p:sp>
        <p:sp>
          <p:nvSpPr>
            <p:cNvPr id="79" name="Text Box 58">
              <a:extLst>
                <a:ext uri="{FF2B5EF4-FFF2-40B4-BE49-F238E27FC236}">
                  <a16:creationId xmlns:a16="http://schemas.microsoft.com/office/drawing/2014/main" id="{A666369B-7D5D-009C-74FF-41C601ED0A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9" y="2599"/>
              <a:ext cx="22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1400" b="1" dirty="0">
                  <a:solidFill>
                    <a:srgbClr val="FF0000"/>
                  </a:solidFill>
                </a:rPr>
                <a:t>●</a:t>
              </a:r>
            </a:p>
          </p:txBody>
        </p:sp>
      </p:grpSp>
      <p:grpSp>
        <p:nvGrpSpPr>
          <p:cNvPr id="80" name="Group 53">
            <a:extLst>
              <a:ext uri="{FF2B5EF4-FFF2-40B4-BE49-F238E27FC236}">
                <a16:creationId xmlns:a16="http://schemas.microsoft.com/office/drawing/2014/main" id="{CB4C7C85-F81A-4F5B-A0D2-6FC4CF854E80}"/>
              </a:ext>
            </a:extLst>
          </p:cNvPr>
          <p:cNvGrpSpPr>
            <a:grpSpLocks/>
          </p:cNvGrpSpPr>
          <p:nvPr/>
        </p:nvGrpSpPr>
        <p:grpSpPr bwMode="auto">
          <a:xfrm>
            <a:off x="7549353" y="4365014"/>
            <a:ext cx="439738" cy="428626"/>
            <a:chOff x="4089" y="2763"/>
            <a:chExt cx="277" cy="270"/>
          </a:xfrm>
        </p:grpSpPr>
        <p:sp>
          <p:nvSpPr>
            <p:cNvPr id="81" name="Text Box 54">
              <a:extLst>
                <a:ext uri="{FF2B5EF4-FFF2-40B4-BE49-F238E27FC236}">
                  <a16:creationId xmlns:a16="http://schemas.microsoft.com/office/drawing/2014/main" id="{59036F03-5BC9-7839-6648-DF290F0E03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1" y="2800"/>
              <a:ext cx="22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b="1" i="1" dirty="0"/>
                <a:t>c</a:t>
              </a:r>
              <a:r>
                <a:rPr lang="en-US" altLang="zh-CN" b="1" i="1" baseline="-20000" dirty="0"/>
                <a:t>2</a:t>
              </a:r>
              <a:endParaRPr lang="en-US" altLang="zh-CN" b="1" i="1" dirty="0"/>
            </a:p>
          </p:txBody>
        </p:sp>
        <p:sp>
          <p:nvSpPr>
            <p:cNvPr id="82" name="Text Box 55">
              <a:extLst>
                <a:ext uri="{FF2B5EF4-FFF2-40B4-BE49-F238E27FC236}">
                  <a16:creationId xmlns:a16="http://schemas.microsoft.com/office/drawing/2014/main" id="{734CB4C3-237A-6567-F0FB-6CEAA4AEC6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9" y="2763"/>
              <a:ext cx="213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1200" b="1" dirty="0">
                  <a:solidFill>
                    <a:srgbClr val="FF0000"/>
                  </a:solidFill>
                </a:rPr>
                <a:t>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9873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30" grpId="0" build="p" autoUpdateAnimBg="0"/>
      <p:bldP spid="31" grpId="0" animBg="1" autoUpdateAnimBg="0"/>
      <p:bldP spid="32" grpId="0" autoUpdateAnimBg="0"/>
      <p:bldP spid="39" grpId="0" animBg="1"/>
      <p:bldP spid="46" grpId="0"/>
      <p:bldP spid="47" grpId="0" animBg="1" autoUpdateAnimBg="0"/>
      <p:bldP spid="59" grpId="0" animBg="1"/>
      <p:bldP spid="63" grpId="0" animBg="1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80" name="Text Box 4"/>
          <p:cNvSpPr txBox="1">
            <a:spLocks noChangeArrowheads="1"/>
          </p:cNvSpPr>
          <p:nvPr/>
        </p:nvSpPr>
        <p:spPr bwMode="auto">
          <a:xfrm>
            <a:off x="1482493" y="619515"/>
            <a:ext cx="451277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defPPr>
              <a:defRPr lang="en-US"/>
            </a:defPPr>
            <a:lvl1pPr eaLnBrk="0" hangingPunct="0">
              <a:defRPr sz="2800" b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defRPr>
            </a:lvl1pPr>
          </a:lstStyle>
          <a:p>
            <a:r>
              <a:rPr lang="zh-CN" altLang="en-US" dirty="0"/>
              <a:t>换面法的六个基本作图问题</a:t>
            </a:r>
          </a:p>
        </p:txBody>
      </p:sp>
      <p:sp>
        <p:nvSpPr>
          <p:cNvPr id="152581" name="Text Box 5"/>
          <p:cNvSpPr txBox="1">
            <a:spLocks noChangeArrowheads="1"/>
          </p:cNvSpPr>
          <p:nvPr/>
        </p:nvSpPr>
        <p:spPr bwMode="auto">
          <a:xfrm>
            <a:off x="1703315" y="1122512"/>
            <a:ext cx="59824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</a:p>
        </p:txBody>
      </p:sp>
      <p:sp>
        <p:nvSpPr>
          <p:cNvPr id="152582" name="Text Box 6"/>
          <p:cNvSpPr txBox="1">
            <a:spLocks noChangeArrowheads="1"/>
          </p:cNvSpPr>
          <p:nvPr/>
        </p:nvSpPr>
        <p:spPr bwMode="auto">
          <a:xfrm>
            <a:off x="1462649" y="2886055"/>
            <a:ext cx="80819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FFCCFF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0" hangingPunct="0"/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把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一般位置直线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变成投影面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垂直线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两次换面</a:t>
            </a:r>
            <a:endParaRPr lang="zh-CN" altLang="en-US" sz="32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2583" name="Text Box 7"/>
          <p:cNvSpPr txBox="1">
            <a:spLocks noChangeArrowheads="1"/>
          </p:cNvSpPr>
          <p:nvPr/>
        </p:nvSpPr>
        <p:spPr bwMode="auto">
          <a:xfrm>
            <a:off x="1475349" y="2290300"/>
            <a:ext cx="81343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FFCCFF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0" hangingPunct="0"/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把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一般位置直线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变成投影面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平行线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一次换面</a:t>
            </a:r>
          </a:p>
        </p:txBody>
      </p:sp>
      <p:sp>
        <p:nvSpPr>
          <p:cNvPr id="152584" name="Text Box 8"/>
          <p:cNvSpPr txBox="1">
            <a:spLocks noChangeArrowheads="1"/>
          </p:cNvSpPr>
          <p:nvPr/>
        </p:nvSpPr>
        <p:spPr bwMode="auto">
          <a:xfrm>
            <a:off x="1454711" y="4123467"/>
            <a:ext cx="8051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0" hangingPunct="0"/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5.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把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一般位置平面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变成投影面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垂直面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一次换面</a:t>
            </a:r>
            <a:endParaRPr lang="zh-CN" altLang="en-US" sz="32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2585" name="Text Box 9"/>
          <p:cNvSpPr txBox="1">
            <a:spLocks noChangeArrowheads="1"/>
          </p:cNvSpPr>
          <p:nvPr/>
        </p:nvSpPr>
        <p:spPr bwMode="auto">
          <a:xfrm>
            <a:off x="1454711" y="5352649"/>
            <a:ext cx="80899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0" hangingPunct="0"/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6.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把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一般位置平面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变成投影面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平行面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两次换面</a:t>
            </a:r>
            <a:endParaRPr lang="zh-CN" altLang="en-US" sz="32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2586" name="Text Box 10"/>
          <p:cNvSpPr txBox="1">
            <a:spLocks noChangeArrowheads="1"/>
          </p:cNvSpPr>
          <p:nvPr/>
        </p:nvSpPr>
        <p:spPr bwMode="auto">
          <a:xfrm>
            <a:off x="1821957" y="4778712"/>
            <a:ext cx="6894836" cy="40011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l" eaLnBrk="0" hangingPunct="0"/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charset="-122"/>
              </a:rPr>
              <a:t>先在平面内找一条投影面平行线，再变成新投影面的垂直线</a:t>
            </a:r>
          </a:p>
        </p:txBody>
      </p:sp>
      <p:sp>
        <p:nvSpPr>
          <p:cNvPr id="152587" name="Rectangle 11"/>
          <p:cNvSpPr>
            <a:spLocks noChangeArrowheads="1"/>
          </p:cNvSpPr>
          <p:nvPr/>
        </p:nvSpPr>
        <p:spPr bwMode="auto">
          <a:xfrm>
            <a:off x="1458680" y="3451033"/>
            <a:ext cx="80819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FFCCFF"/>
                    </a:gs>
                    <a:gs pos="100000">
                      <a:srgbClr val="FFFF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4.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把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投影面垂直面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变成投影面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平行面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一次换面</a:t>
            </a:r>
          </a:p>
        </p:txBody>
      </p:sp>
      <p:sp>
        <p:nvSpPr>
          <p:cNvPr id="152588" name="Text Box 12"/>
          <p:cNvSpPr txBox="1">
            <a:spLocks noChangeArrowheads="1"/>
          </p:cNvSpPr>
          <p:nvPr/>
        </p:nvSpPr>
        <p:spPr bwMode="auto">
          <a:xfrm>
            <a:off x="1482493" y="1663768"/>
            <a:ext cx="80883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/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把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投影面平行线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变成投影面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垂直线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一次换面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9739E2-E5D4-4A84-9B94-CBEE30D97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6AEC6-83F6-D74F-B97C-32B9856E73A6}" type="datetime1">
              <a:rPr lang="en-US" smtClean="0"/>
              <a:t>10/9/25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7DB31D-9D69-184F-C2C7-50F63A626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7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15DFC-4889-65AB-6814-8C4F1685C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813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MASTER_TYPE" val="1"/>
  <p:tag name="KSO_WM_TEMPLATE_COLOR_TYPE" val="0"/>
  <p:tag name="KSO_WM_TAG_VERSION" val="1.0"/>
  <p:tag name="KSO_WM_BEAUTIFY_FLAG" val="#wm#"/>
  <p:tag name="KSO_WM_TEMPLATE_CATEGORY" val="custom"/>
  <p:tag name="KSO_WM_TEMPLATE_INDEX" val="20230820"/>
  <p:tag name="KSO_WM_SPECIAL_SOURCE" val="bdnull"/>
  <p:tag name="KSO_WM_TEMPLATE_THUMBS_INDEX" val="1、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1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CONTENT_GROUP_TYPE" val="contentchip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1.0"/>
  <p:tag name="KSO_WM_BEAUTIFY_FLAG" val="#wm#"/>
  <p:tag name="KSO_WM_UNIT_CONTENT_GROUP_TYPE" val="contentchip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1.0"/>
  <p:tag name="KSO_WM_BEAUTIFY_FLAG" val="#wm#"/>
  <p:tag name="KSO_WM_UNIT_CONTENT_GROUP_TYPE" val="contentchip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PLACING_PICTURE_USER_VIEWPORT" val="{&quot;height&quot;:10411,&quot;width&quot;:12984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1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2"/>
  <p:tag name="KSO_WM_UNIT_ID" val="_3*i*2"/>
  <p:tag name="KSO_WM_UNIT_LAYERLEVEL" val="1"/>
  <p:tag name="KSO_WM_TAG_VERSION" val="1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3*e*1"/>
  <p:tag name="KSO_WM_UNIT_LAYERLEVEL" val="1"/>
  <p:tag name="KSO_WM_TAG_VERSION" val="1.0"/>
  <p:tag name="KSO_WM_BEAUTIFY_FLAG" val="#wm#"/>
  <p:tag name="KSO_WM_UNIT_CONTENT_GROUP_TYPE" val="contentchip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1.0"/>
  <p:tag name="KSO_WM_BEAUTIFY_FLAG" val="#wm#"/>
  <p:tag name="KSO_WM_UNIT_CONTENT_GROUP_TYPE" val="contentchip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1.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4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4*f*2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1.0"/>
  <p:tag name="KSO_WM_BEAUTIFY_FLAG" val="#wm#"/>
  <p:tag name="KSO_WM_UNIT_CONTENT_GROUP_TYPE" val="titlesty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5*i*1"/>
  <p:tag name="KSO_WM_UNIT_LAYERLEVEL" val="1"/>
  <p:tag name="KSO_WM_TAG_VERSION" val="1.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2"/>
  <p:tag name="KSO_WM_UNIT_ID" val="_5*a*2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3"/>
  <p:tag name="KSO_WM_UNIT_ID" val="_5*a*3"/>
  <p:tag name="KSO_WM_UNIT_LAYERLEVEL" val="1"/>
  <p:tag name="KSO_WM_TAG_VERSION" val="1.0"/>
  <p:tag name="KSO_WM_BEAUTIFY_FLAG" val="#wm#"/>
  <p:tag name="KSO_WM_UNIT_CONTENT_GROUP_TYPE" val="titlesty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7*i*1"/>
  <p:tag name="KSO_WM_UNIT_LAYERLEVEL" val="1"/>
  <p:tag name="KSO_WM_TAG_VERSION" val="1.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1.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0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1.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ANK YOU 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1.0"/>
  <p:tag name="KSO_WM_BEAUTIFY_FLAG" val="#wm#"/>
  <p:tag name="KSO_WM_UNIT_CONTENT_GROUP_TYPE" val="contentchip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CONTENT_GROUP_TYPE" val="contentchip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SLIDE_BACKGROUND_TYPE" val="genera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2*a*1"/>
  <p:tag name="KSO_WM_UNIT_LAYERLEVEL" val="1"/>
  <p:tag name="KSO_WM_TAG_VERSION" val="1.0"/>
  <p:tag name="KSO_WM_BEAUTIFY_FLAG" val="#wm#"/>
  <p:tag name="KSO_WM_UNIT_CONTENT_GROUP_TYPE" val="titlestyle"/>
  <p:tag name="KSO_WM_SLIDE_BACKGROUND_TYPE" val="genera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820_1"/>
  <p:tag name="KSO_WM_TEMPLATE_SUBCATEGORY" val="0"/>
  <p:tag name="KSO_WM_TEMPLATE_MASTER_TYPE" val="1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30820"/>
  <p:tag name="KSO_WM_SLIDE_TYPE" val="title"/>
  <p:tag name="KSO_WM_SLIDE_SUBTYPE" val="pureTxt"/>
  <p:tag name="KSO_WM_SLIDE_LAYOUT" val="a_b_f"/>
  <p:tag name="KSO_WM_SLIDE_LAYOUT_CNT" val="1_1_1"/>
  <p:tag name="KSO_WM_SPECIAL_SOURCE" val="bdnull"/>
  <p:tag name="KSO_WM_TEMPLATE_THUMBS_INDEX" val="1、9"/>
  <p:tag name="KSO_WM_SLIDE_CONTENT_AREA" val="{&quot;left&quot;:&quot;50.8&quot;,&quot;top&quot;:&quot;87.4&quot;,&quot;width&quot;:&quot;541.3&quot;,&quot;height&quot;:&quot;310.5&quot;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820_1*a*1"/>
  <p:tag name="KSO_WM_TEMPLATE_CATEGORY" val="custom"/>
  <p:tag name="KSO_WM_TEMPLATE_INDEX" val="20230820"/>
  <p:tag name="KSO_WM_UNIT_LAYERLEVEL" val="1"/>
  <p:tag name="KSO_WM_TAG_VERSION" val="1.0"/>
  <p:tag name="KSO_WM_BEAUTIFY_FLAG" val="#wm#"/>
  <p:tag name="KSO_WM_UNIT_CONTENT_GROUP_TYPE" val="contentchip"/>
  <p:tag name="KSO_WM_UNIT_TEXT_FILL_FORE_SCHEMECOLOR_INDEX_BRIGHTNESS" val="0.25"/>
  <p:tag name="KSO_WM_UNIT_TEXT_FILL_FORE_SCHEMECOLOR_INDEX" val="13"/>
  <p:tag name="KSO_WM_UNIT_TEXT_FILL_TYPE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0820_1*b*1"/>
  <p:tag name="KSO_WM_TEMPLATE_CATEGORY" val="custom"/>
  <p:tag name="KSO_WM_TEMPLATE_INDEX" val="20230820"/>
  <p:tag name="KSO_WM_UNIT_LAYERLEVEL" val="1"/>
  <p:tag name="KSO_WM_TAG_VERSION" val="1.0"/>
  <p:tag name="KSO_WM_BEAUTIFY_FLAG" val="#wm#"/>
  <p:tag name="KSO_WM_UNIT_CONTENT_GROUP_TYPE" val="contentchip"/>
  <p:tag name="KSO_WM_UNIT_TEXT_FILL_FORE_SCHEMECOLOR_INDEX_1_BRIGHTNESS" val="0"/>
  <p:tag name="KSO_WM_UNIT_TEXT_FILL_FORE_SCHEMECOLOR_INDEX_1" val="5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41"/>
  <p:tag name="KSO_WM_UNIT_TEXT_FILL_GRADIENT_DIRECTION" val="-2"/>
  <p:tag name="KSO_WM_UNIT_TEXT_FILL_TYPE" val="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awing.potx" id="{77E09630-93FA-4073-96B7-E4A1C97AE4E9}" vid="{2BCD55EF-A901-4B71-8B57-2954839B2DF5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Drawing</Template>
  <TotalTime>4345</TotalTime>
  <Words>2769</Words>
  <Application>Microsoft Macintosh PowerPoint</Application>
  <PresentationFormat>Widescreen</PresentationFormat>
  <Paragraphs>895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7" baseType="lpstr">
      <vt:lpstr>CommercialPi BT</vt:lpstr>
      <vt:lpstr>DengXian</vt:lpstr>
      <vt:lpstr>方正舒体</vt:lpstr>
      <vt:lpstr>楷体_GB2312</vt:lpstr>
      <vt:lpstr>Math1</vt:lpstr>
      <vt:lpstr>Microsoft YaHei</vt:lpstr>
      <vt:lpstr>黑体</vt:lpstr>
      <vt:lpstr>宋体</vt:lpstr>
      <vt:lpstr>Arial</vt:lpstr>
      <vt:lpstr>Calibri</vt:lpstr>
      <vt:lpstr>Cambria Math</vt:lpstr>
      <vt:lpstr>Symbol</vt:lpstr>
      <vt:lpstr>Tempus Sans ITC</vt:lpstr>
      <vt:lpstr>Times New Roman</vt:lpstr>
      <vt:lpstr>Webdings</vt:lpstr>
      <vt:lpstr>Wingdings</vt:lpstr>
      <vt:lpstr>Office Theme</vt:lpstr>
      <vt:lpstr>工程制图 第7讲</vt:lpstr>
      <vt:lpstr>作业#4</vt:lpstr>
      <vt:lpstr> 热 身</vt:lpstr>
      <vt:lpstr>PowerPoint Presentation</vt:lpstr>
      <vt:lpstr>PowerPoint Presentation</vt:lpstr>
      <vt:lpstr>PowerPoint Presentation</vt:lpstr>
      <vt:lpstr>PowerPoint Presentation</vt:lpstr>
      <vt:lpstr>复杂面面相交问题</vt:lpstr>
      <vt:lpstr>PowerPoint Presentation</vt:lpstr>
      <vt:lpstr>PowerPoint Presentation</vt:lpstr>
      <vt:lpstr>PowerPoint Presentation</vt:lpstr>
      <vt:lpstr>2.6 投影变换——换面法（P62)</vt:lpstr>
      <vt:lpstr>目 的</vt:lpstr>
      <vt:lpstr>一、概 述</vt:lpstr>
      <vt:lpstr>二、换面问题的提出</vt:lpstr>
      <vt:lpstr>PowerPoint Presentation</vt:lpstr>
      <vt:lpstr>PowerPoint Presentation</vt:lpstr>
      <vt:lpstr>三、点的投影变换规律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四、直线换面法的六个基本问题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视觉与视图</dc:title>
  <dc:creator>Jun Chen</dc:creator>
  <cp:lastModifiedBy>陈军_工学院</cp:lastModifiedBy>
  <cp:revision>228</cp:revision>
  <dcterms:created xsi:type="dcterms:W3CDTF">2016-02-16T14:15:02Z</dcterms:created>
  <dcterms:modified xsi:type="dcterms:W3CDTF">2025-10-09T12:03:22Z</dcterms:modified>
</cp:coreProperties>
</file>